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1"/>
  </p:notesMasterIdLst>
  <p:handoutMasterIdLst>
    <p:handoutMasterId r:id="rId32"/>
  </p:handoutMasterIdLst>
  <p:sldIdLst>
    <p:sldId id="385" r:id="rId5"/>
    <p:sldId id="481" r:id="rId6"/>
    <p:sldId id="484" r:id="rId7"/>
    <p:sldId id="419" r:id="rId8"/>
    <p:sldId id="452" r:id="rId9"/>
    <p:sldId id="487" r:id="rId10"/>
    <p:sldId id="523" r:id="rId11"/>
    <p:sldId id="512" r:id="rId12"/>
    <p:sldId id="524" r:id="rId13"/>
    <p:sldId id="527" r:id="rId14"/>
    <p:sldId id="526" r:id="rId15"/>
    <p:sldId id="518" r:id="rId16"/>
    <p:sldId id="522" r:id="rId17"/>
    <p:sldId id="528" r:id="rId18"/>
    <p:sldId id="529" r:id="rId19"/>
    <p:sldId id="530" r:id="rId20"/>
    <p:sldId id="521" r:id="rId21"/>
    <p:sldId id="515" r:id="rId22"/>
    <p:sldId id="517" r:id="rId23"/>
    <p:sldId id="532" r:id="rId24"/>
    <p:sldId id="531" r:id="rId25"/>
    <p:sldId id="537" r:id="rId26"/>
    <p:sldId id="533" r:id="rId27"/>
    <p:sldId id="534" r:id="rId28"/>
    <p:sldId id="538" r:id="rId29"/>
    <p:sldId id="535" r:id="rId30"/>
  </p:sldIdLst>
  <p:sldSz cx="12192000" cy="6858000"/>
  <p:notesSz cx="6858000" cy="9144000"/>
  <p:defaultTextStyle>
    <a:defPPr rtl="0">
      <a:defRPr lang="en-GB"/>
    </a:defPPr>
    <a:lvl1pPr marL="0" algn="l" defTabSz="914400" rtl="0" eaLnBrk="1" latinLnBrk="0" hangingPunct="1">
      <a:defRPr lang="en-GB" sz="1800" kern="1200">
        <a:solidFill>
          <a:schemeClr val="tx1"/>
        </a:solidFill>
        <a:latin typeface="+mn-lt"/>
        <a:ea typeface="+mn-ea"/>
        <a:cs typeface="+mn-cs"/>
      </a:defRPr>
    </a:lvl1pPr>
    <a:lvl2pPr marL="457200" algn="l" defTabSz="914400" rtl="0" eaLnBrk="1" latinLnBrk="0" hangingPunct="1">
      <a:defRPr lang="en-GB" sz="1800" kern="1200">
        <a:solidFill>
          <a:schemeClr val="tx1"/>
        </a:solidFill>
        <a:latin typeface="+mn-lt"/>
        <a:ea typeface="+mn-ea"/>
        <a:cs typeface="+mn-cs"/>
      </a:defRPr>
    </a:lvl2pPr>
    <a:lvl3pPr marL="914400" algn="l" defTabSz="914400" rtl="0" eaLnBrk="1" latinLnBrk="0" hangingPunct="1">
      <a:defRPr lang="en-GB" sz="1800" kern="1200">
        <a:solidFill>
          <a:schemeClr val="tx1"/>
        </a:solidFill>
        <a:latin typeface="+mn-lt"/>
        <a:ea typeface="+mn-ea"/>
        <a:cs typeface="+mn-cs"/>
      </a:defRPr>
    </a:lvl3pPr>
    <a:lvl4pPr marL="1371600" algn="l" defTabSz="914400" rtl="0" eaLnBrk="1" latinLnBrk="0" hangingPunct="1">
      <a:defRPr lang="en-GB" sz="1800" kern="1200">
        <a:solidFill>
          <a:schemeClr val="tx1"/>
        </a:solidFill>
        <a:latin typeface="+mn-lt"/>
        <a:ea typeface="+mn-ea"/>
        <a:cs typeface="+mn-cs"/>
      </a:defRPr>
    </a:lvl4pPr>
    <a:lvl5pPr marL="1828800" algn="l" defTabSz="914400" rtl="0" eaLnBrk="1" latinLnBrk="0" hangingPunct="1">
      <a:defRPr lang="en-GB" sz="1800" kern="1200">
        <a:solidFill>
          <a:schemeClr val="tx1"/>
        </a:solidFill>
        <a:latin typeface="+mn-lt"/>
        <a:ea typeface="+mn-ea"/>
        <a:cs typeface="+mn-cs"/>
      </a:defRPr>
    </a:lvl5pPr>
    <a:lvl6pPr marL="2286000" algn="l" defTabSz="914400" rtl="0" eaLnBrk="1" latinLnBrk="0" hangingPunct="1">
      <a:defRPr lang="en-GB" sz="1800" kern="1200">
        <a:solidFill>
          <a:schemeClr val="tx1"/>
        </a:solidFill>
        <a:latin typeface="+mn-lt"/>
        <a:ea typeface="+mn-ea"/>
        <a:cs typeface="+mn-cs"/>
      </a:defRPr>
    </a:lvl6pPr>
    <a:lvl7pPr marL="2743200" algn="l" defTabSz="914400" rtl="0" eaLnBrk="1" latinLnBrk="0" hangingPunct="1">
      <a:defRPr lang="en-GB" sz="1800" kern="1200">
        <a:solidFill>
          <a:schemeClr val="tx1"/>
        </a:solidFill>
        <a:latin typeface="+mn-lt"/>
        <a:ea typeface="+mn-ea"/>
        <a:cs typeface="+mn-cs"/>
      </a:defRPr>
    </a:lvl7pPr>
    <a:lvl8pPr marL="3200400" algn="l" defTabSz="914400" rtl="0" eaLnBrk="1" latinLnBrk="0" hangingPunct="1">
      <a:defRPr lang="en-GB" sz="1800" kern="1200">
        <a:solidFill>
          <a:schemeClr val="tx1"/>
        </a:solidFill>
        <a:latin typeface="+mn-lt"/>
        <a:ea typeface="+mn-ea"/>
        <a:cs typeface="+mn-cs"/>
      </a:defRPr>
    </a:lvl8pPr>
    <a:lvl9pPr marL="3657600" algn="l" defTabSz="914400" rtl="0" eaLnBrk="1" latinLnBrk="0" hangingPunct="1">
      <a:defRPr lang="en-GB"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5728538-13A2-4744-B958-051B83DAE547}">
          <p14:sldIdLst>
            <p14:sldId id="385"/>
          </p14:sldIdLst>
        </p14:section>
        <p14:section name="Review material on Supply, Demand, FTWE" id="{51A95F7A-0B20-4F79-871B-95AC68EF4B52}">
          <p14:sldIdLst>
            <p14:sldId id="481"/>
            <p14:sldId id="484"/>
            <p14:sldId id="419"/>
            <p14:sldId id="452"/>
            <p14:sldId id="487"/>
            <p14:sldId id="523"/>
          </p14:sldIdLst>
        </p14:section>
        <p14:section name="Land rent and international trade" id="{E68A3F8E-8C29-46B6-8DA2-77FCCC8FE39F}">
          <p14:sldIdLst>
            <p14:sldId id="512"/>
            <p14:sldId id="524"/>
            <p14:sldId id="527"/>
            <p14:sldId id="526"/>
            <p14:sldId id="518"/>
            <p14:sldId id="522"/>
            <p14:sldId id="528"/>
            <p14:sldId id="529"/>
            <p14:sldId id="530"/>
            <p14:sldId id="521"/>
            <p14:sldId id="515"/>
            <p14:sldId id="517"/>
            <p14:sldId id="532"/>
          </p14:sldIdLst>
        </p14:section>
        <p14:section name="Tariffs vs Quotas" id="{2EEE7496-A8AB-4A98-BC5D-9796644BEEA7}">
          <p14:sldIdLst>
            <p14:sldId id="531"/>
            <p14:sldId id="537"/>
            <p14:sldId id="533"/>
            <p14:sldId id="534"/>
            <p14:sldId id="538"/>
            <p14:sldId id="535"/>
          </p14:sldIdLst>
        </p14:section>
      </p14:sectionLst>
    </p:ext>
    <p:ext uri="{EFAFB233-063F-42B5-8137-9DF3F51BA10A}">
      <p15:sldGuideLst xmlns:p15="http://schemas.microsoft.com/office/powerpoint/2012/main">
        <p15:guide id="1" orient="horz" pos="2880" userDrawn="1">
          <p15:clr>
            <a:srgbClr val="A4A3A4"/>
          </p15:clr>
        </p15:guide>
        <p15:guide id="3" pos="480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740000"/>
    <a:srgbClr val="800000"/>
    <a:srgbClr val="FD7BF4"/>
    <a:srgbClr val="376061"/>
    <a:srgbClr val="0101E5"/>
    <a:srgbClr val="000000"/>
    <a:srgbClr val="B7472A"/>
    <a:srgbClr val="F5F5F5"/>
    <a:srgbClr val="D247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4" autoAdjust="0"/>
    <p:restoredTop sz="96240" autoAdjust="0"/>
  </p:normalViewPr>
  <p:slideViewPr>
    <p:cSldViewPr snapToGrid="0">
      <p:cViewPr>
        <p:scale>
          <a:sx n="100" d="100"/>
          <a:sy n="100" d="100"/>
        </p:scale>
        <p:origin x="852" y="228"/>
      </p:cViewPr>
      <p:guideLst>
        <p:guide orient="horz" pos="2880"/>
        <p:guide pos="480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1" d="1"/>
        <a:sy n="1" d="1"/>
      </p:scale>
      <p:origin x="0" y="0"/>
    </p:cViewPr>
  </p:notesTextViewPr>
  <p:sorterViewPr>
    <p:cViewPr>
      <p:scale>
        <a:sx n="100" d="100"/>
        <a:sy n="100" d="100"/>
      </p:scale>
      <p:origin x="0" y="0"/>
    </p:cViewPr>
  </p:sorterViewPr>
  <p:notesViewPr>
    <p:cSldViewPr snapToGrid="0">
      <p:cViewPr>
        <p:scale>
          <a:sx n="66" d="100"/>
          <a:sy n="66" d="100"/>
        </p:scale>
        <p:origin x="4290" y="6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_rels/viewProps.xml.rels><?xml version="1.0" encoding="UTF-8" standalone="yes"?>
<Relationships xmlns="http://schemas.openxmlformats.org/package/2006/relationships"><Relationship Id="rId3" Type="http://schemas.openxmlformats.org/officeDocument/2006/relationships/slide" Target="slides/slide3.xml"/><Relationship Id="rId7" Type="http://schemas.openxmlformats.org/officeDocument/2006/relationships/slide" Target="slides/slide7.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6.xml"/><Relationship Id="rId5" Type="http://schemas.openxmlformats.org/officeDocument/2006/relationships/slide" Target="slides/slide5.xml"/><Relationship Id="rId4"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80680FBE-A8DF-4758-9AC4-3A9E1039168F}" type="datetimeFigureOut">
              <a:rPr lang="en-GB" smtClean="0"/>
              <a:t>2026-09-25</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9C679768-A2FC-4D08-91F6-8DCE6C566B36}" type="slidenum">
              <a:rPr lang="en-GB" smtClean="0"/>
              <a:t>‹#›</a:t>
            </a:fld>
            <a:endParaRPr lang="en-GB"/>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EC13577B-6902-467D-A26C-08A0DD5E4E03}" type="datetimeFigureOut">
              <a:rPr lang="en-GB" noProof="0" smtClean="0"/>
              <a:t>2026-09-25</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n-GB"/>
            </a:defPP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n-GB"/>
            </a:def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DF61EA0F-A667-4B49-8422-0062BC55E249}" type="slidenum">
              <a:rPr lang="en-GB" noProof="0" smtClean="0"/>
              <a:t>‹#›</a:t>
            </a:fld>
            <a:endParaRPr lang="en-GB" noProof="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n-GB" sz="1200" kern="1200">
        <a:solidFill>
          <a:schemeClr val="tx1"/>
        </a:solidFill>
        <a:latin typeface="+mn-lt"/>
        <a:ea typeface="+mn-ea"/>
        <a:cs typeface="+mn-cs"/>
      </a:defRPr>
    </a:lvl1pPr>
    <a:lvl2pPr marL="457200" algn="l" defTabSz="914400" rtl="0" eaLnBrk="1" latinLnBrk="0" hangingPunct="1">
      <a:defRPr lang="en-GB" sz="1200" kern="1200">
        <a:solidFill>
          <a:schemeClr val="tx1"/>
        </a:solidFill>
        <a:latin typeface="+mn-lt"/>
        <a:ea typeface="+mn-ea"/>
        <a:cs typeface="+mn-cs"/>
      </a:defRPr>
    </a:lvl2pPr>
    <a:lvl3pPr marL="914400" algn="l" defTabSz="914400" rtl="0" eaLnBrk="1" latinLnBrk="0" hangingPunct="1">
      <a:defRPr lang="en-GB" sz="1200" kern="1200">
        <a:solidFill>
          <a:schemeClr val="tx1"/>
        </a:solidFill>
        <a:latin typeface="+mn-lt"/>
        <a:ea typeface="+mn-ea"/>
        <a:cs typeface="+mn-cs"/>
      </a:defRPr>
    </a:lvl3pPr>
    <a:lvl4pPr marL="1371600" algn="l" defTabSz="914400" rtl="0" eaLnBrk="1" latinLnBrk="0" hangingPunct="1">
      <a:defRPr lang="en-GB" sz="1200" kern="1200">
        <a:solidFill>
          <a:schemeClr val="tx1"/>
        </a:solidFill>
        <a:latin typeface="+mn-lt"/>
        <a:ea typeface="+mn-ea"/>
        <a:cs typeface="+mn-cs"/>
      </a:defRPr>
    </a:lvl4pPr>
    <a:lvl5pPr marL="1828800" algn="l" defTabSz="914400" rtl="0" eaLnBrk="1" latinLnBrk="0" hangingPunct="1">
      <a:defRPr lang="en-GB" sz="1200" kern="1200">
        <a:solidFill>
          <a:schemeClr val="tx1"/>
        </a:solidFill>
        <a:latin typeface="+mn-lt"/>
        <a:ea typeface="+mn-ea"/>
        <a:cs typeface="+mn-cs"/>
      </a:defRPr>
    </a:lvl5pPr>
    <a:lvl6pPr marL="2286000" algn="l" defTabSz="914400" rtl="0" eaLnBrk="1" latinLnBrk="0" hangingPunct="1">
      <a:defRPr lang="en-GB" sz="1200" kern="1200">
        <a:solidFill>
          <a:schemeClr val="tx1"/>
        </a:solidFill>
        <a:latin typeface="+mn-lt"/>
        <a:ea typeface="+mn-ea"/>
        <a:cs typeface="+mn-cs"/>
      </a:defRPr>
    </a:lvl6pPr>
    <a:lvl7pPr marL="2743200" algn="l" defTabSz="914400" rtl="0" eaLnBrk="1" latinLnBrk="0" hangingPunct="1">
      <a:defRPr lang="en-GB" sz="1200" kern="1200">
        <a:solidFill>
          <a:schemeClr val="tx1"/>
        </a:solidFill>
        <a:latin typeface="+mn-lt"/>
        <a:ea typeface="+mn-ea"/>
        <a:cs typeface="+mn-cs"/>
      </a:defRPr>
    </a:lvl7pPr>
    <a:lvl8pPr marL="3200400" algn="l" defTabSz="914400" rtl="0" eaLnBrk="1" latinLnBrk="0" hangingPunct="1">
      <a:defRPr lang="en-GB" sz="1200" kern="1200">
        <a:solidFill>
          <a:schemeClr val="tx1"/>
        </a:solidFill>
        <a:latin typeface="+mn-lt"/>
        <a:ea typeface="+mn-ea"/>
        <a:cs typeface="+mn-cs"/>
      </a:defRPr>
    </a:lvl8pPr>
    <a:lvl9pPr marL="3657600" algn="l" defTabSz="914400" rtl="0" eaLnBrk="1" latinLnBrk="0" hangingPunct="1">
      <a:defRPr lang="en-GB"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2608104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61EA0F-A667-4B49-8422-0062BC55E249}" type="slidenum">
              <a:rPr lang="en-US" smtClean="0"/>
              <a:t>4</a:t>
            </a:fld>
            <a:endParaRPr lang="en-US"/>
          </a:p>
        </p:txBody>
      </p:sp>
    </p:spTree>
    <p:extLst>
      <p:ext uri="{BB962C8B-B14F-4D97-AF65-F5344CB8AC3E}">
        <p14:creationId xmlns:p14="http://schemas.microsoft.com/office/powerpoint/2010/main" val="1889771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SKIP</a:t>
            </a:r>
          </a:p>
        </p:txBody>
      </p:sp>
      <p:sp>
        <p:nvSpPr>
          <p:cNvPr id="4" name="Slide Number Placeholder 3"/>
          <p:cNvSpPr>
            <a:spLocks noGrp="1"/>
          </p:cNvSpPr>
          <p:nvPr>
            <p:ph type="sldNum" sz="quarter" idx="5"/>
          </p:nvPr>
        </p:nvSpPr>
        <p:spPr/>
        <p:txBody>
          <a:bodyPr/>
          <a:lstStyle/>
          <a:p>
            <a:fld id="{DF61EA0F-A667-4B49-8422-0062BC55E249}" type="slidenum">
              <a:rPr lang="en-US" smtClean="0"/>
              <a:t>5</a:t>
            </a:fld>
            <a:endParaRPr lang="en-US"/>
          </a:p>
        </p:txBody>
      </p:sp>
    </p:spTree>
    <p:extLst>
      <p:ext uri="{BB962C8B-B14F-4D97-AF65-F5344CB8AC3E}">
        <p14:creationId xmlns:p14="http://schemas.microsoft.com/office/powerpoint/2010/main" val="3388564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48056" y="2551176"/>
            <a:ext cx="9922447" cy="914400"/>
          </a:xfrm>
        </p:spPr>
        <p:txBody>
          <a:bodyPr rtlCol="0"/>
          <a:lstStyle>
            <a:lvl1pPr>
              <a:defRPr lang="en-GB" sz="5400" b="0">
                <a:solidFill>
                  <a:schemeClr val="tx1"/>
                </a:solidFill>
              </a:defRPr>
            </a:lvl1pPr>
          </a:lstStyle>
          <a:p>
            <a:pPr rtl="0"/>
            <a:r>
              <a:rPr lang="en-US" noProof="0" dirty="0"/>
              <a:t>Click to edit Master title style</a:t>
            </a:r>
            <a:endParaRPr lang="en-GB" noProof="0" dirty="0"/>
          </a:p>
        </p:txBody>
      </p:sp>
      <p:sp>
        <p:nvSpPr>
          <p:cNvPr id="5" name="Text Placeholder 4">
            <a:extLst>
              <a:ext uri="{FF2B5EF4-FFF2-40B4-BE49-F238E27FC236}">
                <a16:creationId xmlns:a16="http://schemas.microsoft.com/office/drawing/2014/main" id="{B107D0E1-EAED-8E08-24BA-8F930364BA96}"/>
              </a:ext>
            </a:extLst>
          </p:cNvPr>
          <p:cNvSpPr>
            <a:spLocks noGrp="1"/>
          </p:cNvSpPr>
          <p:nvPr>
            <p:ph type="body" sz="quarter" idx="10"/>
          </p:nvPr>
        </p:nvSpPr>
        <p:spPr>
          <a:xfrm>
            <a:off x="448056" y="3575304"/>
            <a:ext cx="9921943" cy="862012"/>
          </a:xfrm>
        </p:spPr>
        <p:txBody>
          <a:bodyPr rtlCol="0">
            <a:normAutofit/>
          </a:bodyPr>
          <a:lstStyle>
            <a:lvl1pPr>
              <a:defRPr lang="en-GB" sz="2400">
                <a:solidFill>
                  <a:schemeClr val="accent2"/>
                </a:solidFill>
              </a:defRPr>
            </a:lvl1pPr>
          </a:lstStyle>
          <a:p>
            <a:pPr lvl="0" rtl="0"/>
            <a:r>
              <a:rPr lang="en-US" noProof="0"/>
              <a:t>Click to edit Master text styles</a:t>
            </a:r>
          </a:p>
        </p:txBody>
      </p:sp>
    </p:spTree>
    <p:extLst>
      <p:ext uri="{BB962C8B-B14F-4D97-AF65-F5344CB8AC3E}">
        <p14:creationId xmlns:p14="http://schemas.microsoft.com/office/powerpoint/2010/main" val="1718549498"/>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defPPr>
              <a:defRPr lang="en-GB"/>
            </a:defPPr>
          </a:lstStyle>
          <a:p>
            <a:pPr rtl="0"/>
            <a:r>
              <a:rPr lang="en-US" noProof="0" dirty="0"/>
              <a:t>Click to edit Master title style</a:t>
            </a:r>
            <a:endParaRPr lang="en-GB" noProof="0" dirty="0"/>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0" y="576000"/>
            <a:ext cx="12189600" cy="6084000"/>
          </a:xfrm>
        </p:spPr>
        <p:txBody>
          <a:bodyPr rtlCol="0"/>
          <a:lstStyle>
            <a:defPPr>
              <a:defRPr lang="en-GB"/>
            </a:defPPr>
          </a:lstStyle>
          <a:p>
            <a:pPr lvl="0" rtl="0"/>
            <a:r>
              <a:rPr lang="en-US" noProof="0" dirty="0"/>
              <a:t>Click to edit Master text styles</a:t>
            </a:r>
          </a:p>
          <a:p>
            <a:pPr lvl="1" rtl="0"/>
            <a:r>
              <a:rPr lang="en-US" noProof="0" dirty="0"/>
              <a:t>Second level</a:t>
            </a:r>
          </a:p>
          <a:p>
            <a:pPr lvl="2" rtl="0"/>
            <a:r>
              <a:rPr lang="en-US" noProof="0" dirty="0"/>
              <a:t>Third level</a:t>
            </a:r>
          </a:p>
          <a:p>
            <a:pPr lvl="3" rtl="0"/>
            <a:r>
              <a:rPr lang="en-US" noProof="0" dirty="0"/>
              <a:t>Fourth level</a:t>
            </a:r>
          </a:p>
          <a:p>
            <a:pPr lvl="4" rtl="0"/>
            <a:r>
              <a:rPr lang="en-US" noProof="0" dirty="0"/>
              <a:t>Fifth level</a:t>
            </a:r>
            <a:endParaRPr lang="en-GB" noProof="0" dirty="0"/>
          </a:p>
        </p:txBody>
      </p:sp>
    </p:spTree>
    <p:extLst>
      <p:ext uri="{BB962C8B-B14F-4D97-AF65-F5344CB8AC3E}">
        <p14:creationId xmlns:p14="http://schemas.microsoft.com/office/powerpoint/2010/main" val="54681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defPPr>
              <a:defRPr lang="en-GB"/>
            </a:defPPr>
          </a:lstStyle>
          <a:p>
            <a:pPr rtl="0"/>
            <a:r>
              <a:rPr lang="en-US" noProof="0"/>
              <a:t>Click to edit Master title style</a:t>
            </a:r>
            <a:endParaRPr lang="en-GB" noProof="0"/>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0" y="575999"/>
            <a:ext cx="6012000" cy="6084000"/>
          </a:xfrm>
        </p:spPr>
        <p:txBody>
          <a:bodyPr rtlCol="0"/>
          <a:lstStyle>
            <a:defPPr>
              <a:defRPr lang="en-GB"/>
            </a:defPPr>
          </a:lstStyle>
          <a:p>
            <a:pPr lvl="0" rtl="0"/>
            <a:r>
              <a:rPr lang="en-US" noProof="0" dirty="0"/>
              <a:t>Click to edit Master text styles</a:t>
            </a:r>
          </a:p>
          <a:p>
            <a:pPr lvl="1" rtl="0"/>
            <a:r>
              <a:rPr lang="en-US" noProof="0" dirty="0"/>
              <a:t>Second level</a:t>
            </a:r>
          </a:p>
          <a:p>
            <a:pPr lvl="2" rtl="0"/>
            <a:r>
              <a:rPr lang="en-US" noProof="0" dirty="0"/>
              <a:t>Third level</a:t>
            </a:r>
          </a:p>
          <a:p>
            <a:pPr lvl="3" rtl="0"/>
            <a:r>
              <a:rPr lang="en-US" noProof="0" dirty="0"/>
              <a:t>Fourth level</a:t>
            </a:r>
          </a:p>
          <a:p>
            <a:pPr lvl="4" rtl="0"/>
            <a:r>
              <a:rPr lang="en-US" noProof="0" dirty="0"/>
              <a:t>Fifth level</a:t>
            </a:r>
            <a:endParaRPr lang="en-GB" noProof="0" dirty="0"/>
          </a:p>
        </p:txBody>
      </p:sp>
      <p:sp>
        <p:nvSpPr>
          <p:cNvPr id="8" name="Content Placeholder 6">
            <a:extLst>
              <a:ext uri="{FF2B5EF4-FFF2-40B4-BE49-F238E27FC236}">
                <a16:creationId xmlns:a16="http://schemas.microsoft.com/office/drawing/2014/main" id="{904E943F-C687-D3B3-4E36-65D69E3E2F0C}"/>
              </a:ext>
            </a:extLst>
          </p:cNvPr>
          <p:cNvSpPr>
            <a:spLocks noGrp="1"/>
          </p:cNvSpPr>
          <p:nvPr>
            <p:ph sz="quarter" idx="14"/>
          </p:nvPr>
        </p:nvSpPr>
        <p:spPr>
          <a:xfrm>
            <a:off x="6177600" y="575999"/>
            <a:ext cx="6012000" cy="6084000"/>
          </a:xfrm>
        </p:spPr>
        <p:txBody>
          <a:bodyPr rtlCol="0"/>
          <a:lstStyle>
            <a:defPPr>
              <a:defRPr lang="en-GB"/>
            </a:defPPr>
          </a:lstStyle>
          <a:p>
            <a:pPr lvl="0" rtl="0"/>
            <a:r>
              <a:rPr lang="en-US" noProof="0" dirty="0"/>
              <a:t>Click to edit Master text styles</a:t>
            </a:r>
          </a:p>
          <a:p>
            <a:pPr lvl="1" rtl="0"/>
            <a:r>
              <a:rPr lang="en-US" noProof="0" dirty="0"/>
              <a:t>Second level</a:t>
            </a:r>
          </a:p>
          <a:p>
            <a:pPr lvl="2" rtl="0"/>
            <a:r>
              <a:rPr lang="en-US" noProof="0" dirty="0"/>
              <a:t>Third level</a:t>
            </a:r>
          </a:p>
          <a:p>
            <a:pPr lvl="3" rtl="0"/>
            <a:r>
              <a:rPr lang="en-US" noProof="0" dirty="0"/>
              <a:t>Fourth level</a:t>
            </a:r>
          </a:p>
          <a:p>
            <a:pPr lvl="4" rtl="0"/>
            <a:r>
              <a:rPr lang="en-US" noProof="0" dirty="0"/>
              <a:t>Fifth level</a:t>
            </a:r>
            <a:endParaRPr lang="en-GB" noProof="0" dirty="0"/>
          </a:p>
        </p:txBody>
      </p:sp>
    </p:spTree>
    <p:extLst>
      <p:ext uri="{BB962C8B-B14F-4D97-AF65-F5344CB8AC3E}">
        <p14:creationId xmlns:p14="http://schemas.microsoft.com/office/powerpoint/2010/main" val="833210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sho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defPPr>
              <a:defRPr lang="en-GB"/>
            </a:defPPr>
          </a:lstStyle>
          <a:p>
            <a:pPr rtl="0"/>
            <a:r>
              <a:rPr lang="en-US" noProof="0"/>
              <a:t>Click to edit Master title style</a:t>
            </a:r>
            <a:endParaRPr lang="en-GB" noProof="0"/>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0" y="576000"/>
            <a:ext cx="6012000" cy="6084000"/>
          </a:xfrm>
        </p:spPr>
        <p:txBody>
          <a:bodyPr rtlCol="0"/>
          <a:lstStyle>
            <a:defPPr>
              <a:defRPr lang="en-GB"/>
            </a:defPPr>
          </a:lstStyle>
          <a:p>
            <a:pPr lvl="0" rtl="0"/>
            <a:r>
              <a:rPr lang="en-US" noProof="0" dirty="0"/>
              <a:t>Click to edit Master text styles</a:t>
            </a:r>
          </a:p>
          <a:p>
            <a:pPr lvl="1" rtl="0"/>
            <a:r>
              <a:rPr lang="en-US" noProof="0" dirty="0"/>
              <a:t>Second level</a:t>
            </a:r>
          </a:p>
          <a:p>
            <a:pPr lvl="2" rtl="0"/>
            <a:r>
              <a:rPr lang="en-US" noProof="0" dirty="0"/>
              <a:t>Third level</a:t>
            </a:r>
          </a:p>
          <a:p>
            <a:pPr lvl="3" rtl="0"/>
            <a:r>
              <a:rPr lang="en-US" noProof="0" dirty="0"/>
              <a:t>Fourth level</a:t>
            </a:r>
          </a:p>
          <a:p>
            <a:pPr lvl="4" rtl="0"/>
            <a:r>
              <a:rPr lang="en-US" noProof="0" dirty="0"/>
              <a:t>Fifth level</a:t>
            </a:r>
            <a:endParaRPr lang="en-GB" noProof="0" dirty="0"/>
          </a:p>
        </p:txBody>
      </p:sp>
    </p:spTree>
    <p:extLst>
      <p:ext uri="{BB962C8B-B14F-4D97-AF65-F5344CB8AC3E}">
        <p14:creationId xmlns:p14="http://schemas.microsoft.com/office/powerpoint/2010/main" val="4090700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rtlCol="0"/>
          <a:lstStyle>
            <a:defPPr>
              <a:defRPr lang="en-GB"/>
            </a:defPPr>
          </a:lstStyle>
          <a:p>
            <a:pPr rtl="0"/>
            <a:r>
              <a:rPr lang="en-US" noProof="0"/>
              <a:t>Click to edit Master title style</a:t>
            </a:r>
            <a:endParaRPr lang="en-GB" noProof="0"/>
          </a:p>
        </p:txBody>
      </p:sp>
    </p:spTree>
    <p:extLst>
      <p:ext uri="{BB962C8B-B14F-4D97-AF65-F5344CB8AC3E}">
        <p14:creationId xmlns:p14="http://schemas.microsoft.com/office/powerpoint/2010/main" val="29238323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12189600" cy="576000"/>
          </a:xfrm>
          <a:prstGeom prst="rect">
            <a:avLst/>
          </a:prstGeom>
        </p:spPr>
        <p:txBody>
          <a:bodyPr vert="horz" lIns="72000" tIns="36000" rIns="72000" bIns="36000" rtlCol="0" anchor="t" anchorCtr="0">
            <a:normAutofit/>
          </a:bodyPr>
          <a:lstStyle>
            <a:defPPr>
              <a:defRPr lang="en-GB"/>
            </a:defPPr>
          </a:lstStyle>
          <a:p>
            <a:pPr rtl="0"/>
            <a:r>
              <a:rPr lang="en-US" noProof="0" dirty="0"/>
              <a:t>Click to edit Master title style</a:t>
            </a:r>
            <a:endParaRPr lang="en-GB" noProof="0" dirty="0"/>
          </a:p>
        </p:txBody>
      </p:sp>
      <p:sp>
        <p:nvSpPr>
          <p:cNvPr id="3" name="Text Placeholder 2"/>
          <p:cNvSpPr>
            <a:spLocks noGrp="1"/>
          </p:cNvSpPr>
          <p:nvPr>
            <p:ph type="body" idx="1"/>
          </p:nvPr>
        </p:nvSpPr>
        <p:spPr>
          <a:xfrm>
            <a:off x="0" y="576001"/>
            <a:ext cx="12189600" cy="6084000"/>
          </a:xfrm>
          <a:prstGeom prst="rect">
            <a:avLst/>
          </a:prstGeom>
        </p:spPr>
        <p:txBody>
          <a:bodyPr vert="horz" lIns="72000" tIns="36000" rIns="72000" bIns="36000" rtlCol="0">
            <a:normAutofit/>
          </a:bodyPr>
          <a:lstStyle>
            <a:defPPr>
              <a:defRPr lang="en-GB"/>
            </a:defPPr>
          </a:lstStyle>
          <a:p>
            <a:pPr lvl="0" rtl="0"/>
            <a:r>
              <a:rPr lang="en-US" noProof="0" dirty="0"/>
              <a:t>Click to edit Master text styles</a:t>
            </a:r>
          </a:p>
          <a:p>
            <a:pPr lvl="1" rtl="0"/>
            <a:r>
              <a:rPr lang="en-US" noProof="0" dirty="0"/>
              <a:t>Second level</a:t>
            </a:r>
          </a:p>
          <a:p>
            <a:pPr lvl="2" rtl="0"/>
            <a:r>
              <a:rPr lang="en-US" noProof="0" dirty="0"/>
              <a:t>Third level</a:t>
            </a:r>
          </a:p>
          <a:p>
            <a:pPr lvl="3" rtl="0"/>
            <a:r>
              <a:rPr lang="en-US" noProof="0" dirty="0"/>
              <a:t>Fourth level</a:t>
            </a:r>
          </a:p>
          <a:p>
            <a:pPr lvl="4" rtl="0"/>
            <a:r>
              <a:rPr lang="en-US" noProof="0" dirty="0"/>
              <a:t>Fifth level</a:t>
            </a:r>
            <a:endParaRPr lang="en-GB" noProof="0" dirty="0"/>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7" r:id="rId5"/>
  </p:sldLayoutIdLst>
  <p:hf sldNum="0" hdr="0" ftr="0" dt="0"/>
  <p:txStyles>
    <p:titleStyle>
      <a:lvl1pPr algn="l" defTabSz="914400" rtl="0" eaLnBrk="1" latinLnBrk="0" hangingPunct="1">
        <a:spcBef>
          <a:spcPct val="0"/>
        </a:spcBef>
        <a:buNone/>
        <a:defRPr lang="en-GB" sz="2800" kern="1200">
          <a:solidFill>
            <a:schemeClr val="bg2">
              <a:lumMod val="25000"/>
            </a:schemeClr>
          </a:solidFill>
          <a:latin typeface="+mn-lt"/>
          <a:ea typeface="+mj-ea"/>
          <a:cs typeface="+mj-cs"/>
        </a:defRPr>
      </a:lvl1pPr>
    </p:titleStyle>
    <p:bodyStyle>
      <a:lvl1pPr marL="0" indent="0" algn="l" defTabSz="914400" rtl="0" eaLnBrk="1" latinLnBrk="0" hangingPunct="1">
        <a:lnSpc>
          <a:spcPct val="100000"/>
        </a:lnSpc>
        <a:spcBef>
          <a:spcPts val="300"/>
        </a:spcBef>
        <a:spcAft>
          <a:spcPts val="0"/>
        </a:spcAft>
        <a:buFontTx/>
        <a:buNone/>
        <a:defRPr lang="en-GB" sz="1600" kern="1200" dirty="0">
          <a:solidFill>
            <a:schemeClr val="bg2">
              <a:lumMod val="25000"/>
            </a:schemeClr>
          </a:solidFill>
          <a:latin typeface="+mn-lt"/>
          <a:ea typeface="+mn-ea"/>
          <a:cs typeface="+mn-cs"/>
        </a:defRPr>
      </a:lvl1pPr>
      <a:lvl2pPr marL="283464" indent="-283464" algn="l" defTabSz="914400" rtl="0" eaLnBrk="1" latinLnBrk="0" hangingPunct="1">
        <a:lnSpc>
          <a:spcPct val="100000"/>
        </a:lnSpc>
        <a:spcBef>
          <a:spcPts val="300"/>
        </a:spcBef>
        <a:spcAft>
          <a:spcPts val="0"/>
        </a:spcAft>
        <a:buFont typeface="Arial" panose="020B0604020202020204" pitchFamily="34" charset="0"/>
        <a:buChar char="•"/>
        <a:defRPr lang="en-GB" sz="1600" kern="1200" dirty="0">
          <a:solidFill>
            <a:schemeClr val="bg2">
              <a:lumMod val="25000"/>
            </a:schemeClr>
          </a:solidFill>
          <a:latin typeface="+mn-lt"/>
          <a:ea typeface="+mn-ea"/>
          <a:cs typeface="+mn-cs"/>
        </a:defRPr>
      </a:lvl2pPr>
      <a:lvl3pPr marL="6858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a:solidFill>
            <a:schemeClr val="bg2">
              <a:lumMod val="25000"/>
            </a:schemeClr>
          </a:solidFill>
          <a:latin typeface="+mn-lt"/>
          <a:ea typeface="+mn-ea"/>
          <a:cs typeface="+mn-cs"/>
        </a:defRPr>
      </a:lvl3pPr>
      <a:lvl4pPr marL="11430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smtClean="0">
          <a:solidFill>
            <a:schemeClr val="bg2">
              <a:lumMod val="25000"/>
            </a:schemeClr>
          </a:solidFill>
          <a:latin typeface="+mn-lt"/>
          <a:ea typeface="+mn-ea"/>
          <a:cs typeface="+mn-cs"/>
        </a:defRPr>
      </a:lvl4pPr>
      <a:lvl5pPr marL="16002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smtClean="0">
          <a:solidFill>
            <a:schemeClr val="bg2">
              <a:lumMod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en-GB" sz="1200" kern="1200">
          <a:solidFill>
            <a:schemeClr val="tx1"/>
          </a:solidFill>
          <a:latin typeface="+mn-lt"/>
          <a:ea typeface="+mn-ea"/>
          <a:cs typeface="+mn-cs"/>
        </a:defRPr>
      </a:lvl9pPr>
    </p:bodyStyle>
    <p:otherStyle>
      <a:defPPr>
        <a:defRPr lang="en-GB"/>
      </a:defPPr>
      <a:lvl1pPr marL="0" algn="l" defTabSz="914400" rtl="0" eaLnBrk="1" latinLnBrk="0" hangingPunct="1">
        <a:defRPr lang="en-GB" sz="1800" kern="1200">
          <a:solidFill>
            <a:schemeClr val="tx1"/>
          </a:solidFill>
          <a:latin typeface="+mn-lt"/>
          <a:ea typeface="+mn-ea"/>
          <a:cs typeface="+mn-cs"/>
        </a:defRPr>
      </a:lvl1pPr>
      <a:lvl2pPr marL="457200" algn="l" defTabSz="914400" rtl="0" eaLnBrk="1" latinLnBrk="0" hangingPunct="1">
        <a:defRPr lang="en-GB" sz="1800" kern="1200">
          <a:solidFill>
            <a:schemeClr val="tx1"/>
          </a:solidFill>
          <a:latin typeface="+mn-lt"/>
          <a:ea typeface="+mn-ea"/>
          <a:cs typeface="+mn-cs"/>
        </a:defRPr>
      </a:lvl2pPr>
      <a:lvl3pPr marL="914400" algn="l" defTabSz="914400" rtl="0" eaLnBrk="1" latinLnBrk="0" hangingPunct="1">
        <a:defRPr lang="en-GB" sz="1800" kern="1200">
          <a:solidFill>
            <a:schemeClr val="tx1"/>
          </a:solidFill>
          <a:latin typeface="+mn-lt"/>
          <a:ea typeface="+mn-ea"/>
          <a:cs typeface="+mn-cs"/>
        </a:defRPr>
      </a:lvl3pPr>
      <a:lvl4pPr marL="1371600" algn="l" defTabSz="914400" rtl="0" eaLnBrk="1" latinLnBrk="0" hangingPunct="1">
        <a:defRPr lang="en-GB" sz="1800" kern="1200">
          <a:solidFill>
            <a:schemeClr val="tx1"/>
          </a:solidFill>
          <a:latin typeface="+mn-lt"/>
          <a:ea typeface="+mn-ea"/>
          <a:cs typeface="+mn-cs"/>
        </a:defRPr>
      </a:lvl4pPr>
      <a:lvl5pPr marL="1828800" algn="l" defTabSz="914400" rtl="0" eaLnBrk="1" latinLnBrk="0" hangingPunct="1">
        <a:defRPr lang="en-GB" sz="1800" kern="1200">
          <a:solidFill>
            <a:schemeClr val="tx1"/>
          </a:solidFill>
          <a:latin typeface="+mn-lt"/>
          <a:ea typeface="+mn-ea"/>
          <a:cs typeface="+mn-cs"/>
        </a:defRPr>
      </a:lvl5pPr>
      <a:lvl6pPr marL="2286000" algn="l" defTabSz="914400" rtl="0" eaLnBrk="1" latinLnBrk="0" hangingPunct="1">
        <a:defRPr lang="en-GB" sz="1800" kern="1200">
          <a:solidFill>
            <a:schemeClr val="tx1"/>
          </a:solidFill>
          <a:latin typeface="+mn-lt"/>
          <a:ea typeface="+mn-ea"/>
          <a:cs typeface="+mn-cs"/>
        </a:defRPr>
      </a:lvl6pPr>
      <a:lvl7pPr marL="2743200" algn="l" defTabSz="914400" rtl="0" eaLnBrk="1" latinLnBrk="0" hangingPunct="1">
        <a:defRPr lang="en-GB" sz="1800" kern="1200">
          <a:solidFill>
            <a:schemeClr val="tx1"/>
          </a:solidFill>
          <a:latin typeface="+mn-lt"/>
          <a:ea typeface="+mn-ea"/>
          <a:cs typeface="+mn-cs"/>
        </a:defRPr>
      </a:lvl7pPr>
      <a:lvl8pPr marL="3200400" algn="l" defTabSz="914400" rtl="0" eaLnBrk="1" latinLnBrk="0" hangingPunct="1">
        <a:defRPr lang="en-GB" sz="1800" kern="1200">
          <a:solidFill>
            <a:schemeClr val="tx1"/>
          </a:solidFill>
          <a:latin typeface="+mn-lt"/>
          <a:ea typeface="+mn-ea"/>
          <a:cs typeface="+mn-cs"/>
        </a:defRPr>
      </a:lvl8pPr>
      <a:lvl9pPr marL="3657600" algn="l" defTabSz="914400" rtl="0" eaLnBrk="1" latinLnBrk="0" hangingPunct="1">
        <a:defRPr lang="en-GB"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84" userDrawn="1">
          <p15:clr>
            <a:srgbClr val="F26B43"/>
          </p15:clr>
        </p15:guide>
        <p15:guide id="2" pos="336" userDrawn="1">
          <p15:clr>
            <a:srgbClr val="F26B43"/>
          </p15:clr>
        </p15:guide>
        <p15:guide id="3" pos="7320" userDrawn="1">
          <p15:clr>
            <a:srgbClr val="F26B43"/>
          </p15:clr>
        </p15:guide>
        <p15:guide id="4" orient="horz" pos="912" userDrawn="1">
          <p15:clr>
            <a:srgbClr val="F26B43"/>
          </p15:clr>
        </p15:guide>
        <p15:guide id="5" orient="horz" pos="264" userDrawn="1">
          <p15:clr>
            <a:srgbClr val="F26B43"/>
          </p15:clr>
        </p15:guide>
        <p15:guide id="6" orient="horz" pos="696" userDrawn="1">
          <p15:clr>
            <a:srgbClr val="F26B43"/>
          </p15:clr>
        </p15:guide>
        <p15:guide id="7" pos="369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3.xml"/><Relationship Id="rId4" Type="http://schemas.openxmlformats.org/officeDocument/2006/relationships/image" Target="../media/image80.png"/></Relationships>
</file>

<file path=ppt/slides/_rels/slide3.xml.rels><?xml version="1.0" encoding="UTF-8" standalone="yes"?>
<Relationships xmlns="http://schemas.openxmlformats.org/package/2006/relationships"><Relationship Id="rId3" Type="http://schemas.openxmlformats.org/officeDocument/2006/relationships/hyperlink" Target="https://pricetheory.substack.com/p/there-is-no-such-thing-as-supply" TargetMode="External"/><Relationship Id="rId2" Type="http://schemas.openxmlformats.org/officeDocument/2006/relationships/image" Target="../media/image5.svg"/><Relationship Id="rId1" Type="http://schemas.openxmlformats.org/officeDocument/2006/relationships/slideLayout" Target="../slideLayouts/slideLayout3.xml"/><Relationship Id="rId5" Type="http://schemas.openxmlformats.org/officeDocument/2006/relationships/image" Target="../media/image110.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www.dropbox.com/scl/fi/89t2x0vx05rf7fphwc3g7/McAfee-IEA-ch5-Government-Interventions.pdf?rlkey=ykuxroherif1toc37i955hwas&amp;dl=0" TargetMode="External"/><Relationship Id="rId4" Type="http://schemas.openxmlformats.org/officeDocument/2006/relationships/hyperlink" Target="https://www.dropbox.com/scl/fi/vwnsfzxkdgu6o4vlvkg1h/McAfee-IEA-ch2-ch3-Supply-Demand-Quantification.pdf?rlkey=9gw2qt5ml53zyi3ttxnjslltn&amp;dl=0"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economicforces.xyz/p/those-pesky-transaction-costs"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66E636-D1D5-3AAC-5CD5-A2F5C585CB49}"/>
              </a:ext>
            </a:extLst>
          </p:cNvPr>
          <p:cNvSpPr>
            <a:spLocks noGrp="1"/>
          </p:cNvSpPr>
          <p:nvPr>
            <p:ph type="title"/>
          </p:nvPr>
        </p:nvSpPr>
        <p:spPr>
          <a:xfrm>
            <a:off x="533400" y="4718748"/>
            <a:ext cx="11087099" cy="914400"/>
          </a:xfrm>
        </p:spPr>
        <p:txBody>
          <a:bodyPr>
            <a:normAutofit/>
          </a:bodyPr>
          <a:lstStyle/>
          <a:p>
            <a:pPr algn="ctr"/>
            <a:r>
              <a:rPr lang="en-US" sz="4400" dirty="0">
                <a:solidFill>
                  <a:schemeClr val="accent2"/>
                </a:solidFill>
              </a:rPr>
              <a:t>Weeks 1-3</a:t>
            </a:r>
          </a:p>
        </p:txBody>
      </p:sp>
      <p:sp>
        <p:nvSpPr>
          <p:cNvPr id="5" name="Text Placeholder 4">
            <a:extLst>
              <a:ext uri="{FF2B5EF4-FFF2-40B4-BE49-F238E27FC236}">
                <a16:creationId xmlns:a16="http://schemas.microsoft.com/office/drawing/2014/main" id="{DE831F0C-52BB-6204-5BF6-C4DDD23942D3}"/>
              </a:ext>
            </a:extLst>
          </p:cNvPr>
          <p:cNvSpPr>
            <a:spLocks noGrp="1"/>
          </p:cNvSpPr>
          <p:nvPr>
            <p:ph type="body" sz="quarter" idx="10"/>
          </p:nvPr>
        </p:nvSpPr>
        <p:spPr>
          <a:xfrm>
            <a:off x="1135279" y="5633148"/>
            <a:ext cx="9921943" cy="862012"/>
          </a:xfrm>
        </p:spPr>
        <p:txBody>
          <a:bodyPr/>
          <a:lstStyle/>
          <a:p>
            <a:pPr algn="ctr"/>
            <a:r>
              <a:rPr lang="en-GB" sz="2400" dirty="0">
                <a:solidFill>
                  <a:schemeClr val="accent2"/>
                </a:solidFill>
              </a:rPr>
              <a:t>Land rent, Tariffs vs Quotas, Welfare, DWL</a:t>
            </a:r>
            <a:endParaRPr lang="en-US" sz="2400" dirty="0">
              <a:solidFill>
                <a:schemeClr val="accent2"/>
              </a:solidFill>
            </a:endParaRPr>
          </a:p>
        </p:txBody>
      </p:sp>
      <p:sp>
        <p:nvSpPr>
          <p:cNvPr id="6" name="Title 3">
            <a:extLst>
              <a:ext uri="{FF2B5EF4-FFF2-40B4-BE49-F238E27FC236}">
                <a16:creationId xmlns:a16="http://schemas.microsoft.com/office/drawing/2014/main" id="{5C57DFAB-3505-46F7-AF37-BD409AD6CC9F}"/>
              </a:ext>
            </a:extLst>
          </p:cNvPr>
          <p:cNvSpPr txBox="1">
            <a:spLocks/>
          </p:cNvSpPr>
          <p:nvPr/>
        </p:nvSpPr>
        <p:spPr>
          <a:xfrm>
            <a:off x="-58679" y="238125"/>
            <a:ext cx="12309358" cy="1134365"/>
          </a:xfrm>
          <a:prstGeom prst="rect">
            <a:avLst/>
          </a:prstGeom>
        </p:spPr>
        <p:txBody>
          <a:bodyPr vert="horz" lIns="91440" tIns="45720" rIns="91440" bIns="45720" rtlCol="0" anchor="t" anchorCtr="0">
            <a:normAutofit/>
          </a:bodyPr>
          <a:lstStyle>
            <a:lvl1pPr algn="l" defTabSz="914400" rtl="0" eaLnBrk="1" latinLnBrk="0" hangingPunct="1">
              <a:spcBef>
                <a:spcPct val="0"/>
              </a:spcBef>
              <a:buNone/>
              <a:defRPr sz="5400" b="0" kern="1200">
                <a:solidFill>
                  <a:schemeClr val="tx1"/>
                </a:solidFill>
                <a:latin typeface="+mn-lt"/>
                <a:ea typeface="+mj-ea"/>
                <a:cs typeface="+mj-cs"/>
              </a:defRPr>
            </a:lvl1pPr>
          </a:lstStyle>
          <a:p>
            <a:pPr algn="ctr"/>
            <a:r>
              <a:rPr lang="en-US" sz="6600" dirty="0">
                <a:solidFill>
                  <a:srgbClr val="0101A1"/>
                </a:solidFill>
              </a:rPr>
              <a:t>EC4415: Public Economics</a:t>
            </a:r>
          </a:p>
        </p:txBody>
      </p:sp>
      <p:pic>
        <p:nvPicPr>
          <p:cNvPr id="9" name="Picture 8">
            <a:extLst>
              <a:ext uri="{FF2B5EF4-FFF2-40B4-BE49-F238E27FC236}">
                <a16:creationId xmlns:a16="http://schemas.microsoft.com/office/drawing/2014/main" id="{2B325BFE-4959-4EB5-B8A6-8601031DF775}"/>
              </a:ext>
            </a:extLst>
          </p:cNvPr>
          <p:cNvPicPr>
            <a:picLocks noChangeAspect="1"/>
          </p:cNvPicPr>
          <p:nvPr/>
        </p:nvPicPr>
        <p:blipFill>
          <a:blip r:embed="rId3"/>
          <a:stretch>
            <a:fillRect/>
          </a:stretch>
        </p:blipFill>
        <p:spPr>
          <a:xfrm>
            <a:off x="1723" y="1503014"/>
            <a:ext cx="5198928" cy="3085210"/>
          </a:xfrm>
          <a:prstGeom prst="rect">
            <a:avLst/>
          </a:prstGeom>
        </p:spPr>
      </p:pic>
      <p:pic>
        <p:nvPicPr>
          <p:cNvPr id="11" name="Picture 10">
            <a:extLst>
              <a:ext uri="{FF2B5EF4-FFF2-40B4-BE49-F238E27FC236}">
                <a16:creationId xmlns:a16="http://schemas.microsoft.com/office/drawing/2014/main" id="{169D1C61-8559-41CC-85EB-BB09FDE3F8B9}"/>
              </a:ext>
            </a:extLst>
          </p:cNvPr>
          <p:cNvPicPr>
            <a:picLocks noChangeAspect="1"/>
          </p:cNvPicPr>
          <p:nvPr/>
        </p:nvPicPr>
        <p:blipFill>
          <a:blip r:embed="rId4"/>
          <a:stretch>
            <a:fillRect/>
          </a:stretch>
        </p:blipFill>
        <p:spPr>
          <a:xfrm>
            <a:off x="7143750" y="1447800"/>
            <a:ext cx="4847718" cy="3140775"/>
          </a:xfrm>
          <a:prstGeom prst="rect">
            <a:avLst/>
          </a:prstGeom>
        </p:spPr>
      </p:pic>
      <p:pic>
        <p:nvPicPr>
          <p:cNvPr id="13" name="Graphic 12">
            <a:extLst>
              <a:ext uri="{FF2B5EF4-FFF2-40B4-BE49-F238E27FC236}">
                <a16:creationId xmlns:a16="http://schemas.microsoft.com/office/drawing/2014/main" id="{B94B4E55-F96F-44FF-B35C-21CCB6C7008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64929" y="2139252"/>
            <a:ext cx="1862138" cy="2257137"/>
          </a:xfrm>
          <a:prstGeom prst="rect">
            <a:avLst/>
          </a:prstGeom>
        </p:spPr>
      </p:pic>
    </p:spTree>
    <p:extLst>
      <p:ext uri="{BB962C8B-B14F-4D97-AF65-F5344CB8AC3E}">
        <p14:creationId xmlns:p14="http://schemas.microsoft.com/office/powerpoint/2010/main" val="2350875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31F8E02-646C-9FB5-00CA-9DF363DDF71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775" y="483494"/>
            <a:ext cx="7267575" cy="5362575"/>
          </a:xfrm>
          <a:prstGeom prst="rect">
            <a:avLst/>
          </a:prstGeom>
        </p:spPr>
      </p:pic>
      <p:sp>
        <p:nvSpPr>
          <p:cNvPr id="4" name="Title 3">
            <a:extLst>
              <a:ext uri="{FF2B5EF4-FFF2-40B4-BE49-F238E27FC236}">
                <a16:creationId xmlns:a16="http://schemas.microsoft.com/office/drawing/2014/main" id="{4FAF57AE-4336-16F8-F07B-CF689DAD9AD7}"/>
              </a:ext>
            </a:extLst>
          </p:cNvPr>
          <p:cNvSpPr>
            <a:spLocks noGrp="1"/>
          </p:cNvSpPr>
          <p:nvPr>
            <p:ph type="title"/>
          </p:nvPr>
        </p:nvSpPr>
        <p:spPr/>
        <p:txBody>
          <a:bodyPr/>
          <a:lstStyle/>
          <a:p>
            <a:r>
              <a:rPr lang="en-GB" dirty="0"/>
              <a:t>Demand curves and consumer surplus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BA1EDDA7-6487-BEDF-9B1F-5B72D96127A4}"/>
                  </a:ext>
                </a:extLst>
              </p:cNvPr>
              <p:cNvSpPr>
                <a:spLocks noGrp="1"/>
              </p:cNvSpPr>
              <p:nvPr>
                <p:ph sz="quarter" idx="14"/>
              </p:nvPr>
            </p:nvSpPr>
            <p:spPr>
              <a:xfrm>
                <a:off x="7335525" y="576000"/>
                <a:ext cx="4846875" cy="6084000"/>
              </a:xfrm>
            </p:spPr>
            <p:txBody>
              <a:bodyPr/>
              <a:lstStyle/>
              <a:p>
                <a:r>
                  <a:rPr lang="en-GB" b="1" dirty="0"/>
                  <a:t>Demand function </a:t>
                </a:r>
                <a14:m>
                  <m:oMath xmlns:m="http://schemas.openxmlformats.org/officeDocument/2006/math">
                    <m:r>
                      <a:rPr lang="en-GB" sz="1600" i="1" dirty="0" smtClean="0">
                        <a:latin typeface="Cambria Math" panose="02040503050406030204" pitchFamily="18" charset="0"/>
                      </a:rPr>
                      <m:t>𝑥</m:t>
                    </m:r>
                    <m:r>
                      <a:rPr lang="en-GB" sz="1600" i="1" dirty="0" smtClean="0">
                        <a:latin typeface="Cambria Math" panose="02040503050406030204" pitchFamily="18" charset="0"/>
                      </a:rPr>
                      <m:t>(</m:t>
                    </m:r>
                    <m:r>
                      <a:rPr lang="en-GB" sz="1600" i="1" dirty="0" smtClean="0">
                        <a:latin typeface="Cambria Math" panose="02040503050406030204" pitchFamily="18" charset="0"/>
                      </a:rPr>
                      <m:t>𝑝</m:t>
                    </m:r>
                    <m:r>
                      <a:rPr lang="en-GB" sz="1600" i="1" dirty="0" smtClean="0">
                        <a:latin typeface="Cambria Math" panose="02040503050406030204" pitchFamily="18" charset="0"/>
                      </a:rPr>
                      <m:t>) </m:t>
                    </m:r>
                  </m:oMath>
                </a14:m>
                <a:r>
                  <a:rPr lang="en-GB" dirty="0"/>
                  <a:t>= quantity demanded as a function of price</a:t>
                </a:r>
              </a:p>
              <a:p>
                <a:r>
                  <a:rPr lang="en-GB" b="1" dirty="0"/>
                  <a:t>Inverse demand function </a:t>
                </a:r>
                <a14:m>
                  <m:oMath xmlns:m="http://schemas.openxmlformats.org/officeDocument/2006/math">
                    <m:r>
                      <a:rPr lang="en-GB" sz="1600" b="0" i="1" dirty="0" smtClean="0">
                        <a:latin typeface="Cambria Math" panose="02040503050406030204" pitchFamily="18" charset="0"/>
                      </a:rPr>
                      <m:t>𝑣</m:t>
                    </m:r>
                    <m:r>
                      <a:rPr lang="en-GB" sz="1600" i="1" dirty="0" smtClean="0">
                        <a:latin typeface="Cambria Math" panose="02040503050406030204" pitchFamily="18" charset="0"/>
                      </a:rPr>
                      <m:t>(</m:t>
                    </m:r>
                    <m:r>
                      <a:rPr lang="en-GB" sz="1600" b="0" i="1" dirty="0" smtClean="0">
                        <a:latin typeface="Cambria Math" panose="02040503050406030204" pitchFamily="18" charset="0"/>
                      </a:rPr>
                      <m:t>𝑞</m:t>
                    </m:r>
                    <m:r>
                      <a:rPr lang="en-GB" sz="1600" i="1" dirty="0" smtClean="0">
                        <a:latin typeface="Cambria Math" panose="02040503050406030204" pitchFamily="18" charset="0"/>
                      </a:rPr>
                      <m:t>) </m:t>
                    </m:r>
                  </m:oMath>
                </a14:m>
                <a:r>
                  <a:rPr lang="en-GB" dirty="0"/>
                  <a:t>= willingness-to-pay for the marginal unit</a:t>
                </a:r>
                <a:endParaRPr lang="en-GB" sz="1600" dirty="0"/>
              </a:p>
              <a:p>
                <a:endParaRPr lang="en-GB" dirty="0"/>
              </a:p>
              <a:p>
                <a:r>
                  <a:rPr lang="en-GB" sz="1600" dirty="0"/>
                  <a:t>Relationships between </a:t>
                </a:r>
                <a:r>
                  <a:rPr lang="en-GB" sz="1600" b="1" dirty="0"/>
                  <a:t>inverse demand and demand functions</a:t>
                </a:r>
                <a:r>
                  <a:rPr lang="en-GB" sz="1600" dirty="0"/>
                  <a:t>:</a:t>
                </a:r>
              </a:p>
              <a:p>
                <a14:m>
                  <m:oMath xmlns:m="http://schemas.openxmlformats.org/officeDocument/2006/math">
                    <m:r>
                      <a:rPr lang="en-GB" sz="1600" i="1" dirty="0" smtClean="0">
                        <a:latin typeface="Cambria Math" panose="02040503050406030204" pitchFamily="18" charset="0"/>
                      </a:rPr>
                      <m:t>𝑥</m:t>
                    </m:r>
                    <m:r>
                      <a:rPr lang="en-GB" sz="1600" i="1" dirty="0" smtClean="0">
                        <a:latin typeface="Cambria Math" panose="02040503050406030204" pitchFamily="18" charset="0"/>
                      </a:rPr>
                      <m:t>(</m:t>
                    </m:r>
                    <m:r>
                      <a:rPr lang="en-GB" sz="1600" i="1" dirty="0" smtClean="0">
                        <a:latin typeface="Cambria Math" panose="02040503050406030204" pitchFamily="18" charset="0"/>
                      </a:rPr>
                      <m:t>𝑝</m:t>
                    </m:r>
                    <m:r>
                      <a:rPr lang="en-GB" sz="1600" i="1" dirty="0" smtClean="0">
                        <a:latin typeface="Cambria Math" panose="02040503050406030204" pitchFamily="18" charset="0"/>
                      </a:rPr>
                      <m:t>) </m:t>
                    </m:r>
                  </m:oMath>
                </a14:m>
                <a:r>
                  <a:rPr lang="en-GB" sz="1600" dirty="0"/>
                  <a:t>is the qty demanded when the price is </a:t>
                </a:r>
                <a14:m>
                  <m:oMath xmlns:m="http://schemas.openxmlformats.org/officeDocument/2006/math">
                    <m:r>
                      <a:rPr lang="en-GB" sz="1600" i="1" dirty="0" smtClean="0">
                        <a:latin typeface="Cambria Math" panose="02040503050406030204" pitchFamily="18" charset="0"/>
                      </a:rPr>
                      <m:t>𝑝</m:t>
                    </m:r>
                  </m:oMath>
                </a14:m>
                <a:endParaRPr lang="en-GB" sz="1600" dirty="0"/>
              </a:p>
              <a:p>
                <a14:m>
                  <m:oMath xmlns:m="http://schemas.openxmlformats.org/officeDocument/2006/math">
                    <m:r>
                      <a:rPr lang="en-GB" sz="1600" b="0" i="1" dirty="0" smtClean="0">
                        <a:latin typeface="Cambria Math" panose="02040503050406030204" pitchFamily="18" charset="0"/>
                      </a:rPr>
                      <m:t>𝑣</m:t>
                    </m:r>
                    <m:r>
                      <a:rPr lang="en-GB" sz="1600" i="1" dirty="0" smtClean="0">
                        <a:latin typeface="Cambria Math" panose="02040503050406030204" pitchFamily="18" charset="0"/>
                      </a:rPr>
                      <m:t>(</m:t>
                    </m:r>
                    <m:r>
                      <a:rPr lang="en-GB" sz="1600" b="0" i="1" dirty="0" smtClean="0">
                        <a:latin typeface="Cambria Math" panose="02040503050406030204" pitchFamily="18" charset="0"/>
                      </a:rPr>
                      <m:t>𝑞</m:t>
                    </m:r>
                    <m:r>
                      <a:rPr lang="en-GB" sz="1600" i="1" dirty="0" smtClean="0">
                        <a:latin typeface="Cambria Math" panose="02040503050406030204" pitchFamily="18" charset="0"/>
                      </a:rPr>
                      <m:t>) </m:t>
                    </m:r>
                  </m:oMath>
                </a14:m>
                <a:r>
                  <a:rPr lang="en-GB" sz="1600" dirty="0"/>
                  <a:t>is the marginal WTP for the </a:t>
                </a:r>
                <a14:m>
                  <m:oMath xmlns:m="http://schemas.openxmlformats.org/officeDocument/2006/math">
                    <m:r>
                      <a:rPr lang="en-GB" sz="1600" i="1" dirty="0" smtClean="0">
                        <a:latin typeface="Cambria Math" panose="02040503050406030204" pitchFamily="18" charset="0"/>
                      </a:rPr>
                      <m:t>𝑞</m:t>
                    </m:r>
                  </m:oMath>
                </a14:m>
                <a:r>
                  <a:rPr lang="en-GB" sz="1600" dirty="0"/>
                  <a:t>-</a:t>
                </a:r>
                <a:r>
                  <a:rPr lang="en-GB" sz="1600" dirty="0" err="1"/>
                  <a:t>th</a:t>
                </a:r>
                <a:r>
                  <a:rPr lang="en-GB" sz="1600" dirty="0"/>
                  <a:t> unit</a:t>
                </a:r>
              </a:p>
              <a:p>
                <a:r>
                  <a:rPr lang="en-GB" dirty="0"/>
                  <a:t>Reciprocal identities: </a:t>
                </a:r>
                <a:r>
                  <a:rPr lang="en-GB" sz="1600" dirty="0"/>
                  <a:t>both functions are </a:t>
                </a:r>
                <a:r>
                  <a:rPr lang="en-GB" sz="1600" b="1" dirty="0"/>
                  <a:t>represented by the </a:t>
                </a:r>
                <a:r>
                  <a:rPr lang="en-GB" sz="1600" b="1" i="1" dirty="0"/>
                  <a:t>same curve</a:t>
                </a:r>
                <a:endParaRPr lang="en-GB" sz="1600" dirty="0"/>
              </a:p>
              <a:p>
                <a14:m>
                  <m:oMath xmlns:m="http://schemas.openxmlformats.org/officeDocument/2006/math">
                    <m:r>
                      <a:rPr lang="en-GB" sz="1600" i="1" dirty="0" smtClean="0">
                        <a:latin typeface="Cambria Math" panose="02040503050406030204" pitchFamily="18" charset="0"/>
                      </a:rPr>
                      <m:t>𝑣</m:t>
                    </m:r>
                    <m:r>
                      <a:rPr lang="en-GB" sz="1600" i="1" dirty="0" smtClean="0">
                        <a:latin typeface="Cambria Math" panose="02040503050406030204" pitchFamily="18" charset="0"/>
                      </a:rPr>
                      <m:t>(</m:t>
                    </m:r>
                    <m:r>
                      <a:rPr lang="en-GB" sz="1600" i="1" dirty="0" smtClean="0">
                        <a:latin typeface="Cambria Math" panose="02040503050406030204" pitchFamily="18" charset="0"/>
                      </a:rPr>
                      <m:t>𝑥</m:t>
                    </m:r>
                    <m:r>
                      <a:rPr lang="en-GB" sz="1600" i="1" dirty="0" smtClean="0">
                        <a:latin typeface="Cambria Math" panose="02040503050406030204" pitchFamily="18" charset="0"/>
                      </a:rPr>
                      <m:t>(</m:t>
                    </m:r>
                    <m:r>
                      <a:rPr lang="en-GB" sz="1600" i="1" dirty="0" smtClean="0">
                        <a:latin typeface="Cambria Math" panose="02040503050406030204" pitchFamily="18" charset="0"/>
                      </a:rPr>
                      <m:t>𝑝</m:t>
                    </m:r>
                    <m:r>
                      <a:rPr lang="en-GB" sz="1600" i="1" dirty="0" smtClean="0">
                        <a:latin typeface="Cambria Math" panose="02040503050406030204" pitchFamily="18" charset="0"/>
                      </a:rPr>
                      <m:t>)) = </m:t>
                    </m:r>
                    <m:r>
                      <a:rPr lang="en-GB" sz="1600" i="1" dirty="0" smtClean="0">
                        <a:latin typeface="Cambria Math" panose="02040503050406030204" pitchFamily="18" charset="0"/>
                      </a:rPr>
                      <m:t>𝑝</m:t>
                    </m:r>
                    <m:r>
                      <a:rPr lang="en-GB" sz="1600" i="1" dirty="0" smtClean="0">
                        <a:latin typeface="Cambria Math" panose="02040503050406030204" pitchFamily="18" charset="0"/>
                      </a:rPr>
                      <m:t> </m:t>
                    </m:r>
                  </m:oMath>
                </a14:m>
                <a:r>
                  <a:rPr lang="en-GB" sz="1600" dirty="0"/>
                  <a:t>    and      </a:t>
                </a:r>
                <a14:m>
                  <m:oMath xmlns:m="http://schemas.openxmlformats.org/officeDocument/2006/math">
                    <m:r>
                      <a:rPr lang="en-GB" sz="1600" i="1" dirty="0" smtClean="0">
                        <a:latin typeface="Cambria Math" panose="02040503050406030204" pitchFamily="18" charset="0"/>
                      </a:rPr>
                      <m:t>𝑥</m:t>
                    </m:r>
                    <m:r>
                      <a:rPr lang="en-GB" sz="1600" i="1" dirty="0" smtClean="0">
                        <a:latin typeface="Cambria Math" panose="02040503050406030204" pitchFamily="18" charset="0"/>
                      </a:rPr>
                      <m:t>(</m:t>
                    </m:r>
                    <m:r>
                      <a:rPr lang="en-GB" sz="1600" i="1" dirty="0" smtClean="0">
                        <a:latin typeface="Cambria Math" panose="02040503050406030204" pitchFamily="18" charset="0"/>
                      </a:rPr>
                      <m:t>𝑣</m:t>
                    </m:r>
                    <m:r>
                      <a:rPr lang="en-GB" sz="1600" i="1" dirty="0" smtClean="0">
                        <a:latin typeface="Cambria Math" panose="02040503050406030204" pitchFamily="18" charset="0"/>
                      </a:rPr>
                      <m:t>(</m:t>
                    </m:r>
                    <m:r>
                      <a:rPr lang="en-GB" sz="1600" i="1" dirty="0" smtClean="0">
                        <a:latin typeface="Cambria Math" panose="02040503050406030204" pitchFamily="18" charset="0"/>
                      </a:rPr>
                      <m:t>𝑞</m:t>
                    </m:r>
                    <m:r>
                      <a:rPr lang="en-GB" sz="1600" i="1" dirty="0" smtClean="0">
                        <a:latin typeface="Cambria Math" panose="02040503050406030204" pitchFamily="18" charset="0"/>
                      </a:rPr>
                      <m:t>)) = </m:t>
                    </m:r>
                    <m:r>
                      <a:rPr lang="en-GB" sz="1600" i="1" dirty="0" smtClean="0">
                        <a:latin typeface="Cambria Math" panose="02040503050406030204" pitchFamily="18" charset="0"/>
                      </a:rPr>
                      <m:t>𝑞</m:t>
                    </m:r>
                  </m:oMath>
                </a14:m>
                <a:endParaRPr lang="en-GB" sz="1600" dirty="0"/>
              </a:p>
              <a:p>
                <a:endParaRPr lang="en-GB" sz="1600" b="1" i="1" dirty="0"/>
              </a:p>
              <a:p>
                <a:r>
                  <a:rPr lang="en-GB" sz="1600" b="1" dirty="0"/>
                  <a:t>Consumer surplus </a:t>
                </a:r>
                <a:r>
                  <a:rPr lang="en-GB" sz="1600" dirty="0"/>
                  <a:t>is the </a:t>
                </a:r>
                <a:r>
                  <a:rPr lang="en-GB" sz="1600" i="1" dirty="0"/>
                  <a:t>integral</a:t>
                </a:r>
                <a:r>
                  <a:rPr lang="en-GB" sz="1600" dirty="0"/>
                  <a:t> (=continuous sum, graphically the area) of </a:t>
                </a:r>
              </a:p>
              <a:p>
                <a:r>
                  <a:rPr lang="en-GB" sz="1600" dirty="0"/>
                  <a:t>&lt;</a:t>
                </a:r>
                <a:r>
                  <a:rPr lang="en-GB" sz="1600" b="1" dirty="0"/>
                  <a:t>willingness-to-pay</a:t>
                </a:r>
                <a:r>
                  <a:rPr lang="en-GB" sz="1600" dirty="0"/>
                  <a:t>&gt; minus &lt;</a:t>
                </a:r>
                <a:r>
                  <a:rPr lang="en-GB" sz="1600" b="1" dirty="0"/>
                  <a:t>price paid</a:t>
                </a:r>
                <a:r>
                  <a:rPr lang="en-GB" sz="1600" dirty="0"/>
                  <a:t>&gt; over all units consumed</a:t>
                </a:r>
              </a:p>
              <a:p>
                <a:endParaRPr lang="en-GB" sz="1600" dirty="0"/>
              </a:p>
              <a:p>
                <a:pPr/>
                <a14:m>
                  <m:oMathPara xmlns:m="http://schemas.openxmlformats.org/officeDocument/2006/math">
                    <m:oMathParaPr>
                      <m:jc m:val="left"/>
                    </m:oMathParaPr>
                    <m:oMath>
                      <m:r>
                        <a:rPr lang="en-GB" sz="1600" i="1" dirty="0" smtClean="0">
                          <a:latin typeface="Cambria Math" panose="02040503050406030204" pitchFamily="18" charset="0"/>
                        </a:rPr>
                        <m:t>𝐶𝑆</m:t>
                      </m:r>
                      <m:r>
                        <a:rPr lang="en-GB" sz="1600" i="1" dirty="0" smtClean="0">
                          <a:latin typeface="Cambria Math" panose="02040503050406030204" pitchFamily="18" charset="0"/>
                        </a:rPr>
                        <m:t> = </m:t>
                      </m:r>
                      <m:nary>
                        <m:naryPr>
                          <m:ctrlPr>
                            <a:rPr lang="en-GB" sz="1600" i="1" dirty="0" smtClean="0">
                              <a:latin typeface="Cambria Math" panose="02040503050406030204" pitchFamily="18" charset="0"/>
                            </a:rPr>
                          </m:ctrlPr>
                        </m:naryPr>
                        <m:sub>
                          <m:r>
                            <a:rPr lang="en-GB" sz="1600" i="1" dirty="0" smtClean="0">
                              <a:latin typeface="Cambria Math" panose="02040503050406030204" pitchFamily="18" charset="0"/>
                            </a:rPr>
                            <m:t>0</m:t>
                          </m:r>
                        </m:sub>
                        <m:sup>
                          <m:sSub>
                            <m:sSubPr>
                              <m:ctrlPr>
                                <a:rPr lang="en-GB" sz="1600" i="1" dirty="0">
                                  <a:latin typeface="Cambria Math" panose="02040503050406030204" pitchFamily="18" charset="0"/>
                                </a:rPr>
                              </m:ctrlPr>
                            </m:sSubPr>
                            <m:e>
                              <m:r>
                                <a:rPr lang="en-GB" sz="1600" i="1" dirty="0">
                                  <a:latin typeface="Cambria Math" panose="02040503050406030204" pitchFamily="18" charset="0"/>
                                </a:rPr>
                                <m:t>𝑞</m:t>
                              </m:r>
                            </m:e>
                            <m:sub>
                              <m:r>
                                <a:rPr lang="en-GB" sz="1600" i="1" dirty="0">
                                  <a:latin typeface="Cambria Math" panose="02040503050406030204" pitchFamily="18" charset="0"/>
                                </a:rPr>
                                <m:t>0</m:t>
                              </m:r>
                            </m:sub>
                          </m:sSub>
                        </m:sup>
                        <m:e>
                          <m:d>
                            <m:dPr>
                              <m:ctrlPr>
                                <a:rPr lang="en-GB" sz="1600" b="0" i="1" dirty="0" smtClean="0">
                                  <a:latin typeface="Cambria Math" panose="02040503050406030204" pitchFamily="18" charset="0"/>
                                </a:rPr>
                              </m:ctrlPr>
                            </m:dPr>
                            <m:e>
                              <m:r>
                                <a:rPr lang="en-GB" sz="1600" b="0" i="1" dirty="0" smtClean="0">
                                  <a:latin typeface="Cambria Math" panose="02040503050406030204" pitchFamily="18" charset="0"/>
                                </a:rPr>
                                <m:t>𝑣</m:t>
                              </m:r>
                              <m:d>
                                <m:dPr>
                                  <m:ctrlPr>
                                    <a:rPr lang="en-GB" sz="1600" b="0" i="1" dirty="0" smtClean="0">
                                      <a:latin typeface="Cambria Math" panose="02040503050406030204" pitchFamily="18" charset="0"/>
                                    </a:rPr>
                                  </m:ctrlPr>
                                </m:dPr>
                                <m:e>
                                  <m:r>
                                    <a:rPr lang="en-GB" sz="1600" b="0" i="1" dirty="0" smtClean="0">
                                      <a:latin typeface="Cambria Math" panose="02040503050406030204" pitchFamily="18" charset="0"/>
                                    </a:rPr>
                                    <m:t>𝑥</m:t>
                                  </m:r>
                                </m:e>
                              </m:d>
                              <m:r>
                                <a:rPr lang="en-GB" sz="1600" b="0" i="1" dirty="0" smtClean="0">
                                  <a:latin typeface="Cambria Math" panose="02040503050406030204" pitchFamily="18" charset="0"/>
                                </a:rPr>
                                <m:t>−</m:t>
                              </m:r>
                              <m:r>
                                <a:rPr lang="en-GB" sz="1600" b="0" i="1" dirty="0" smtClean="0">
                                  <a:latin typeface="Cambria Math" panose="02040503050406030204" pitchFamily="18" charset="0"/>
                                </a:rPr>
                                <m:t>𝑝</m:t>
                              </m:r>
                            </m:e>
                          </m:d>
                          <m:r>
                            <a:rPr lang="en-GB" sz="1600" i="1" dirty="0">
                              <a:latin typeface="Cambria Math" panose="02040503050406030204" pitchFamily="18" charset="0"/>
                            </a:rPr>
                            <m:t>𝑑𝑥</m:t>
                          </m:r>
                          <m:r>
                            <a:rPr lang="en-GB" sz="1600" b="0" i="1" dirty="0" smtClean="0">
                              <a:latin typeface="Cambria Math" panose="02040503050406030204" pitchFamily="18" charset="0"/>
                            </a:rPr>
                            <m:t> </m:t>
                          </m:r>
                        </m:e>
                      </m:nary>
                    </m:oMath>
                  </m:oMathPara>
                </a14:m>
                <a:endParaRPr lang="en-GB" dirty="0"/>
              </a:p>
            </p:txBody>
          </p:sp>
        </mc:Choice>
        <mc:Fallback xmlns="">
          <p:sp>
            <p:nvSpPr>
              <p:cNvPr id="6" name="Content Placeholder 5">
                <a:extLst>
                  <a:ext uri="{FF2B5EF4-FFF2-40B4-BE49-F238E27FC236}">
                    <a16:creationId xmlns:a16="http://schemas.microsoft.com/office/drawing/2014/main" id="{BA1EDDA7-6487-BEDF-9B1F-5B72D96127A4}"/>
                  </a:ext>
                </a:extLst>
              </p:cNvPr>
              <p:cNvSpPr>
                <a:spLocks noGrp="1" noRot="1" noChangeAspect="1" noMove="1" noResize="1" noEditPoints="1" noAdjustHandles="1" noChangeArrowheads="1" noChangeShapeType="1" noTextEdit="1"/>
              </p:cNvSpPr>
              <p:nvPr>
                <p:ph sz="quarter" idx="14"/>
              </p:nvPr>
            </p:nvSpPr>
            <p:spPr>
              <a:xfrm>
                <a:off x="7335525" y="576000"/>
                <a:ext cx="4846875" cy="6084000"/>
              </a:xfrm>
              <a:blipFill>
                <a:blip r:embed="rId4"/>
                <a:stretch>
                  <a:fillRect l="-1006" t="-501" r="-755"/>
                </a:stretch>
              </a:blipFill>
            </p:spPr>
            <p:txBody>
              <a:bodyPr/>
              <a:lstStyle/>
              <a:p>
                <a:r>
                  <a:rPr lang="en-GB">
                    <a:noFill/>
                  </a:rPr>
                  <a:t> </a:t>
                </a:r>
              </a:p>
            </p:txBody>
          </p:sp>
        </mc:Fallback>
      </mc:AlternateContent>
    </p:spTree>
    <p:extLst>
      <p:ext uri="{BB962C8B-B14F-4D97-AF65-F5344CB8AC3E}">
        <p14:creationId xmlns:p14="http://schemas.microsoft.com/office/powerpoint/2010/main" val="736581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E4E4A2C-4C54-5331-E8F6-50E164E3B2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776" y="483493"/>
            <a:ext cx="7267575" cy="5362575"/>
          </a:xfrm>
          <a:prstGeom prst="rect">
            <a:avLst/>
          </a:prstGeom>
        </p:spPr>
      </p:pic>
      <p:sp>
        <p:nvSpPr>
          <p:cNvPr id="4" name="Title 3">
            <a:extLst>
              <a:ext uri="{FF2B5EF4-FFF2-40B4-BE49-F238E27FC236}">
                <a16:creationId xmlns:a16="http://schemas.microsoft.com/office/drawing/2014/main" id="{4FAF57AE-4336-16F8-F07B-CF689DAD9AD7}"/>
              </a:ext>
            </a:extLst>
          </p:cNvPr>
          <p:cNvSpPr>
            <a:spLocks noGrp="1"/>
          </p:cNvSpPr>
          <p:nvPr>
            <p:ph type="title"/>
          </p:nvPr>
        </p:nvSpPr>
        <p:spPr/>
        <p:txBody>
          <a:bodyPr/>
          <a:lstStyle/>
          <a:p>
            <a:r>
              <a:rPr lang="en-GB" dirty="0"/>
              <a:t>Supply curves and producer surplus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BA1EDDA7-6487-BEDF-9B1F-5B72D96127A4}"/>
                  </a:ext>
                </a:extLst>
              </p:cNvPr>
              <p:cNvSpPr>
                <a:spLocks noGrp="1"/>
              </p:cNvSpPr>
              <p:nvPr>
                <p:ph sz="quarter" idx="14"/>
              </p:nvPr>
            </p:nvSpPr>
            <p:spPr>
              <a:xfrm>
                <a:off x="7335525" y="576000"/>
                <a:ext cx="4846876" cy="6084000"/>
              </a:xfrm>
            </p:spPr>
            <p:txBody>
              <a:bodyPr>
                <a:normAutofit/>
              </a:bodyPr>
              <a:lstStyle/>
              <a:p>
                <a:r>
                  <a:rPr lang="en-GB" b="1" dirty="0"/>
                  <a:t>Supply function </a:t>
                </a:r>
                <a14:m>
                  <m:oMath xmlns:m="http://schemas.openxmlformats.org/officeDocument/2006/math">
                    <m:r>
                      <a:rPr lang="en-GB" sz="1600" b="0" i="1" dirty="0" smtClean="0">
                        <a:latin typeface="Cambria Math" panose="02040503050406030204" pitchFamily="18" charset="0"/>
                      </a:rPr>
                      <m:t>𝑠</m:t>
                    </m:r>
                    <m:r>
                      <a:rPr lang="en-GB" sz="1600" i="1" dirty="0" smtClean="0">
                        <a:latin typeface="Cambria Math" panose="02040503050406030204" pitchFamily="18" charset="0"/>
                      </a:rPr>
                      <m:t>(</m:t>
                    </m:r>
                    <m:r>
                      <a:rPr lang="en-GB" sz="1600" i="1" dirty="0" smtClean="0">
                        <a:latin typeface="Cambria Math" panose="02040503050406030204" pitchFamily="18" charset="0"/>
                      </a:rPr>
                      <m:t>𝑝</m:t>
                    </m:r>
                    <m:r>
                      <a:rPr lang="en-GB" sz="1600" i="1" dirty="0" smtClean="0">
                        <a:latin typeface="Cambria Math" panose="02040503050406030204" pitchFamily="18" charset="0"/>
                      </a:rPr>
                      <m:t>) </m:t>
                    </m:r>
                  </m:oMath>
                </a14:m>
                <a:r>
                  <a:rPr lang="en-GB" dirty="0"/>
                  <a:t>= quantity supplied as a function of price</a:t>
                </a:r>
              </a:p>
              <a:p>
                <a:r>
                  <a:rPr lang="en-GB" b="1" dirty="0"/>
                  <a:t>Inverse supply function </a:t>
                </a:r>
                <a14:m>
                  <m:oMath xmlns:m="http://schemas.openxmlformats.org/officeDocument/2006/math">
                    <m:r>
                      <a:rPr lang="en-GB" sz="1600" b="0" i="1" dirty="0" smtClean="0">
                        <a:latin typeface="Cambria Math" panose="02040503050406030204" pitchFamily="18" charset="0"/>
                      </a:rPr>
                      <m:t>𝑐</m:t>
                    </m:r>
                    <m:r>
                      <a:rPr lang="en-GB" sz="1600" i="1" dirty="0" smtClean="0">
                        <a:latin typeface="Cambria Math" panose="02040503050406030204" pitchFamily="18" charset="0"/>
                      </a:rPr>
                      <m:t>(</m:t>
                    </m:r>
                    <m:r>
                      <a:rPr lang="en-GB" sz="1600" b="0" i="1" dirty="0" smtClean="0">
                        <a:latin typeface="Cambria Math" panose="02040503050406030204" pitchFamily="18" charset="0"/>
                      </a:rPr>
                      <m:t>𝑞</m:t>
                    </m:r>
                    <m:r>
                      <a:rPr lang="en-GB" sz="1600" i="1" dirty="0" smtClean="0">
                        <a:latin typeface="Cambria Math" panose="02040503050406030204" pitchFamily="18" charset="0"/>
                      </a:rPr>
                      <m:t>) </m:t>
                    </m:r>
                  </m:oMath>
                </a14:m>
                <a:r>
                  <a:rPr lang="en-GB" dirty="0"/>
                  <a:t>= marginal cost</a:t>
                </a:r>
              </a:p>
              <a:p>
                <a14:m>
                  <m:oMath xmlns:m="http://schemas.openxmlformats.org/officeDocument/2006/math">
                    <m:r>
                      <a:rPr lang="en-GB" sz="1600" b="0" i="1" dirty="0" smtClean="0">
                        <a:latin typeface="Cambria Math" panose="02040503050406030204" pitchFamily="18" charset="0"/>
                      </a:rPr>
                      <m:t>𝑐</m:t>
                    </m:r>
                    <m:r>
                      <a:rPr lang="en-GB" sz="1600" i="1" dirty="0" smtClean="0">
                        <a:latin typeface="Cambria Math" panose="02040503050406030204" pitchFamily="18" charset="0"/>
                      </a:rPr>
                      <m:t>(</m:t>
                    </m:r>
                    <m:r>
                      <a:rPr lang="en-GB" sz="1600" b="0" i="1" dirty="0" smtClean="0">
                        <a:latin typeface="Cambria Math" panose="02040503050406030204" pitchFamily="18" charset="0"/>
                      </a:rPr>
                      <m:t>𝑠</m:t>
                    </m:r>
                    <m:r>
                      <a:rPr lang="en-GB" sz="1600" i="1" dirty="0" smtClean="0">
                        <a:latin typeface="Cambria Math" panose="02040503050406030204" pitchFamily="18" charset="0"/>
                      </a:rPr>
                      <m:t>(</m:t>
                    </m:r>
                    <m:r>
                      <a:rPr lang="en-GB" sz="1600" i="1" dirty="0" smtClean="0">
                        <a:latin typeface="Cambria Math" panose="02040503050406030204" pitchFamily="18" charset="0"/>
                      </a:rPr>
                      <m:t>𝑝</m:t>
                    </m:r>
                    <m:r>
                      <a:rPr lang="en-GB" sz="1600" i="1" dirty="0" smtClean="0">
                        <a:latin typeface="Cambria Math" panose="02040503050406030204" pitchFamily="18" charset="0"/>
                      </a:rPr>
                      <m:t>)) = </m:t>
                    </m:r>
                    <m:r>
                      <a:rPr lang="en-GB" sz="1600" i="1" dirty="0" smtClean="0">
                        <a:latin typeface="Cambria Math" panose="02040503050406030204" pitchFamily="18" charset="0"/>
                      </a:rPr>
                      <m:t>𝑝</m:t>
                    </m:r>
                    <m:r>
                      <a:rPr lang="en-GB" sz="1600" i="1" dirty="0" smtClean="0">
                        <a:latin typeface="Cambria Math" panose="02040503050406030204" pitchFamily="18" charset="0"/>
                      </a:rPr>
                      <m:t> </m:t>
                    </m:r>
                  </m:oMath>
                </a14:m>
                <a:r>
                  <a:rPr lang="en-GB" sz="1600" dirty="0"/>
                  <a:t>    and      </a:t>
                </a:r>
                <a14:m>
                  <m:oMath xmlns:m="http://schemas.openxmlformats.org/officeDocument/2006/math">
                    <m:r>
                      <a:rPr lang="en-GB" sz="1600" b="0" i="1" dirty="0" smtClean="0">
                        <a:latin typeface="Cambria Math" panose="02040503050406030204" pitchFamily="18" charset="0"/>
                      </a:rPr>
                      <m:t>𝑠</m:t>
                    </m:r>
                    <m:r>
                      <a:rPr lang="en-GB" sz="1600" i="1" dirty="0" smtClean="0">
                        <a:latin typeface="Cambria Math" panose="02040503050406030204" pitchFamily="18" charset="0"/>
                      </a:rPr>
                      <m:t>(</m:t>
                    </m:r>
                    <m:r>
                      <a:rPr lang="en-GB" sz="1600" b="0" i="1" dirty="0" smtClean="0">
                        <a:latin typeface="Cambria Math" panose="02040503050406030204" pitchFamily="18" charset="0"/>
                      </a:rPr>
                      <m:t>𝑐</m:t>
                    </m:r>
                    <m:r>
                      <a:rPr lang="en-GB" sz="1600" i="1" dirty="0" smtClean="0">
                        <a:latin typeface="Cambria Math" panose="02040503050406030204" pitchFamily="18" charset="0"/>
                      </a:rPr>
                      <m:t>(</m:t>
                    </m:r>
                    <m:r>
                      <a:rPr lang="en-GB" sz="1600" i="1" dirty="0" smtClean="0">
                        <a:latin typeface="Cambria Math" panose="02040503050406030204" pitchFamily="18" charset="0"/>
                      </a:rPr>
                      <m:t>𝑞</m:t>
                    </m:r>
                    <m:r>
                      <a:rPr lang="en-GB" sz="1600" i="1" dirty="0" smtClean="0">
                        <a:latin typeface="Cambria Math" panose="02040503050406030204" pitchFamily="18" charset="0"/>
                      </a:rPr>
                      <m:t>)) = </m:t>
                    </m:r>
                    <m:r>
                      <a:rPr lang="en-GB" sz="1600" i="1" dirty="0" smtClean="0">
                        <a:latin typeface="Cambria Math" panose="02040503050406030204" pitchFamily="18" charset="0"/>
                      </a:rPr>
                      <m:t>𝑞</m:t>
                    </m:r>
                  </m:oMath>
                </a14:m>
                <a:endParaRPr lang="en-GB" sz="1600" dirty="0"/>
              </a:p>
              <a:p>
                <a:endParaRPr lang="en-GB" sz="1600" b="1" i="1" dirty="0"/>
              </a:p>
              <a:p>
                <a:r>
                  <a:rPr lang="en-GB" sz="1600" b="1" dirty="0"/>
                  <a:t>Producer surplus </a:t>
                </a:r>
                <a:r>
                  <a:rPr lang="en-GB" sz="1600" dirty="0"/>
                  <a:t>is the </a:t>
                </a:r>
                <a:r>
                  <a:rPr lang="en-GB" sz="1600" i="1" dirty="0"/>
                  <a:t>integral</a:t>
                </a:r>
                <a:r>
                  <a:rPr lang="en-GB" sz="1600" dirty="0"/>
                  <a:t> (=continuous sum, graphically the area) of </a:t>
                </a:r>
                <a:br>
                  <a:rPr lang="en-GB" sz="1600" dirty="0"/>
                </a:br>
                <a:r>
                  <a:rPr lang="en-GB" sz="1600" dirty="0"/>
                  <a:t>&lt;</a:t>
                </a:r>
                <a:r>
                  <a:rPr lang="en-GB" sz="1600" b="1" dirty="0"/>
                  <a:t>price received</a:t>
                </a:r>
                <a:r>
                  <a:rPr lang="en-GB" sz="1600" dirty="0"/>
                  <a:t>&gt; minus &lt;</a:t>
                </a:r>
                <a:r>
                  <a:rPr lang="en-GB" sz="1600" b="1" dirty="0"/>
                  <a:t>marginal cost</a:t>
                </a:r>
                <a:r>
                  <a:rPr lang="en-GB" sz="1600" dirty="0"/>
                  <a:t>&gt; over all units sold</a:t>
                </a:r>
              </a:p>
              <a:p>
                <a:pPr/>
                <a14:m>
                  <m:oMathPara xmlns:m="http://schemas.openxmlformats.org/officeDocument/2006/math">
                    <m:oMathParaPr>
                      <m:jc m:val="center"/>
                    </m:oMathParaPr>
                    <m:oMath>
                      <m:r>
                        <a:rPr lang="en-GB" sz="1600" b="0" i="1" dirty="0" smtClean="0">
                          <a:latin typeface="Cambria Math" panose="02040503050406030204" pitchFamily="18" charset="0"/>
                        </a:rPr>
                        <m:t>𝑃</m:t>
                      </m:r>
                      <m:r>
                        <a:rPr lang="en-GB" sz="1600" i="1" dirty="0" smtClean="0">
                          <a:latin typeface="Cambria Math" panose="02040503050406030204" pitchFamily="18" charset="0"/>
                        </a:rPr>
                        <m:t>𝑆</m:t>
                      </m:r>
                      <m:r>
                        <a:rPr lang="en-GB" sz="1600" i="1" dirty="0" smtClean="0">
                          <a:latin typeface="Cambria Math" panose="02040503050406030204" pitchFamily="18" charset="0"/>
                        </a:rPr>
                        <m:t> = </m:t>
                      </m:r>
                      <m:nary>
                        <m:naryPr>
                          <m:ctrlPr>
                            <a:rPr lang="en-GB" sz="1600" i="1" dirty="0" smtClean="0">
                              <a:latin typeface="Cambria Math" panose="02040503050406030204" pitchFamily="18" charset="0"/>
                            </a:rPr>
                          </m:ctrlPr>
                        </m:naryPr>
                        <m:sub>
                          <m:r>
                            <a:rPr lang="en-GB" sz="1600" i="1" dirty="0" smtClean="0">
                              <a:latin typeface="Cambria Math" panose="02040503050406030204" pitchFamily="18" charset="0"/>
                            </a:rPr>
                            <m:t>0</m:t>
                          </m:r>
                        </m:sub>
                        <m:sup>
                          <m:sSub>
                            <m:sSubPr>
                              <m:ctrlPr>
                                <a:rPr lang="en-GB" sz="1600" i="1" dirty="0">
                                  <a:latin typeface="Cambria Math" panose="02040503050406030204" pitchFamily="18" charset="0"/>
                                </a:rPr>
                              </m:ctrlPr>
                            </m:sSubPr>
                            <m:e>
                              <m:r>
                                <a:rPr lang="en-GB" sz="1600" i="1" dirty="0">
                                  <a:latin typeface="Cambria Math" panose="02040503050406030204" pitchFamily="18" charset="0"/>
                                </a:rPr>
                                <m:t>𝑞</m:t>
                              </m:r>
                            </m:e>
                            <m:sub>
                              <m:r>
                                <a:rPr lang="en-GB" sz="1600" i="1" dirty="0">
                                  <a:latin typeface="Cambria Math" panose="02040503050406030204" pitchFamily="18" charset="0"/>
                                </a:rPr>
                                <m:t>0</m:t>
                              </m:r>
                            </m:sub>
                          </m:sSub>
                        </m:sup>
                        <m:e>
                          <m:d>
                            <m:dPr>
                              <m:ctrlPr>
                                <a:rPr lang="en-GB" sz="1600" i="1" dirty="0">
                                  <a:latin typeface="Cambria Math" panose="02040503050406030204" pitchFamily="18" charset="0"/>
                                </a:rPr>
                              </m:ctrlPr>
                            </m:dPr>
                            <m:e>
                              <m:r>
                                <a:rPr lang="en-GB" sz="1600" i="1" dirty="0">
                                  <a:latin typeface="Cambria Math" panose="02040503050406030204" pitchFamily="18" charset="0"/>
                                </a:rPr>
                                <m:t>𝑝</m:t>
                              </m:r>
                              <m:r>
                                <a:rPr lang="en-GB" sz="1600" i="1" dirty="0">
                                  <a:latin typeface="Cambria Math" panose="02040503050406030204" pitchFamily="18" charset="0"/>
                                </a:rPr>
                                <m:t> −</m:t>
                              </m:r>
                              <m:r>
                                <a:rPr lang="en-GB" sz="1600" i="1" dirty="0">
                                  <a:latin typeface="Cambria Math" panose="02040503050406030204" pitchFamily="18" charset="0"/>
                                </a:rPr>
                                <m:t>𝑐</m:t>
                              </m:r>
                              <m:d>
                                <m:dPr>
                                  <m:ctrlPr>
                                    <a:rPr lang="en-GB" sz="1600" i="1" dirty="0">
                                      <a:latin typeface="Cambria Math" panose="02040503050406030204" pitchFamily="18" charset="0"/>
                                    </a:rPr>
                                  </m:ctrlPr>
                                </m:dPr>
                                <m:e>
                                  <m:r>
                                    <a:rPr lang="en-GB" sz="1600" i="1" dirty="0">
                                      <a:latin typeface="Cambria Math" panose="02040503050406030204" pitchFamily="18" charset="0"/>
                                    </a:rPr>
                                    <m:t>𝑥</m:t>
                                  </m:r>
                                </m:e>
                              </m:d>
                            </m:e>
                          </m:d>
                          <m:r>
                            <a:rPr lang="en-GB" sz="1600" i="1" dirty="0">
                              <a:latin typeface="Cambria Math" panose="02040503050406030204" pitchFamily="18" charset="0"/>
                            </a:rPr>
                            <m:t>𝑑𝑥</m:t>
                          </m:r>
                          <m:r>
                            <a:rPr lang="en-GB" sz="1600" b="0" i="1" dirty="0" smtClean="0">
                              <a:latin typeface="Cambria Math" panose="02040503050406030204" pitchFamily="18" charset="0"/>
                            </a:rPr>
                            <m:t> </m:t>
                          </m:r>
                        </m:e>
                      </m:nary>
                    </m:oMath>
                  </m:oMathPara>
                </a14:m>
                <a:endParaRPr lang="en-GB" sz="1600" dirty="0"/>
              </a:p>
              <a:p>
                <a:r>
                  <a:rPr lang="en-GB" sz="1600" b="1" dirty="0"/>
                  <a:t>Profit</a:t>
                </a:r>
                <a:r>
                  <a:rPr lang="en-GB" sz="1600" dirty="0"/>
                  <a:t> = Producer surplus if fixed costs are zero, otherwise profit = PS – FC</a:t>
                </a:r>
              </a:p>
              <a:p>
                <a:endParaRPr lang="en-GB" b="1" i="1" dirty="0"/>
              </a:p>
              <a:p>
                <a:r>
                  <a:rPr lang="en-GB" b="1" i="1" dirty="0"/>
                  <a:t>Supply is just negative demand</a:t>
                </a:r>
              </a:p>
              <a:p>
                <a:pPr marL="402336" lvl="2" indent="0">
                  <a:buNone/>
                </a:pPr>
                <a:r>
                  <a:rPr lang="en-GB" i="1" dirty="0"/>
                  <a:t>a supplier is just the possessor of a good who doesn’t keep it but instead offers it to the market for sale.</a:t>
                </a:r>
              </a:p>
              <a:p>
                <a:r>
                  <a:rPr lang="en-GB" dirty="0"/>
                  <a:t>see also: </a:t>
                </a:r>
                <a:r>
                  <a:rPr lang="en-GB" dirty="0">
                    <a:hlinkClick r:id="rId3"/>
                  </a:rPr>
                  <a:t>https://pricetheory.substack.com/p/there-is-no-such-thing-as-supply</a:t>
                </a:r>
                <a:endParaRPr lang="en-GB" dirty="0"/>
              </a:p>
              <a:p>
                <a:endParaRPr lang="en-GB" dirty="0"/>
              </a:p>
            </p:txBody>
          </p:sp>
        </mc:Choice>
        <mc:Fallback xmlns="">
          <p:sp>
            <p:nvSpPr>
              <p:cNvPr id="6" name="Content Placeholder 5">
                <a:extLst>
                  <a:ext uri="{FF2B5EF4-FFF2-40B4-BE49-F238E27FC236}">
                    <a16:creationId xmlns:a16="http://schemas.microsoft.com/office/drawing/2014/main" id="{BA1EDDA7-6487-BEDF-9B1F-5B72D96127A4}"/>
                  </a:ext>
                </a:extLst>
              </p:cNvPr>
              <p:cNvSpPr>
                <a:spLocks noGrp="1" noRot="1" noChangeAspect="1" noMove="1" noResize="1" noEditPoints="1" noAdjustHandles="1" noChangeArrowheads="1" noChangeShapeType="1" noTextEdit="1"/>
              </p:cNvSpPr>
              <p:nvPr>
                <p:ph sz="quarter" idx="14"/>
              </p:nvPr>
            </p:nvSpPr>
            <p:spPr>
              <a:xfrm>
                <a:off x="7335525" y="576000"/>
                <a:ext cx="4846876" cy="6084000"/>
              </a:xfrm>
              <a:blipFill>
                <a:blip r:embed="rId5"/>
                <a:stretch>
                  <a:fillRect l="-1006" t="-501"/>
                </a:stretch>
              </a:blipFill>
            </p:spPr>
            <p:txBody>
              <a:bodyPr/>
              <a:lstStyle/>
              <a:p>
                <a:r>
                  <a:rPr lang="en-GB">
                    <a:noFill/>
                  </a:rPr>
                  <a:t> </a:t>
                </a:r>
              </a:p>
            </p:txBody>
          </p:sp>
        </mc:Fallback>
      </mc:AlternateContent>
    </p:spTree>
    <p:extLst>
      <p:ext uri="{BB962C8B-B14F-4D97-AF65-F5344CB8AC3E}">
        <p14:creationId xmlns:p14="http://schemas.microsoft.com/office/powerpoint/2010/main" val="4050771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4BE88-5713-ADDC-49FF-EA950A82D202}"/>
              </a:ext>
            </a:extLst>
          </p:cNvPr>
          <p:cNvSpPr>
            <a:spLocks noGrp="1"/>
          </p:cNvSpPr>
          <p:nvPr>
            <p:ph type="title"/>
          </p:nvPr>
        </p:nvSpPr>
        <p:spPr/>
        <p:txBody>
          <a:bodyPr>
            <a:normAutofit/>
          </a:bodyPr>
          <a:lstStyle/>
          <a:p>
            <a:r>
              <a:rPr lang="en-GB" dirty="0"/>
              <a:t>Demand aggregation</a:t>
            </a:r>
          </a:p>
        </p:txBody>
      </p:sp>
      <mc:AlternateContent xmlns:mc="http://schemas.openxmlformats.org/markup-compatibility/2006" xmlns:a14="http://schemas.microsoft.com/office/drawing/2010/main">
        <mc:Choice Requires="a14">
          <p:sp>
            <p:nvSpPr>
              <p:cNvPr id="15" name="Content Placeholder 6">
                <a:extLst>
                  <a:ext uri="{FF2B5EF4-FFF2-40B4-BE49-F238E27FC236}">
                    <a16:creationId xmlns:a16="http://schemas.microsoft.com/office/drawing/2014/main" id="{D0F702FE-7A37-F3DE-9911-0DBD7DF5E69B}"/>
                  </a:ext>
                </a:extLst>
              </p:cNvPr>
              <p:cNvSpPr txBox="1">
                <a:spLocks/>
              </p:cNvSpPr>
              <p:nvPr/>
            </p:nvSpPr>
            <p:spPr>
              <a:xfrm>
                <a:off x="7230409" y="757115"/>
                <a:ext cx="4863558" cy="3282904"/>
              </a:xfrm>
              <a:prstGeom prst="rect">
                <a:avLst/>
              </a:prstGeom>
              <a:solidFill>
                <a:schemeClr val="bg1"/>
              </a:solidFill>
            </p:spPr>
            <p:txBody>
              <a:bodyPr>
                <a:normAutofit/>
              </a:bodyPr>
              <a:lstStyle>
                <a:lvl1pPr marL="0" indent="0" algn="l" defTabSz="914400" rtl="0" eaLnBrk="1" latinLnBrk="0" hangingPunct="1">
                  <a:lnSpc>
                    <a:spcPct val="100000"/>
                  </a:lnSpc>
                  <a:spcBef>
                    <a:spcPts val="0"/>
                  </a:spcBef>
                  <a:spcAft>
                    <a:spcPts val="600"/>
                  </a:spcAft>
                  <a:buFontTx/>
                  <a:buNone/>
                  <a:defRPr lang="en-US" sz="1600" kern="1200" dirty="0">
                    <a:solidFill>
                      <a:schemeClr val="bg2">
                        <a:lumMod val="25000"/>
                      </a:schemeClr>
                    </a:solidFill>
                    <a:latin typeface="+mn-lt"/>
                    <a:ea typeface="+mn-ea"/>
                    <a:cs typeface="+mn-cs"/>
                  </a:defRPr>
                </a:lvl1pPr>
                <a:lvl2pPr marL="283464" indent="-283464" algn="l" defTabSz="914400" rtl="0" eaLnBrk="1" latinLnBrk="0" hangingPunct="1">
                  <a:lnSpc>
                    <a:spcPct val="100000"/>
                  </a:lnSpc>
                  <a:spcBef>
                    <a:spcPts val="0"/>
                  </a:spcBef>
                  <a:spcAft>
                    <a:spcPts val="600"/>
                  </a:spcAft>
                  <a:buFont typeface="Arial" panose="020B0604020202020204" pitchFamily="34" charset="0"/>
                  <a:buChar char="•"/>
                  <a:defRPr lang="en-US" sz="1600" kern="1200" dirty="0">
                    <a:solidFill>
                      <a:schemeClr val="bg2">
                        <a:lumMod val="25000"/>
                      </a:schemeClr>
                    </a:solidFill>
                    <a:latin typeface="+mn-lt"/>
                    <a:ea typeface="+mn-ea"/>
                    <a:cs typeface="+mn-cs"/>
                  </a:defRPr>
                </a:lvl2pPr>
                <a:lvl3pPr marL="685800" indent="-228600" algn="l" defTabSz="914400" rtl="0" eaLnBrk="1" latinLnBrk="0" hangingPunct="1">
                  <a:lnSpc>
                    <a:spcPct val="100000"/>
                  </a:lnSpc>
                  <a:spcBef>
                    <a:spcPts val="0"/>
                  </a:spcBef>
                  <a:spcAft>
                    <a:spcPts val="600"/>
                  </a:spcAft>
                  <a:buFont typeface="Arial" panose="020B0604020202020204" pitchFamily="34" charset="0"/>
                  <a:buChar char="•"/>
                  <a:defRPr lang="en-US" sz="1600" kern="1200" dirty="0">
                    <a:solidFill>
                      <a:schemeClr val="bg2">
                        <a:lumMod val="25000"/>
                      </a:schemeClr>
                    </a:solidFill>
                    <a:latin typeface="+mn-lt"/>
                    <a:ea typeface="+mn-ea"/>
                    <a:cs typeface="+mn-cs"/>
                  </a:defRPr>
                </a:lvl3pPr>
                <a:lvl4pPr marL="1143000" indent="-228600" algn="l" defTabSz="914400" rtl="0" eaLnBrk="1" latinLnBrk="0" hangingPunct="1">
                  <a:lnSpc>
                    <a:spcPct val="100000"/>
                  </a:lnSpc>
                  <a:spcBef>
                    <a:spcPts val="0"/>
                  </a:spcBef>
                  <a:spcAft>
                    <a:spcPts val="6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4pPr>
                <a:lvl5pPr marL="1600200" indent="-228600" algn="l" defTabSz="914400" rtl="0" eaLnBrk="1" latinLnBrk="0" hangingPunct="1">
                  <a:lnSpc>
                    <a:spcPct val="100000"/>
                  </a:lnSpc>
                  <a:spcBef>
                    <a:spcPts val="0"/>
                  </a:spcBef>
                  <a:spcAft>
                    <a:spcPts val="6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r>
                  <a:rPr lang="en-GB" b="1" dirty="0"/>
                  <a:t>Aggregate demand </a:t>
                </a:r>
                <a:r>
                  <a:rPr lang="en-GB" dirty="0"/>
                  <a:t>is a </a:t>
                </a:r>
                <a:r>
                  <a:rPr lang="en-GB" b="1" dirty="0"/>
                  <a:t>horizontal sum</a:t>
                </a:r>
              </a:p>
              <a:p>
                <a:pPr marL="457200" lvl="2" indent="0">
                  <a:buNone/>
                </a:pPr>
                <a:r>
                  <a:rPr lang="en-GB" i="1" dirty="0"/>
                  <a:t>This is sometimes called a “horizontal sum” because the summation is over the quantities for each price.</a:t>
                </a:r>
              </a:p>
              <a:p>
                <a:endParaRPr lang="en-GB" dirty="0"/>
              </a:p>
              <a:p>
                <a:r>
                  <a:rPr lang="en-GB" dirty="0"/>
                  <a:t>Computing </a:t>
                </a:r>
                <a:r>
                  <a:rPr lang="en-GB" b="1" dirty="0"/>
                  <a:t>aggregate demand </a:t>
                </a:r>
                <a:r>
                  <a:rPr lang="en-GB" dirty="0"/>
                  <a:t>requires the demand functions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𝑝</m:t>
                    </m:r>
                    <m:r>
                      <a:rPr lang="en-GB" b="0" i="1" smtClean="0">
                        <a:latin typeface="Cambria Math" panose="02040503050406030204" pitchFamily="18" charset="0"/>
                      </a:rPr>
                      <m:t>)</m:t>
                    </m:r>
                  </m:oMath>
                </a14:m>
                <a:r>
                  <a:rPr lang="en-GB" dirty="0"/>
                  <a:t>, not the inverse demands </a:t>
                </a:r>
                <a14:m>
                  <m:oMath xmlns:m="http://schemas.openxmlformats.org/officeDocument/2006/math">
                    <m:r>
                      <a:rPr lang="en-GB" b="0" i="1" smtClean="0">
                        <a:latin typeface="Cambria Math" panose="02040503050406030204" pitchFamily="18" charset="0"/>
                      </a:rPr>
                      <m:t>𝑣</m:t>
                    </m:r>
                    <m:r>
                      <a:rPr lang="en-GB" b="0" i="1" smtClean="0">
                        <a:latin typeface="Cambria Math" panose="02040503050406030204" pitchFamily="18" charset="0"/>
                      </a:rPr>
                      <m:t>(</m:t>
                    </m:r>
                    <m:r>
                      <a:rPr lang="en-GB" b="0" i="1" smtClean="0">
                        <a:latin typeface="Cambria Math" panose="02040503050406030204" pitchFamily="18" charset="0"/>
                      </a:rPr>
                      <m:t>𝑞</m:t>
                    </m:r>
                    <m:r>
                      <a:rPr lang="en-GB" b="0" i="1" smtClean="0">
                        <a:latin typeface="Cambria Math" panose="02040503050406030204" pitchFamily="18" charset="0"/>
                      </a:rPr>
                      <m:t>)</m:t>
                    </m:r>
                  </m:oMath>
                </a14:m>
                <a:endParaRPr lang="en-GB" dirty="0"/>
              </a:p>
              <a:p>
                <a:endParaRPr lang="en-GB" dirty="0"/>
              </a:p>
              <a:p>
                <a:r>
                  <a:rPr lang="en-GB" dirty="0"/>
                  <a:t>Similarly, </a:t>
                </a:r>
                <a:r>
                  <a:rPr lang="en-GB" b="1" dirty="0"/>
                  <a:t>aggregate supply </a:t>
                </a:r>
                <a:r>
                  <a:rPr lang="en-GB" dirty="0"/>
                  <a:t>is a horizontal sum</a:t>
                </a:r>
              </a:p>
            </p:txBody>
          </p:sp>
        </mc:Choice>
        <mc:Fallback xmlns="">
          <p:sp>
            <p:nvSpPr>
              <p:cNvPr id="15" name="Content Placeholder 6">
                <a:extLst>
                  <a:ext uri="{FF2B5EF4-FFF2-40B4-BE49-F238E27FC236}">
                    <a16:creationId xmlns:a16="http://schemas.microsoft.com/office/drawing/2014/main" id="{D0F702FE-7A37-F3DE-9911-0DBD7DF5E69B}"/>
                  </a:ext>
                </a:extLst>
              </p:cNvPr>
              <p:cNvSpPr txBox="1">
                <a:spLocks noRot="1" noChangeAspect="1" noMove="1" noResize="1" noEditPoints="1" noAdjustHandles="1" noChangeArrowheads="1" noChangeShapeType="1" noTextEdit="1"/>
              </p:cNvSpPr>
              <p:nvPr/>
            </p:nvSpPr>
            <p:spPr>
              <a:xfrm>
                <a:off x="7230409" y="757115"/>
                <a:ext cx="4863558" cy="3282904"/>
              </a:xfrm>
              <a:prstGeom prst="rect">
                <a:avLst/>
              </a:prstGeom>
              <a:blipFill>
                <a:blip r:embed="rId3"/>
                <a:stretch>
                  <a:fillRect l="-627" t="-742"/>
                </a:stretch>
              </a:blipFill>
            </p:spPr>
            <p:txBody>
              <a:bodyPr/>
              <a:lstStyle/>
              <a:p>
                <a:r>
                  <a:rPr lang="en-GB">
                    <a:noFill/>
                  </a:rPr>
                  <a:t> </a:t>
                </a:r>
              </a:p>
            </p:txBody>
          </p:sp>
        </mc:Fallback>
      </mc:AlternateContent>
      <p:sp>
        <p:nvSpPr>
          <p:cNvPr id="6" name="Freeform: Shape 5">
            <a:extLst>
              <a:ext uri="{FF2B5EF4-FFF2-40B4-BE49-F238E27FC236}">
                <a16:creationId xmlns:a16="http://schemas.microsoft.com/office/drawing/2014/main" id="{D37AC004-9AF2-4B8C-BD64-85A3697844CA}"/>
              </a:ext>
            </a:extLst>
          </p:cNvPr>
          <p:cNvSpPr/>
          <p:nvPr/>
        </p:nvSpPr>
        <p:spPr>
          <a:xfrm>
            <a:off x="189912" y="934666"/>
            <a:ext cx="248465" cy="7307"/>
          </a:xfrm>
          <a:custGeom>
            <a:avLst/>
            <a:gdLst>
              <a:gd name="csX0" fmla="*/ 46 w 248465"/>
              <a:gd name="csY0" fmla="*/ 15 h 7307"/>
              <a:gd name="csX1" fmla="*/ 248512 w 248465"/>
              <a:gd name="csY1" fmla="*/ 15 h 7307"/>
            </a:gdLst>
            <a:ahLst/>
            <a:cxnLst>
              <a:cxn ang="0">
                <a:pos x="csX0" y="csY0"/>
              </a:cxn>
              <a:cxn ang="0">
                <a:pos x="csX1" y="csY1"/>
              </a:cxn>
            </a:cxnLst>
            <a:rect l="l" t="t" r="r" b="b"/>
            <a:pathLst>
              <a:path w="248465" h="7307">
                <a:moveTo>
                  <a:pt x="46" y="15"/>
                </a:moveTo>
                <a:lnTo>
                  <a:pt x="248512" y="15"/>
                </a:lnTo>
              </a:path>
            </a:pathLst>
          </a:custGeom>
          <a:noFill/>
          <a:ln w="21901" cap="flat">
            <a:solidFill>
              <a:srgbClr val="006E82"/>
            </a:solidFill>
            <a:custDash>
              <a:ds d="2812500" sp="562500"/>
            </a:custDash>
            <a:round/>
          </a:ln>
        </p:spPr>
        <p:txBody>
          <a:bodyPr/>
          <a:lstStyle/>
          <a:p>
            <a:endParaRPr lang="en-GB"/>
          </a:p>
        </p:txBody>
      </p:sp>
      <p:sp>
        <p:nvSpPr>
          <p:cNvPr id="14" name="Freeform: Shape 13">
            <a:extLst>
              <a:ext uri="{FF2B5EF4-FFF2-40B4-BE49-F238E27FC236}">
                <a16:creationId xmlns:a16="http://schemas.microsoft.com/office/drawing/2014/main" id="{44F774B4-59EE-2AB6-47D1-BC0DB10DD278}"/>
              </a:ext>
            </a:extLst>
          </p:cNvPr>
          <p:cNvSpPr/>
          <p:nvPr/>
        </p:nvSpPr>
        <p:spPr>
          <a:xfrm>
            <a:off x="491017" y="885909"/>
            <a:ext cx="1489895" cy="128229"/>
          </a:xfrm>
          <a:custGeom>
            <a:avLst/>
            <a:gdLst>
              <a:gd name="csX0" fmla="*/ 19227 w 1489895"/>
              <a:gd name="csY0" fmla="*/ 89305 h 128229"/>
              <a:gd name="csX1" fmla="*/ 42064 w 1489895"/>
              <a:gd name="csY1" fmla="*/ 81198 h 128229"/>
              <a:gd name="csX2" fmla="*/ 48573 w 1489895"/>
              <a:gd name="csY2" fmla="*/ 52080 h 128229"/>
              <a:gd name="csX3" fmla="*/ 42064 w 1489895"/>
              <a:gd name="csY3" fmla="*/ 22849 h 128229"/>
              <a:gd name="csX4" fmla="*/ 19227 w 1489895"/>
              <a:gd name="csY4" fmla="*/ 14742 h 128229"/>
              <a:gd name="csX5" fmla="*/ 13061 w 1489895"/>
              <a:gd name="csY5" fmla="*/ 14742 h 128229"/>
              <a:gd name="csX6" fmla="*/ 13061 w 1489895"/>
              <a:gd name="csY6" fmla="*/ 89305 h 128229"/>
              <a:gd name="csX7" fmla="*/ 19570 w 1489895"/>
              <a:gd name="csY7" fmla="*/ 4009 h 128229"/>
              <a:gd name="csX8" fmla="*/ 51884 w 1489895"/>
              <a:gd name="csY8" fmla="*/ 15770 h 128229"/>
              <a:gd name="csX9" fmla="*/ 62275 w 1489895"/>
              <a:gd name="csY9" fmla="*/ 52080 h 128229"/>
              <a:gd name="csX10" fmla="*/ 51884 w 1489895"/>
              <a:gd name="csY10" fmla="*/ 88277 h 128229"/>
              <a:gd name="csX11" fmla="*/ 19570 w 1489895"/>
              <a:gd name="csY11" fmla="*/ 99924 h 128229"/>
              <a:gd name="csX12" fmla="*/ 44 w 1489895"/>
              <a:gd name="csY12" fmla="*/ 99924 h 128229"/>
              <a:gd name="csX13" fmla="*/ 44 w 1489895"/>
              <a:gd name="csY13" fmla="*/ 4009 h 128229"/>
              <a:gd name="csX14" fmla="*/ 141926 w 1489895"/>
              <a:gd name="csY14" fmla="*/ 60987 h 128229"/>
              <a:gd name="csX15" fmla="*/ 141926 w 1489895"/>
              <a:gd name="csY15" fmla="*/ 66811 h 128229"/>
              <a:gd name="csX16" fmla="*/ 90656 w 1489895"/>
              <a:gd name="csY16" fmla="*/ 66811 h 128229"/>
              <a:gd name="csX17" fmla="*/ 90656 w 1489895"/>
              <a:gd name="csY17" fmla="*/ 67153 h 128229"/>
              <a:gd name="csX18" fmla="*/ 96823 w 1489895"/>
              <a:gd name="csY18" fmla="*/ 85422 h 128229"/>
              <a:gd name="csX19" fmla="*/ 114179 w 1489895"/>
              <a:gd name="csY19" fmla="*/ 91817 h 128229"/>
              <a:gd name="csX20" fmla="*/ 125940 w 1489895"/>
              <a:gd name="csY20" fmla="*/ 89990 h 128229"/>
              <a:gd name="csX21" fmla="*/ 139071 w 1489895"/>
              <a:gd name="csY21" fmla="*/ 84509 h 128229"/>
              <a:gd name="csX22" fmla="*/ 139071 w 1489895"/>
              <a:gd name="csY22" fmla="*/ 96270 h 128229"/>
              <a:gd name="csX23" fmla="*/ 126054 w 1489895"/>
              <a:gd name="csY23" fmla="*/ 100381 h 128229"/>
              <a:gd name="csX24" fmla="*/ 113950 w 1489895"/>
              <a:gd name="csY24" fmla="*/ 101751 h 128229"/>
              <a:gd name="csX25" fmla="*/ 87802 w 1489895"/>
              <a:gd name="csY25" fmla="*/ 91703 h 128229"/>
              <a:gd name="csX26" fmla="*/ 78324 w 1489895"/>
              <a:gd name="csY26" fmla="*/ 64070 h 128229"/>
              <a:gd name="csX27" fmla="*/ 87574 w 1489895"/>
              <a:gd name="csY27" fmla="*/ 36551 h 128229"/>
              <a:gd name="csX28" fmla="*/ 112238 w 1489895"/>
              <a:gd name="csY28" fmla="*/ 26275 h 128229"/>
              <a:gd name="csX29" fmla="*/ 133932 w 1489895"/>
              <a:gd name="csY29" fmla="*/ 35638 h 128229"/>
              <a:gd name="csX30" fmla="*/ 141926 w 1489895"/>
              <a:gd name="csY30" fmla="*/ 60987 h 128229"/>
              <a:gd name="csX31" fmla="*/ 130051 w 1489895"/>
              <a:gd name="csY31" fmla="*/ 57561 h 128229"/>
              <a:gd name="csX32" fmla="*/ 125140 w 1489895"/>
              <a:gd name="csY32" fmla="*/ 41804 h 128229"/>
              <a:gd name="csX33" fmla="*/ 111781 w 1489895"/>
              <a:gd name="csY33" fmla="*/ 36323 h 128229"/>
              <a:gd name="csX34" fmla="*/ 97622 w 1489895"/>
              <a:gd name="csY34" fmla="*/ 42032 h 128229"/>
              <a:gd name="csX35" fmla="*/ 91113 w 1489895"/>
              <a:gd name="csY35" fmla="*/ 57561 h 128229"/>
              <a:gd name="csX36" fmla="*/ 193030 w 1489895"/>
              <a:gd name="csY36" fmla="*/ 35295 h 128229"/>
              <a:gd name="csX37" fmla="*/ 198511 w 1489895"/>
              <a:gd name="csY37" fmla="*/ 28559 h 128229"/>
              <a:gd name="csX38" fmla="*/ 206732 w 1489895"/>
              <a:gd name="csY38" fmla="*/ 26275 h 128229"/>
              <a:gd name="csX39" fmla="*/ 218950 w 1489895"/>
              <a:gd name="csY39" fmla="*/ 33012 h 128229"/>
              <a:gd name="csX40" fmla="*/ 222490 w 1489895"/>
              <a:gd name="csY40" fmla="*/ 58247 h 128229"/>
              <a:gd name="csX41" fmla="*/ 222490 w 1489895"/>
              <a:gd name="csY41" fmla="*/ 99924 h 128229"/>
              <a:gd name="csX42" fmla="*/ 211756 w 1489895"/>
              <a:gd name="csY42" fmla="*/ 99924 h 128229"/>
              <a:gd name="csX43" fmla="*/ 211756 w 1489895"/>
              <a:gd name="csY43" fmla="*/ 58703 h 128229"/>
              <a:gd name="csX44" fmla="*/ 210044 w 1489895"/>
              <a:gd name="csY44" fmla="*/ 39862 h 128229"/>
              <a:gd name="csX45" fmla="*/ 203878 w 1489895"/>
              <a:gd name="csY45" fmla="*/ 36094 h 128229"/>
              <a:gd name="csX46" fmla="*/ 196799 w 1489895"/>
              <a:gd name="csY46" fmla="*/ 40091 h 128229"/>
              <a:gd name="csX47" fmla="*/ 194972 w 1489895"/>
              <a:gd name="csY47" fmla="*/ 58703 h 128229"/>
              <a:gd name="csX48" fmla="*/ 194972 w 1489895"/>
              <a:gd name="csY48" fmla="*/ 99924 h 128229"/>
              <a:gd name="csX49" fmla="*/ 184124 w 1489895"/>
              <a:gd name="csY49" fmla="*/ 99924 h 128229"/>
              <a:gd name="csX50" fmla="*/ 184124 w 1489895"/>
              <a:gd name="csY50" fmla="*/ 58703 h 128229"/>
              <a:gd name="csX51" fmla="*/ 182297 w 1489895"/>
              <a:gd name="csY51" fmla="*/ 39748 h 128229"/>
              <a:gd name="csX52" fmla="*/ 175674 w 1489895"/>
              <a:gd name="csY52" fmla="*/ 36094 h 128229"/>
              <a:gd name="csX53" fmla="*/ 169166 w 1489895"/>
              <a:gd name="csY53" fmla="*/ 40091 h 128229"/>
              <a:gd name="csX54" fmla="*/ 167339 w 1489895"/>
              <a:gd name="csY54" fmla="*/ 58703 h 128229"/>
              <a:gd name="csX55" fmla="*/ 167339 w 1489895"/>
              <a:gd name="csY55" fmla="*/ 99924 h 128229"/>
              <a:gd name="csX56" fmla="*/ 156606 w 1489895"/>
              <a:gd name="csY56" fmla="*/ 99924 h 128229"/>
              <a:gd name="csX57" fmla="*/ 156606 w 1489895"/>
              <a:gd name="csY57" fmla="*/ 27987 h 128229"/>
              <a:gd name="csX58" fmla="*/ 167339 w 1489895"/>
              <a:gd name="csY58" fmla="*/ 27987 h 128229"/>
              <a:gd name="csX59" fmla="*/ 167339 w 1489895"/>
              <a:gd name="csY59" fmla="*/ 34153 h 128229"/>
              <a:gd name="csX60" fmla="*/ 172706 w 1489895"/>
              <a:gd name="csY60" fmla="*/ 28330 h 128229"/>
              <a:gd name="csX61" fmla="*/ 179899 w 1489895"/>
              <a:gd name="csY61" fmla="*/ 26275 h 128229"/>
              <a:gd name="csX62" fmla="*/ 188006 w 1489895"/>
              <a:gd name="csY62" fmla="*/ 28559 h 128229"/>
              <a:gd name="csX63" fmla="*/ 193030 w 1489895"/>
              <a:gd name="csY63" fmla="*/ 35295 h 128229"/>
              <a:gd name="csX64" fmla="*/ 273937 w 1489895"/>
              <a:gd name="csY64" fmla="*/ 63727 h 128229"/>
              <a:gd name="csX65" fmla="*/ 270055 w 1489895"/>
              <a:gd name="csY65" fmla="*/ 63727 h 128229"/>
              <a:gd name="csX66" fmla="*/ 254411 w 1489895"/>
              <a:gd name="csY66" fmla="*/ 67381 h 128229"/>
              <a:gd name="csX67" fmla="*/ 249159 w 1489895"/>
              <a:gd name="csY67" fmla="*/ 78228 h 128229"/>
              <a:gd name="csX68" fmla="*/ 253041 w 1489895"/>
              <a:gd name="csY68" fmla="*/ 88391 h 128229"/>
              <a:gd name="csX69" fmla="*/ 264003 w 1489895"/>
              <a:gd name="csY69" fmla="*/ 91931 h 128229"/>
              <a:gd name="csX70" fmla="*/ 279304 w 1489895"/>
              <a:gd name="csY70" fmla="*/ 85194 h 128229"/>
              <a:gd name="csX71" fmla="*/ 285013 w 1489895"/>
              <a:gd name="csY71" fmla="*/ 66353 h 128229"/>
              <a:gd name="csX72" fmla="*/ 285013 w 1489895"/>
              <a:gd name="csY72" fmla="*/ 63727 h 128229"/>
              <a:gd name="csX73" fmla="*/ 296888 w 1489895"/>
              <a:gd name="csY73" fmla="*/ 58931 h 128229"/>
              <a:gd name="csX74" fmla="*/ 296888 w 1489895"/>
              <a:gd name="csY74" fmla="*/ 99924 h 128229"/>
              <a:gd name="csX75" fmla="*/ 285013 w 1489895"/>
              <a:gd name="csY75" fmla="*/ 99924 h 128229"/>
              <a:gd name="csX76" fmla="*/ 285013 w 1489895"/>
              <a:gd name="csY76" fmla="*/ 89305 h 128229"/>
              <a:gd name="csX77" fmla="*/ 275421 w 1489895"/>
              <a:gd name="csY77" fmla="*/ 98782 h 128229"/>
              <a:gd name="csX78" fmla="*/ 261491 w 1489895"/>
              <a:gd name="csY78" fmla="*/ 101751 h 128229"/>
              <a:gd name="csX79" fmla="*/ 243906 w 1489895"/>
              <a:gd name="csY79" fmla="*/ 95584 h 128229"/>
              <a:gd name="csX80" fmla="*/ 237398 w 1489895"/>
              <a:gd name="csY80" fmla="*/ 79028 h 128229"/>
              <a:gd name="csX81" fmla="*/ 245391 w 1489895"/>
              <a:gd name="csY81" fmla="*/ 60758 h 128229"/>
              <a:gd name="csX82" fmla="*/ 269142 w 1489895"/>
              <a:gd name="csY82" fmla="*/ 54478 h 128229"/>
              <a:gd name="csX83" fmla="*/ 285013 w 1489895"/>
              <a:gd name="csY83" fmla="*/ 54478 h 128229"/>
              <a:gd name="csX84" fmla="*/ 285013 w 1489895"/>
              <a:gd name="csY84" fmla="*/ 52651 h 128229"/>
              <a:gd name="csX85" fmla="*/ 280560 w 1489895"/>
              <a:gd name="csY85" fmla="*/ 40205 h 128229"/>
              <a:gd name="csX86" fmla="*/ 266858 w 1489895"/>
              <a:gd name="csY86" fmla="*/ 36323 h 128229"/>
              <a:gd name="csX87" fmla="*/ 254640 w 1489895"/>
              <a:gd name="csY87" fmla="*/ 38035 h 128229"/>
              <a:gd name="csX88" fmla="*/ 242651 w 1489895"/>
              <a:gd name="csY88" fmla="*/ 43060 h 128229"/>
              <a:gd name="csX89" fmla="*/ 242651 w 1489895"/>
              <a:gd name="csY89" fmla="*/ 31299 h 128229"/>
              <a:gd name="csX90" fmla="*/ 255211 w 1489895"/>
              <a:gd name="csY90" fmla="*/ 27531 h 128229"/>
              <a:gd name="csX91" fmla="*/ 266858 w 1489895"/>
              <a:gd name="csY91" fmla="*/ 26275 h 128229"/>
              <a:gd name="csX92" fmla="*/ 282044 w 1489895"/>
              <a:gd name="csY92" fmla="*/ 28901 h 128229"/>
              <a:gd name="csX93" fmla="*/ 292321 w 1489895"/>
              <a:gd name="csY93" fmla="*/ 36780 h 128229"/>
              <a:gd name="csX94" fmla="*/ 295861 w 1489895"/>
              <a:gd name="csY94" fmla="*/ 44772 h 128229"/>
              <a:gd name="csX95" fmla="*/ 296888 w 1489895"/>
              <a:gd name="csY95" fmla="*/ 58931 h 128229"/>
              <a:gd name="csX96" fmla="*/ 375511 w 1489895"/>
              <a:gd name="csY96" fmla="*/ 55391 h 128229"/>
              <a:gd name="csX97" fmla="*/ 375511 w 1489895"/>
              <a:gd name="csY97" fmla="*/ 99924 h 128229"/>
              <a:gd name="csX98" fmla="*/ 363636 w 1489895"/>
              <a:gd name="csY98" fmla="*/ 99924 h 128229"/>
              <a:gd name="csX99" fmla="*/ 363636 w 1489895"/>
              <a:gd name="csY99" fmla="*/ 55391 h 128229"/>
              <a:gd name="csX100" fmla="*/ 360211 w 1489895"/>
              <a:gd name="csY100" fmla="*/ 41119 h 128229"/>
              <a:gd name="csX101" fmla="*/ 349592 w 1489895"/>
              <a:gd name="csY101" fmla="*/ 36551 h 128229"/>
              <a:gd name="csX102" fmla="*/ 336803 w 1489895"/>
              <a:gd name="csY102" fmla="*/ 42489 h 128229"/>
              <a:gd name="csX103" fmla="*/ 332350 w 1489895"/>
              <a:gd name="csY103" fmla="*/ 59274 h 128229"/>
              <a:gd name="csX104" fmla="*/ 332350 w 1489895"/>
              <a:gd name="csY104" fmla="*/ 99924 h 128229"/>
              <a:gd name="csX105" fmla="*/ 320589 w 1489895"/>
              <a:gd name="csY105" fmla="*/ 99924 h 128229"/>
              <a:gd name="csX106" fmla="*/ 320589 w 1489895"/>
              <a:gd name="csY106" fmla="*/ 27987 h 128229"/>
              <a:gd name="csX107" fmla="*/ 332350 w 1489895"/>
              <a:gd name="csY107" fmla="*/ 27987 h 128229"/>
              <a:gd name="csX108" fmla="*/ 332350 w 1489895"/>
              <a:gd name="csY108" fmla="*/ 38721 h 128229"/>
              <a:gd name="csX109" fmla="*/ 340914 w 1489895"/>
              <a:gd name="csY109" fmla="*/ 29472 h 128229"/>
              <a:gd name="csX110" fmla="*/ 353703 w 1489895"/>
              <a:gd name="csY110" fmla="*/ 26275 h 128229"/>
              <a:gd name="csX111" fmla="*/ 370031 w 1489895"/>
              <a:gd name="csY111" fmla="*/ 33468 h 128229"/>
              <a:gd name="csX112" fmla="*/ 375511 w 1489895"/>
              <a:gd name="csY112" fmla="*/ 55391 h 128229"/>
              <a:gd name="csX113" fmla="*/ 442371 w 1489895"/>
              <a:gd name="csY113" fmla="*/ 37122 h 128229"/>
              <a:gd name="csX114" fmla="*/ 442371 w 1489895"/>
              <a:gd name="csY114" fmla="*/ 12 h 128229"/>
              <a:gd name="csX115" fmla="*/ 454136 w 1489895"/>
              <a:gd name="csY115" fmla="*/ 12 h 128229"/>
              <a:gd name="csX116" fmla="*/ 454136 w 1489895"/>
              <a:gd name="csY116" fmla="*/ 99924 h 128229"/>
              <a:gd name="csX117" fmla="*/ 442371 w 1489895"/>
              <a:gd name="csY117" fmla="*/ 99924 h 128229"/>
              <a:gd name="csX118" fmla="*/ 442371 w 1489895"/>
              <a:gd name="csY118" fmla="*/ 90903 h 128229"/>
              <a:gd name="csX119" fmla="*/ 434493 w 1489895"/>
              <a:gd name="csY119" fmla="*/ 99010 h 128229"/>
              <a:gd name="csX120" fmla="*/ 423078 w 1489895"/>
              <a:gd name="csY120" fmla="*/ 101751 h 128229"/>
              <a:gd name="csX121" fmla="*/ 402523 w 1489895"/>
              <a:gd name="csY121" fmla="*/ 91703 h 128229"/>
              <a:gd name="csX122" fmla="*/ 395101 w 1489895"/>
              <a:gd name="csY122" fmla="*/ 63727 h 128229"/>
              <a:gd name="csX123" fmla="*/ 402637 w 1489895"/>
              <a:gd name="csY123" fmla="*/ 36323 h 128229"/>
              <a:gd name="csX124" fmla="*/ 423078 w 1489895"/>
              <a:gd name="csY124" fmla="*/ 26275 h 128229"/>
              <a:gd name="csX125" fmla="*/ 434493 w 1489895"/>
              <a:gd name="csY125" fmla="*/ 29129 h 128229"/>
              <a:gd name="csX126" fmla="*/ 442371 w 1489895"/>
              <a:gd name="csY126" fmla="*/ 37122 h 128229"/>
              <a:gd name="csX127" fmla="*/ 407547 w 1489895"/>
              <a:gd name="csY127" fmla="*/ 64070 h 128229"/>
              <a:gd name="csX128" fmla="*/ 411887 w 1489895"/>
              <a:gd name="csY128" fmla="*/ 84851 h 128229"/>
              <a:gd name="csX129" fmla="*/ 424905 w 1489895"/>
              <a:gd name="csY129" fmla="*/ 91817 h 128229"/>
              <a:gd name="csX130" fmla="*/ 437803 w 1489895"/>
              <a:gd name="csY130" fmla="*/ 84737 h 128229"/>
              <a:gd name="csX131" fmla="*/ 442371 w 1489895"/>
              <a:gd name="csY131" fmla="*/ 64070 h 128229"/>
              <a:gd name="csX132" fmla="*/ 437803 w 1489895"/>
              <a:gd name="csY132" fmla="*/ 43402 h 128229"/>
              <a:gd name="csX133" fmla="*/ 424905 w 1489895"/>
              <a:gd name="csY133" fmla="*/ 36323 h 128229"/>
              <a:gd name="csX134" fmla="*/ 411887 w 1489895"/>
              <a:gd name="csY134" fmla="*/ 43288 h 128229"/>
              <a:gd name="csX135" fmla="*/ 407547 w 1489895"/>
              <a:gd name="csY135" fmla="*/ 64070 h 128229"/>
              <a:gd name="csX136" fmla="*/ 613892 w 1489895"/>
              <a:gd name="csY136" fmla="*/ 12 h 128229"/>
              <a:gd name="csX137" fmla="*/ 613892 w 1489895"/>
              <a:gd name="csY137" fmla="*/ 9832 h 128229"/>
              <a:gd name="csX138" fmla="*/ 600417 w 1489895"/>
              <a:gd name="csY138" fmla="*/ 9832 h 128229"/>
              <a:gd name="csX139" fmla="*/ 591625 w 1489895"/>
              <a:gd name="csY139" fmla="*/ 12458 h 128229"/>
              <a:gd name="csX140" fmla="*/ 589119 w 1489895"/>
              <a:gd name="csY140" fmla="*/ 21593 h 128229"/>
              <a:gd name="csX141" fmla="*/ 589119 w 1489895"/>
              <a:gd name="csY141" fmla="*/ 27987 h 128229"/>
              <a:gd name="csX142" fmla="*/ 613892 w 1489895"/>
              <a:gd name="csY142" fmla="*/ 27987 h 128229"/>
              <a:gd name="csX143" fmla="*/ 613892 w 1489895"/>
              <a:gd name="csY143" fmla="*/ 37122 h 128229"/>
              <a:gd name="csX144" fmla="*/ 589119 w 1489895"/>
              <a:gd name="csY144" fmla="*/ 37122 h 128229"/>
              <a:gd name="csX145" fmla="*/ 589119 w 1489895"/>
              <a:gd name="csY145" fmla="*/ 99924 h 128229"/>
              <a:gd name="csX146" fmla="*/ 577353 w 1489895"/>
              <a:gd name="csY146" fmla="*/ 99924 h 128229"/>
              <a:gd name="csX147" fmla="*/ 577353 w 1489895"/>
              <a:gd name="csY147" fmla="*/ 37122 h 128229"/>
              <a:gd name="csX148" fmla="*/ 558170 w 1489895"/>
              <a:gd name="csY148" fmla="*/ 37122 h 128229"/>
              <a:gd name="csX149" fmla="*/ 558170 w 1489895"/>
              <a:gd name="csY149" fmla="*/ 27987 h 128229"/>
              <a:gd name="csX150" fmla="*/ 577353 w 1489895"/>
              <a:gd name="csY150" fmla="*/ 27987 h 128229"/>
              <a:gd name="csX151" fmla="*/ 577353 w 1489895"/>
              <a:gd name="csY151" fmla="*/ 22964 h 128229"/>
              <a:gd name="csX152" fmla="*/ 582725 w 1489895"/>
              <a:gd name="csY152" fmla="*/ 5608 h 128229"/>
              <a:gd name="csX153" fmla="*/ 599737 w 1489895"/>
              <a:gd name="csY153" fmla="*/ 12 h 128229"/>
              <a:gd name="csX154" fmla="*/ 699029 w 1489895"/>
              <a:gd name="csY154" fmla="*/ 42832 h 128229"/>
              <a:gd name="csX155" fmla="*/ 691260 w 1489895"/>
              <a:gd name="csY155" fmla="*/ 38493 h 128229"/>
              <a:gd name="csX156" fmla="*/ 682696 w 1489895"/>
              <a:gd name="csY156" fmla="*/ 37122 h 128229"/>
              <a:gd name="csX157" fmla="*/ 665800 w 1489895"/>
              <a:gd name="csY157" fmla="*/ 44088 h 128229"/>
              <a:gd name="csX158" fmla="*/ 659975 w 1489895"/>
              <a:gd name="csY158" fmla="*/ 64184 h 128229"/>
              <a:gd name="csX159" fmla="*/ 659975 w 1489895"/>
              <a:gd name="csY159" fmla="*/ 99924 h 128229"/>
              <a:gd name="csX160" fmla="*/ 648100 w 1489895"/>
              <a:gd name="csY160" fmla="*/ 99924 h 128229"/>
              <a:gd name="csX161" fmla="*/ 648100 w 1489895"/>
              <a:gd name="csY161" fmla="*/ 27987 h 128229"/>
              <a:gd name="csX162" fmla="*/ 659975 w 1489895"/>
              <a:gd name="csY162" fmla="*/ 27987 h 128229"/>
              <a:gd name="csX163" fmla="*/ 659975 w 1489895"/>
              <a:gd name="csY163" fmla="*/ 42032 h 128229"/>
              <a:gd name="csX164" fmla="*/ 668993 w 1489895"/>
              <a:gd name="csY164" fmla="*/ 30386 h 128229"/>
              <a:gd name="csX165" fmla="*/ 683609 w 1489895"/>
              <a:gd name="csY165" fmla="*/ 26275 h 128229"/>
              <a:gd name="csX166" fmla="*/ 691721 w 1489895"/>
              <a:gd name="csY166" fmla="*/ 27416 h 128229"/>
              <a:gd name="csX167" fmla="*/ 699029 w 1489895"/>
              <a:gd name="csY167" fmla="*/ 30728 h 128229"/>
              <a:gd name="csX168" fmla="*/ 743621 w 1489895"/>
              <a:gd name="csY168" fmla="*/ 36323 h 128229"/>
              <a:gd name="csX169" fmla="*/ 729919 w 1489895"/>
              <a:gd name="csY169" fmla="*/ 43288 h 128229"/>
              <a:gd name="csX170" fmla="*/ 725351 w 1489895"/>
              <a:gd name="csY170" fmla="*/ 64070 h 128229"/>
              <a:gd name="csX171" fmla="*/ 729919 w 1489895"/>
              <a:gd name="csY171" fmla="*/ 84737 h 128229"/>
              <a:gd name="csX172" fmla="*/ 743621 w 1489895"/>
              <a:gd name="csY172" fmla="*/ 91817 h 128229"/>
              <a:gd name="csX173" fmla="*/ 757213 w 1489895"/>
              <a:gd name="csY173" fmla="*/ 84737 h 128229"/>
              <a:gd name="csX174" fmla="*/ 761890 w 1489895"/>
              <a:gd name="csY174" fmla="*/ 64070 h 128229"/>
              <a:gd name="csX175" fmla="*/ 757213 w 1489895"/>
              <a:gd name="csY175" fmla="*/ 43288 h 128229"/>
              <a:gd name="csX176" fmla="*/ 743621 w 1489895"/>
              <a:gd name="csY176" fmla="*/ 36323 h 128229"/>
              <a:gd name="csX177" fmla="*/ 743621 w 1489895"/>
              <a:gd name="csY177" fmla="*/ 26275 h 128229"/>
              <a:gd name="csX178" fmla="*/ 766458 w 1489895"/>
              <a:gd name="csY178" fmla="*/ 35980 h 128229"/>
              <a:gd name="csX179" fmla="*/ 774453 w 1489895"/>
              <a:gd name="csY179" fmla="*/ 64070 h 128229"/>
              <a:gd name="csX180" fmla="*/ 766458 w 1489895"/>
              <a:gd name="csY180" fmla="*/ 92159 h 128229"/>
              <a:gd name="csX181" fmla="*/ 743621 w 1489895"/>
              <a:gd name="csY181" fmla="*/ 101751 h 128229"/>
              <a:gd name="csX182" fmla="*/ 720674 w 1489895"/>
              <a:gd name="csY182" fmla="*/ 92159 h 128229"/>
              <a:gd name="csX183" fmla="*/ 712789 w 1489895"/>
              <a:gd name="csY183" fmla="*/ 64070 h 128229"/>
              <a:gd name="csX184" fmla="*/ 720674 w 1489895"/>
              <a:gd name="csY184" fmla="*/ 35980 h 128229"/>
              <a:gd name="csX185" fmla="*/ 743621 w 1489895"/>
              <a:gd name="csY185" fmla="*/ 26275 h 128229"/>
              <a:gd name="csX186" fmla="*/ 826586 w 1489895"/>
              <a:gd name="csY186" fmla="*/ 35295 h 128229"/>
              <a:gd name="csX187" fmla="*/ 832067 w 1489895"/>
              <a:gd name="csY187" fmla="*/ 28559 h 128229"/>
              <a:gd name="csX188" fmla="*/ 840289 w 1489895"/>
              <a:gd name="csY188" fmla="*/ 26275 h 128229"/>
              <a:gd name="csX189" fmla="*/ 852507 w 1489895"/>
              <a:gd name="csY189" fmla="*/ 33012 h 128229"/>
              <a:gd name="csX190" fmla="*/ 856044 w 1489895"/>
              <a:gd name="csY190" fmla="*/ 58247 h 128229"/>
              <a:gd name="csX191" fmla="*/ 856044 w 1489895"/>
              <a:gd name="csY191" fmla="*/ 99924 h 128229"/>
              <a:gd name="csX192" fmla="*/ 845309 w 1489895"/>
              <a:gd name="csY192" fmla="*/ 99924 h 128229"/>
              <a:gd name="csX193" fmla="*/ 845309 w 1489895"/>
              <a:gd name="csY193" fmla="*/ 58703 h 128229"/>
              <a:gd name="csX194" fmla="*/ 843599 w 1489895"/>
              <a:gd name="csY194" fmla="*/ 39862 h 128229"/>
              <a:gd name="csX195" fmla="*/ 837431 w 1489895"/>
              <a:gd name="csY195" fmla="*/ 36094 h 128229"/>
              <a:gd name="csX196" fmla="*/ 830350 w 1489895"/>
              <a:gd name="csY196" fmla="*/ 40091 h 128229"/>
              <a:gd name="csX197" fmla="*/ 828523 w 1489895"/>
              <a:gd name="csY197" fmla="*/ 58703 h 128229"/>
              <a:gd name="csX198" fmla="*/ 828523 w 1489895"/>
              <a:gd name="csY198" fmla="*/ 99924 h 128229"/>
              <a:gd name="csX199" fmla="*/ 817678 w 1489895"/>
              <a:gd name="csY199" fmla="*/ 99924 h 128229"/>
              <a:gd name="csX200" fmla="*/ 817678 w 1489895"/>
              <a:gd name="csY200" fmla="*/ 58703 h 128229"/>
              <a:gd name="csX201" fmla="*/ 815851 w 1489895"/>
              <a:gd name="csY201" fmla="*/ 39748 h 128229"/>
              <a:gd name="csX202" fmla="*/ 809230 w 1489895"/>
              <a:gd name="csY202" fmla="*/ 36094 h 128229"/>
              <a:gd name="csX203" fmla="*/ 802719 w 1489895"/>
              <a:gd name="csY203" fmla="*/ 40091 h 128229"/>
              <a:gd name="csX204" fmla="*/ 800892 w 1489895"/>
              <a:gd name="csY204" fmla="*/ 58703 h 128229"/>
              <a:gd name="csX205" fmla="*/ 800892 w 1489895"/>
              <a:gd name="csY205" fmla="*/ 99924 h 128229"/>
              <a:gd name="csX206" fmla="*/ 790157 w 1489895"/>
              <a:gd name="csY206" fmla="*/ 99924 h 128229"/>
              <a:gd name="csX207" fmla="*/ 790157 w 1489895"/>
              <a:gd name="csY207" fmla="*/ 27987 h 128229"/>
              <a:gd name="csX208" fmla="*/ 800892 w 1489895"/>
              <a:gd name="csY208" fmla="*/ 27987 h 128229"/>
              <a:gd name="csX209" fmla="*/ 800892 w 1489895"/>
              <a:gd name="csY209" fmla="*/ 34153 h 128229"/>
              <a:gd name="csX210" fmla="*/ 806256 w 1489895"/>
              <a:gd name="csY210" fmla="*/ 28330 h 128229"/>
              <a:gd name="csX211" fmla="*/ 813454 w 1489895"/>
              <a:gd name="csY211" fmla="*/ 26275 h 128229"/>
              <a:gd name="csX212" fmla="*/ 821559 w 1489895"/>
              <a:gd name="csY212" fmla="*/ 28559 h 128229"/>
              <a:gd name="csX213" fmla="*/ 826586 w 1489895"/>
              <a:gd name="csY213" fmla="*/ 35295 h 128229"/>
              <a:gd name="csX214" fmla="*/ 996734 w 1489895"/>
              <a:gd name="csY214" fmla="*/ 63385 h 128229"/>
              <a:gd name="csX215" fmla="*/ 992394 w 1489895"/>
              <a:gd name="csY215" fmla="*/ 43174 h 128229"/>
              <a:gd name="csX216" fmla="*/ 979722 w 1489895"/>
              <a:gd name="csY216" fmla="*/ 36323 h 128229"/>
              <a:gd name="csX217" fmla="*/ 966473 w 1489895"/>
              <a:gd name="csY217" fmla="*/ 43174 h 128229"/>
              <a:gd name="csX218" fmla="*/ 961905 w 1489895"/>
              <a:gd name="csY218" fmla="*/ 63385 h 128229"/>
              <a:gd name="csX219" fmla="*/ 966473 w 1489895"/>
              <a:gd name="csY219" fmla="*/ 83595 h 128229"/>
              <a:gd name="csX220" fmla="*/ 979831 w 1489895"/>
              <a:gd name="csY220" fmla="*/ 90561 h 128229"/>
              <a:gd name="csX221" fmla="*/ 992394 w 1489895"/>
              <a:gd name="csY221" fmla="*/ 83595 h 128229"/>
              <a:gd name="csX222" fmla="*/ 996734 w 1489895"/>
              <a:gd name="csY222" fmla="*/ 63385 h 128229"/>
              <a:gd name="csX223" fmla="*/ 1008493 w 1489895"/>
              <a:gd name="csY223" fmla="*/ 95242 h 128229"/>
              <a:gd name="csX224" fmla="*/ 1000841 w 1489895"/>
              <a:gd name="csY224" fmla="*/ 119792 h 128229"/>
              <a:gd name="csX225" fmla="*/ 978348 w 1489895"/>
              <a:gd name="csY225" fmla="*/ 128242 h 128229"/>
              <a:gd name="csX226" fmla="*/ 968190 w 1489895"/>
              <a:gd name="csY226" fmla="*/ 127328 h 128229"/>
              <a:gd name="csX227" fmla="*/ 957564 w 1489895"/>
              <a:gd name="csY227" fmla="*/ 124702 h 128229"/>
              <a:gd name="csX228" fmla="*/ 957564 w 1489895"/>
              <a:gd name="csY228" fmla="*/ 112941 h 128229"/>
              <a:gd name="csX229" fmla="*/ 968987 w 1489895"/>
              <a:gd name="csY229" fmla="*/ 117280 h 128229"/>
              <a:gd name="csX230" fmla="*/ 978348 w 1489895"/>
              <a:gd name="csY230" fmla="*/ 118764 h 128229"/>
              <a:gd name="csX231" fmla="*/ 992277 w 1489895"/>
              <a:gd name="csY231" fmla="*/ 113512 h 128229"/>
              <a:gd name="csX232" fmla="*/ 996734 w 1489895"/>
              <a:gd name="csY232" fmla="*/ 97069 h 128229"/>
              <a:gd name="csX233" fmla="*/ 996734 w 1489895"/>
              <a:gd name="csY233" fmla="*/ 96498 h 128229"/>
              <a:gd name="csX234" fmla="*/ 996734 w 1489895"/>
              <a:gd name="csY234" fmla="*/ 88505 h 128229"/>
              <a:gd name="csX235" fmla="*/ 988966 w 1489895"/>
              <a:gd name="csY235" fmla="*/ 97526 h 128229"/>
              <a:gd name="csX236" fmla="*/ 977091 w 1489895"/>
              <a:gd name="csY236" fmla="*/ 100495 h 128229"/>
              <a:gd name="csX237" fmla="*/ 956994 w 1489895"/>
              <a:gd name="csY237" fmla="*/ 90446 h 128229"/>
              <a:gd name="csX238" fmla="*/ 949460 w 1489895"/>
              <a:gd name="csY238" fmla="*/ 63385 h 128229"/>
              <a:gd name="csX239" fmla="*/ 956994 w 1489895"/>
              <a:gd name="csY239" fmla="*/ 36323 h 128229"/>
              <a:gd name="csX240" fmla="*/ 977091 w 1489895"/>
              <a:gd name="csY240" fmla="*/ 26275 h 128229"/>
              <a:gd name="csX241" fmla="*/ 988856 w 1489895"/>
              <a:gd name="csY241" fmla="*/ 29015 h 128229"/>
              <a:gd name="csX242" fmla="*/ 996734 w 1489895"/>
              <a:gd name="csY242" fmla="*/ 37579 h 128229"/>
              <a:gd name="csX243" fmla="*/ 996734 w 1489895"/>
              <a:gd name="csY243" fmla="*/ 28216 h 128229"/>
              <a:gd name="csX244" fmla="*/ 1008493 w 1489895"/>
              <a:gd name="csY244" fmla="*/ 28216 h 128229"/>
              <a:gd name="csX245" fmla="*/ 1094995 w 1489895"/>
              <a:gd name="csY245" fmla="*/ 42832 h 128229"/>
              <a:gd name="csX246" fmla="*/ 1087234 w 1489895"/>
              <a:gd name="csY246" fmla="*/ 38493 h 128229"/>
              <a:gd name="csX247" fmla="*/ 1078670 w 1489895"/>
              <a:gd name="csY247" fmla="*/ 37122 h 128229"/>
              <a:gd name="csX248" fmla="*/ 1061767 w 1489895"/>
              <a:gd name="csY248" fmla="*/ 44088 h 128229"/>
              <a:gd name="csX249" fmla="*/ 1055942 w 1489895"/>
              <a:gd name="csY249" fmla="*/ 64184 h 128229"/>
              <a:gd name="csX250" fmla="*/ 1055942 w 1489895"/>
              <a:gd name="csY250" fmla="*/ 99924 h 128229"/>
              <a:gd name="csX251" fmla="*/ 1044067 w 1489895"/>
              <a:gd name="csY251" fmla="*/ 99924 h 128229"/>
              <a:gd name="csX252" fmla="*/ 1044067 w 1489895"/>
              <a:gd name="csY252" fmla="*/ 27987 h 128229"/>
              <a:gd name="csX253" fmla="*/ 1055942 w 1489895"/>
              <a:gd name="csY253" fmla="*/ 27987 h 128229"/>
              <a:gd name="csX254" fmla="*/ 1055942 w 1489895"/>
              <a:gd name="csY254" fmla="*/ 42032 h 128229"/>
              <a:gd name="csX255" fmla="*/ 1064967 w 1489895"/>
              <a:gd name="csY255" fmla="*/ 30386 h 128229"/>
              <a:gd name="csX256" fmla="*/ 1079583 w 1489895"/>
              <a:gd name="csY256" fmla="*/ 26275 h 128229"/>
              <a:gd name="csX257" fmla="*/ 1087687 w 1489895"/>
              <a:gd name="csY257" fmla="*/ 27416 h 128229"/>
              <a:gd name="csX258" fmla="*/ 1094995 w 1489895"/>
              <a:gd name="csY258" fmla="*/ 30728 h 128229"/>
              <a:gd name="csX259" fmla="*/ 1139595 w 1489895"/>
              <a:gd name="csY259" fmla="*/ 36323 h 128229"/>
              <a:gd name="csX260" fmla="*/ 1125893 w 1489895"/>
              <a:gd name="csY260" fmla="*/ 43288 h 128229"/>
              <a:gd name="csX261" fmla="*/ 1121325 w 1489895"/>
              <a:gd name="csY261" fmla="*/ 64070 h 128229"/>
              <a:gd name="csX262" fmla="*/ 1125893 w 1489895"/>
              <a:gd name="csY262" fmla="*/ 84737 h 128229"/>
              <a:gd name="csX263" fmla="*/ 1139595 w 1489895"/>
              <a:gd name="csY263" fmla="*/ 91817 h 128229"/>
              <a:gd name="csX264" fmla="*/ 1153180 w 1489895"/>
              <a:gd name="csY264" fmla="*/ 84737 h 128229"/>
              <a:gd name="csX265" fmla="*/ 1157865 w 1489895"/>
              <a:gd name="csY265" fmla="*/ 64070 h 128229"/>
              <a:gd name="csX266" fmla="*/ 1153180 w 1489895"/>
              <a:gd name="csY266" fmla="*/ 43288 h 128229"/>
              <a:gd name="csX267" fmla="*/ 1139595 w 1489895"/>
              <a:gd name="csY267" fmla="*/ 36323 h 128229"/>
              <a:gd name="csX268" fmla="*/ 1139595 w 1489895"/>
              <a:gd name="csY268" fmla="*/ 26275 h 128229"/>
              <a:gd name="csX269" fmla="*/ 1162432 w 1489895"/>
              <a:gd name="csY269" fmla="*/ 35980 h 128229"/>
              <a:gd name="csX270" fmla="*/ 1170419 w 1489895"/>
              <a:gd name="csY270" fmla="*/ 64070 h 128229"/>
              <a:gd name="csX271" fmla="*/ 1162432 w 1489895"/>
              <a:gd name="csY271" fmla="*/ 92159 h 128229"/>
              <a:gd name="csX272" fmla="*/ 1139595 w 1489895"/>
              <a:gd name="csY272" fmla="*/ 101751 h 128229"/>
              <a:gd name="csX273" fmla="*/ 1116641 w 1489895"/>
              <a:gd name="csY273" fmla="*/ 92159 h 128229"/>
              <a:gd name="csX274" fmla="*/ 1108763 w 1489895"/>
              <a:gd name="csY274" fmla="*/ 64070 h 128229"/>
              <a:gd name="csX275" fmla="*/ 1116641 w 1489895"/>
              <a:gd name="csY275" fmla="*/ 35980 h 128229"/>
              <a:gd name="csX276" fmla="*/ 1139595 w 1489895"/>
              <a:gd name="csY276" fmla="*/ 26275 h 128229"/>
              <a:gd name="csX277" fmla="*/ 1191729 w 1489895"/>
              <a:gd name="csY277" fmla="*/ 72634 h 128229"/>
              <a:gd name="csX278" fmla="*/ 1191729 w 1489895"/>
              <a:gd name="csY278" fmla="*/ 28102 h 128229"/>
              <a:gd name="csX279" fmla="*/ 1203487 w 1489895"/>
              <a:gd name="csY279" fmla="*/ 28102 h 128229"/>
              <a:gd name="csX280" fmla="*/ 1203487 w 1489895"/>
              <a:gd name="csY280" fmla="*/ 72634 h 128229"/>
              <a:gd name="csX281" fmla="*/ 1206915 w 1489895"/>
              <a:gd name="csY281" fmla="*/ 86907 h 128229"/>
              <a:gd name="csX282" fmla="*/ 1217533 w 1489895"/>
              <a:gd name="csY282" fmla="*/ 91475 h 128229"/>
              <a:gd name="csX283" fmla="*/ 1230321 w 1489895"/>
              <a:gd name="csY283" fmla="*/ 85651 h 128229"/>
              <a:gd name="csX284" fmla="*/ 1234772 w 1489895"/>
              <a:gd name="csY284" fmla="*/ 68752 h 128229"/>
              <a:gd name="csX285" fmla="*/ 1234772 w 1489895"/>
              <a:gd name="csY285" fmla="*/ 28102 h 128229"/>
              <a:gd name="csX286" fmla="*/ 1246647 w 1489895"/>
              <a:gd name="csY286" fmla="*/ 28102 h 128229"/>
              <a:gd name="csX287" fmla="*/ 1246647 w 1489895"/>
              <a:gd name="csY287" fmla="*/ 99924 h 128229"/>
              <a:gd name="csX288" fmla="*/ 1234772 w 1489895"/>
              <a:gd name="csY288" fmla="*/ 99924 h 128229"/>
              <a:gd name="csX289" fmla="*/ 1234772 w 1489895"/>
              <a:gd name="csY289" fmla="*/ 89076 h 128229"/>
              <a:gd name="csX290" fmla="*/ 1226207 w 1489895"/>
              <a:gd name="csY290" fmla="*/ 98554 h 128229"/>
              <a:gd name="csX291" fmla="*/ 1213535 w 1489895"/>
              <a:gd name="csY291" fmla="*/ 101751 h 128229"/>
              <a:gd name="csX292" fmla="*/ 1197093 w 1489895"/>
              <a:gd name="csY292" fmla="*/ 94557 h 128229"/>
              <a:gd name="csX293" fmla="*/ 1191729 w 1489895"/>
              <a:gd name="csY293" fmla="*/ 72634 h 128229"/>
              <a:gd name="csX294" fmla="*/ 1282455 w 1489895"/>
              <a:gd name="csY294" fmla="*/ 90903 h 128229"/>
              <a:gd name="csX295" fmla="*/ 1282455 w 1489895"/>
              <a:gd name="csY295" fmla="*/ 127328 h 128229"/>
              <a:gd name="csX296" fmla="*/ 1270573 w 1489895"/>
              <a:gd name="csY296" fmla="*/ 127328 h 128229"/>
              <a:gd name="csX297" fmla="*/ 1270573 w 1489895"/>
              <a:gd name="csY297" fmla="*/ 27987 h 128229"/>
              <a:gd name="csX298" fmla="*/ 1282455 w 1489895"/>
              <a:gd name="csY298" fmla="*/ 27987 h 128229"/>
              <a:gd name="csX299" fmla="*/ 1282455 w 1489895"/>
              <a:gd name="csY299" fmla="*/ 37122 h 128229"/>
              <a:gd name="csX300" fmla="*/ 1290333 w 1489895"/>
              <a:gd name="csY300" fmla="*/ 29129 h 128229"/>
              <a:gd name="csX301" fmla="*/ 1301631 w 1489895"/>
              <a:gd name="csY301" fmla="*/ 26275 h 128229"/>
              <a:gd name="csX302" fmla="*/ 1322071 w 1489895"/>
              <a:gd name="csY302" fmla="*/ 36323 h 128229"/>
              <a:gd name="csX303" fmla="*/ 1329496 w 1489895"/>
              <a:gd name="csY303" fmla="*/ 64298 h 128229"/>
              <a:gd name="csX304" fmla="*/ 1322071 w 1489895"/>
              <a:gd name="csY304" fmla="*/ 91817 h 128229"/>
              <a:gd name="csX305" fmla="*/ 1301631 w 1489895"/>
              <a:gd name="csY305" fmla="*/ 101751 h 128229"/>
              <a:gd name="csX306" fmla="*/ 1290216 w 1489895"/>
              <a:gd name="csY306" fmla="*/ 99010 h 128229"/>
              <a:gd name="csX307" fmla="*/ 1282455 w 1489895"/>
              <a:gd name="csY307" fmla="*/ 90903 h 128229"/>
              <a:gd name="csX308" fmla="*/ 1317168 w 1489895"/>
              <a:gd name="csY308" fmla="*/ 64070 h 128229"/>
              <a:gd name="csX309" fmla="*/ 1312827 w 1489895"/>
              <a:gd name="csY309" fmla="*/ 43288 h 128229"/>
              <a:gd name="csX310" fmla="*/ 1299921 w 1489895"/>
              <a:gd name="csY310" fmla="*/ 36323 h 128229"/>
              <a:gd name="csX311" fmla="*/ 1286906 w 1489895"/>
              <a:gd name="csY311" fmla="*/ 43402 h 128229"/>
              <a:gd name="csX312" fmla="*/ 1282455 w 1489895"/>
              <a:gd name="csY312" fmla="*/ 64070 h 128229"/>
              <a:gd name="csX313" fmla="*/ 1286906 w 1489895"/>
              <a:gd name="csY313" fmla="*/ 84737 h 128229"/>
              <a:gd name="csX314" fmla="*/ 1299921 w 1489895"/>
              <a:gd name="csY314" fmla="*/ 91817 h 128229"/>
              <a:gd name="csX315" fmla="*/ 1312827 w 1489895"/>
              <a:gd name="csY315" fmla="*/ 84851 h 128229"/>
              <a:gd name="csX316" fmla="*/ 1317168 w 1489895"/>
              <a:gd name="csY316" fmla="*/ 64070 h 128229"/>
              <a:gd name="csX317" fmla="*/ 1430563 w 1489895"/>
              <a:gd name="csY317" fmla="*/ 4009 h 128229"/>
              <a:gd name="csX318" fmla="*/ 1443578 w 1489895"/>
              <a:gd name="csY318" fmla="*/ 4009 h 128229"/>
              <a:gd name="csX319" fmla="*/ 1443578 w 1489895"/>
              <a:gd name="csY319" fmla="*/ 88962 h 128229"/>
              <a:gd name="csX320" fmla="*/ 1489939 w 1489895"/>
              <a:gd name="csY320" fmla="*/ 88962 h 128229"/>
              <a:gd name="csX321" fmla="*/ 1489939 w 1489895"/>
              <a:gd name="csY321" fmla="*/ 99924 h 128229"/>
              <a:gd name="csX322" fmla="*/ 1430563 w 1489895"/>
              <a:gd name="csY322" fmla="*/ 99924 h 1282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Lst>
            <a:rect l="l" t="t" r="r" b="b"/>
            <a:pathLst>
              <a:path w="1489895" h="128229">
                <a:moveTo>
                  <a:pt x="19227" y="89305"/>
                </a:moveTo>
                <a:cubicBezTo>
                  <a:pt x="30188" y="89305"/>
                  <a:pt x="37801" y="86602"/>
                  <a:pt x="42064" y="81198"/>
                </a:cubicBezTo>
                <a:cubicBezTo>
                  <a:pt x="46403" y="75793"/>
                  <a:pt x="48573" y="66087"/>
                  <a:pt x="48573" y="52080"/>
                </a:cubicBezTo>
                <a:cubicBezTo>
                  <a:pt x="48573" y="37922"/>
                  <a:pt x="46403" y="28178"/>
                  <a:pt x="42064" y="22849"/>
                </a:cubicBezTo>
                <a:cubicBezTo>
                  <a:pt x="37801" y="17445"/>
                  <a:pt x="30188" y="14742"/>
                  <a:pt x="19227" y="14742"/>
                </a:cubicBezTo>
                <a:lnTo>
                  <a:pt x="13061" y="14742"/>
                </a:lnTo>
                <a:lnTo>
                  <a:pt x="13061" y="89305"/>
                </a:lnTo>
                <a:close/>
                <a:moveTo>
                  <a:pt x="19570" y="4009"/>
                </a:moveTo>
                <a:cubicBezTo>
                  <a:pt x="34185" y="4009"/>
                  <a:pt x="44957" y="7929"/>
                  <a:pt x="51884" y="15770"/>
                </a:cubicBezTo>
                <a:cubicBezTo>
                  <a:pt x="58811" y="23534"/>
                  <a:pt x="62275" y="35638"/>
                  <a:pt x="62275" y="52080"/>
                </a:cubicBezTo>
                <a:cubicBezTo>
                  <a:pt x="62275" y="68447"/>
                  <a:pt x="58811" y="80512"/>
                  <a:pt x="51884" y="88277"/>
                </a:cubicBezTo>
                <a:cubicBezTo>
                  <a:pt x="44957" y="96041"/>
                  <a:pt x="34185" y="99924"/>
                  <a:pt x="19570" y="99924"/>
                </a:cubicBezTo>
                <a:lnTo>
                  <a:pt x="44" y="99924"/>
                </a:lnTo>
                <a:lnTo>
                  <a:pt x="44" y="4009"/>
                </a:lnTo>
                <a:close/>
                <a:moveTo>
                  <a:pt x="141926" y="60987"/>
                </a:moveTo>
                <a:lnTo>
                  <a:pt x="141926" y="66811"/>
                </a:lnTo>
                <a:lnTo>
                  <a:pt x="90656" y="66811"/>
                </a:lnTo>
                <a:lnTo>
                  <a:pt x="90656" y="67153"/>
                </a:lnTo>
                <a:cubicBezTo>
                  <a:pt x="90656" y="74993"/>
                  <a:pt x="92712" y="81084"/>
                  <a:pt x="96823" y="85422"/>
                </a:cubicBezTo>
                <a:cubicBezTo>
                  <a:pt x="100933" y="89685"/>
                  <a:pt x="106718" y="91817"/>
                  <a:pt x="114179" y="91817"/>
                </a:cubicBezTo>
                <a:cubicBezTo>
                  <a:pt x="117909" y="91817"/>
                  <a:pt x="121829" y="91208"/>
                  <a:pt x="125940" y="89990"/>
                </a:cubicBezTo>
                <a:cubicBezTo>
                  <a:pt x="130051" y="88771"/>
                  <a:pt x="134427" y="86944"/>
                  <a:pt x="139071" y="84509"/>
                </a:cubicBezTo>
                <a:lnTo>
                  <a:pt x="139071" y="96270"/>
                </a:lnTo>
                <a:cubicBezTo>
                  <a:pt x="134580" y="98097"/>
                  <a:pt x="130241" y="99467"/>
                  <a:pt x="126054" y="100381"/>
                </a:cubicBezTo>
                <a:cubicBezTo>
                  <a:pt x="121943" y="101294"/>
                  <a:pt x="117909" y="101751"/>
                  <a:pt x="113950" y="101751"/>
                </a:cubicBezTo>
                <a:cubicBezTo>
                  <a:pt x="102836" y="101751"/>
                  <a:pt x="94120" y="98402"/>
                  <a:pt x="87802" y="91703"/>
                </a:cubicBezTo>
                <a:cubicBezTo>
                  <a:pt x="81484" y="85003"/>
                  <a:pt x="78324" y="75793"/>
                  <a:pt x="78324" y="64070"/>
                </a:cubicBezTo>
                <a:cubicBezTo>
                  <a:pt x="78324" y="52576"/>
                  <a:pt x="81408" y="43402"/>
                  <a:pt x="87574" y="36551"/>
                </a:cubicBezTo>
                <a:cubicBezTo>
                  <a:pt x="93739" y="29700"/>
                  <a:pt x="101961" y="26275"/>
                  <a:pt x="112238" y="26275"/>
                </a:cubicBezTo>
                <a:cubicBezTo>
                  <a:pt x="121449" y="26275"/>
                  <a:pt x="128680" y="29396"/>
                  <a:pt x="133932" y="35638"/>
                </a:cubicBezTo>
                <a:cubicBezTo>
                  <a:pt x="139261" y="41804"/>
                  <a:pt x="141926" y="50254"/>
                  <a:pt x="141926" y="60987"/>
                </a:cubicBezTo>
                <a:close/>
                <a:moveTo>
                  <a:pt x="130051" y="57561"/>
                </a:moveTo>
                <a:cubicBezTo>
                  <a:pt x="129898" y="50634"/>
                  <a:pt x="128262" y="45381"/>
                  <a:pt x="125140" y="41804"/>
                </a:cubicBezTo>
                <a:cubicBezTo>
                  <a:pt x="122019" y="38150"/>
                  <a:pt x="117567" y="36323"/>
                  <a:pt x="111781" y="36323"/>
                </a:cubicBezTo>
                <a:cubicBezTo>
                  <a:pt x="106071" y="36323"/>
                  <a:pt x="101352" y="38226"/>
                  <a:pt x="97622" y="42032"/>
                </a:cubicBezTo>
                <a:cubicBezTo>
                  <a:pt x="93968" y="45762"/>
                  <a:pt x="91799" y="50939"/>
                  <a:pt x="91113" y="57561"/>
                </a:cubicBezTo>
                <a:close/>
                <a:moveTo>
                  <a:pt x="193030" y="35295"/>
                </a:moveTo>
                <a:cubicBezTo>
                  <a:pt x="194476" y="32250"/>
                  <a:pt x="196303" y="30005"/>
                  <a:pt x="198511" y="28559"/>
                </a:cubicBezTo>
                <a:cubicBezTo>
                  <a:pt x="200795" y="27036"/>
                  <a:pt x="203535" y="26275"/>
                  <a:pt x="206732" y="26275"/>
                </a:cubicBezTo>
                <a:cubicBezTo>
                  <a:pt x="212518" y="26275"/>
                  <a:pt x="216590" y="28521"/>
                  <a:pt x="218950" y="33012"/>
                </a:cubicBezTo>
                <a:cubicBezTo>
                  <a:pt x="221310" y="37427"/>
                  <a:pt x="222490" y="45838"/>
                  <a:pt x="222490" y="58247"/>
                </a:cubicBezTo>
                <a:lnTo>
                  <a:pt x="222490" y="99924"/>
                </a:lnTo>
                <a:lnTo>
                  <a:pt x="211756" y="99924"/>
                </a:lnTo>
                <a:lnTo>
                  <a:pt x="211756" y="58703"/>
                </a:lnTo>
                <a:cubicBezTo>
                  <a:pt x="211756" y="48579"/>
                  <a:pt x="211186" y="42298"/>
                  <a:pt x="210044" y="39862"/>
                </a:cubicBezTo>
                <a:cubicBezTo>
                  <a:pt x="208902" y="37350"/>
                  <a:pt x="206847" y="36094"/>
                  <a:pt x="203878" y="36094"/>
                </a:cubicBezTo>
                <a:cubicBezTo>
                  <a:pt x="200453" y="36094"/>
                  <a:pt x="198093" y="37427"/>
                  <a:pt x="196799" y="40091"/>
                </a:cubicBezTo>
                <a:cubicBezTo>
                  <a:pt x="195580" y="42756"/>
                  <a:pt x="194972" y="48960"/>
                  <a:pt x="194972" y="58703"/>
                </a:cubicBezTo>
                <a:lnTo>
                  <a:pt x="194972" y="99924"/>
                </a:lnTo>
                <a:lnTo>
                  <a:pt x="184124" y="99924"/>
                </a:lnTo>
                <a:lnTo>
                  <a:pt x="184124" y="58703"/>
                </a:lnTo>
                <a:cubicBezTo>
                  <a:pt x="184124" y="48427"/>
                  <a:pt x="183515" y="42108"/>
                  <a:pt x="182297" y="39748"/>
                </a:cubicBezTo>
                <a:cubicBezTo>
                  <a:pt x="181079" y="37312"/>
                  <a:pt x="178871" y="36094"/>
                  <a:pt x="175674" y="36094"/>
                </a:cubicBezTo>
                <a:cubicBezTo>
                  <a:pt x="172553" y="36094"/>
                  <a:pt x="170384" y="37427"/>
                  <a:pt x="169166" y="40091"/>
                </a:cubicBezTo>
                <a:cubicBezTo>
                  <a:pt x="167947" y="42756"/>
                  <a:pt x="167339" y="48960"/>
                  <a:pt x="167339" y="58703"/>
                </a:cubicBezTo>
                <a:lnTo>
                  <a:pt x="167339" y="99924"/>
                </a:lnTo>
                <a:lnTo>
                  <a:pt x="156606" y="99924"/>
                </a:lnTo>
                <a:lnTo>
                  <a:pt x="156606" y="27987"/>
                </a:lnTo>
                <a:lnTo>
                  <a:pt x="167339" y="27987"/>
                </a:lnTo>
                <a:lnTo>
                  <a:pt x="167339" y="34153"/>
                </a:lnTo>
                <a:cubicBezTo>
                  <a:pt x="168785" y="31566"/>
                  <a:pt x="170574" y="29624"/>
                  <a:pt x="172706" y="28330"/>
                </a:cubicBezTo>
                <a:cubicBezTo>
                  <a:pt x="174837" y="26960"/>
                  <a:pt x="177235" y="26275"/>
                  <a:pt x="179899" y="26275"/>
                </a:cubicBezTo>
                <a:cubicBezTo>
                  <a:pt x="183173" y="26275"/>
                  <a:pt x="185874" y="27036"/>
                  <a:pt x="188006" y="28559"/>
                </a:cubicBezTo>
                <a:cubicBezTo>
                  <a:pt x="190214" y="30005"/>
                  <a:pt x="191889" y="32250"/>
                  <a:pt x="193030" y="35295"/>
                </a:cubicBezTo>
                <a:close/>
                <a:moveTo>
                  <a:pt x="273937" y="63727"/>
                </a:moveTo>
                <a:lnTo>
                  <a:pt x="270055" y="63727"/>
                </a:lnTo>
                <a:cubicBezTo>
                  <a:pt x="263128" y="63727"/>
                  <a:pt x="257913" y="64946"/>
                  <a:pt x="254411" y="67381"/>
                </a:cubicBezTo>
                <a:cubicBezTo>
                  <a:pt x="250910" y="69817"/>
                  <a:pt x="249159" y="73433"/>
                  <a:pt x="249159" y="78228"/>
                </a:cubicBezTo>
                <a:cubicBezTo>
                  <a:pt x="249159" y="82568"/>
                  <a:pt x="250453" y="85956"/>
                  <a:pt x="253041" y="88391"/>
                </a:cubicBezTo>
                <a:cubicBezTo>
                  <a:pt x="255706" y="90751"/>
                  <a:pt x="259359" y="91931"/>
                  <a:pt x="264003" y="91931"/>
                </a:cubicBezTo>
                <a:cubicBezTo>
                  <a:pt x="270474" y="91931"/>
                  <a:pt x="275574" y="89685"/>
                  <a:pt x="279304" y="85194"/>
                </a:cubicBezTo>
                <a:cubicBezTo>
                  <a:pt x="283034" y="80627"/>
                  <a:pt x="284937" y="74346"/>
                  <a:pt x="285013" y="66353"/>
                </a:cubicBezTo>
                <a:lnTo>
                  <a:pt x="285013" y="63727"/>
                </a:lnTo>
                <a:close/>
                <a:moveTo>
                  <a:pt x="296888" y="58931"/>
                </a:moveTo>
                <a:lnTo>
                  <a:pt x="296888" y="99924"/>
                </a:lnTo>
                <a:lnTo>
                  <a:pt x="285013" y="99924"/>
                </a:lnTo>
                <a:lnTo>
                  <a:pt x="285013" y="89305"/>
                </a:lnTo>
                <a:cubicBezTo>
                  <a:pt x="282425" y="93567"/>
                  <a:pt x="279228" y="96727"/>
                  <a:pt x="275421" y="98782"/>
                </a:cubicBezTo>
                <a:cubicBezTo>
                  <a:pt x="271615" y="100761"/>
                  <a:pt x="266972" y="101751"/>
                  <a:pt x="261491" y="101751"/>
                </a:cubicBezTo>
                <a:cubicBezTo>
                  <a:pt x="254183" y="101751"/>
                  <a:pt x="248322" y="99695"/>
                  <a:pt x="243906" y="95584"/>
                </a:cubicBezTo>
                <a:cubicBezTo>
                  <a:pt x="239568" y="91474"/>
                  <a:pt x="237398" y="85955"/>
                  <a:pt x="237398" y="79028"/>
                </a:cubicBezTo>
                <a:cubicBezTo>
                  <a:pt x="237398" y="70959"/>
                  <a:pt x="240062" y="64869"/>
                  <a:pt x="245391" y="60758"/>
                </a:cubicBezTo>
                <a:cubicBezTo>
                  <a:pt x="250795" y="56572"/>
                  <a:pt x="258713" y="54478"/>
                  <a:pt x="269142" y="54478"/>
                </a:cubicBezTo>
                <a:lnTo>
                  <a:pt x="285013" y="54478"/>
                </a:lnTo>
                <a:lnTo>
                  <a:pt x="285013" y="52651"/>
                </a:lnTo>
                <a:cubicBezTo>
                  <a:pt x="284937" y="46942"/>
                  <a:pt x="283453" y="42794"/>
                  <a:pt x="280560" y="40205"/>
                </a:cubicBezTo>
                <a:cubicBezTo>
                  <a:pt x="277743" y="37617"/>
                  <a:pt x="273176" y="36323"/>
                  <a:pt x="266858" y="36323"/>
                </a:cubicBezTo>
                <a:cubicBezTo>
                  <a:pt x="262823" y="36323"/>
                  <a:pt x="258751" y="36894"/>
                  <a:pt x="254640" y="38035"/>
                </a:cubicBezTo>
                <a:cubicBezTo>
                  <a:pt x="250529" y="39177"/>
                  <a:pt x="246533" y="40852"/>
                  <a:pt x="242651" y="43060"/>
                </a:cubicBezTo>
                <a:lnTo>
                  <a:pt x="242651" y="31299"/>
                </a:lnTo>
                <a:cubicBezTo>
                  <a:pt x="246990" y="29624"/>
                  <a:pt x="251176" y="28368"/>
                  <a:pt x="255211" y="27531"/>
                </a:cubicBezTo>
                <a:cubicBezTo>
                  <a:pt x="259245" y="26694"/>
                  <a:pt x="263127" y="26275"/>
                  <a:pt x="266858" y="26275"/>
                </a:cubicBezTo>
                <a:cubicBezTo>
                  <a:pt x="272796" y="26275"/>
                  <a:pt x="277858" y="27150"/>
                  <a:pt x="282044" y="28901"/>
                </a:cubicBezTo>
                <a:cubicBezTo>
                  <a:pt x="286307" y="30652"/>
                  <a:pt x="289733" y="33278"/>
                  <a:pt x="292321" y="36780"/>
                </a:cubicBezTo>
                <a:cubicBezTo>
                  <a:pt x="293996" y="38911"/>
                  <a:pt x="295176" y="41576"/>
                  <a:pt x="295861" y="44772"/>
                </a:cubicBezTo>
                <a:cubicBezTo>
                  <a:pt x="296545" y="47894"/>
                  <a:pt x="296888" y="52614"/>
                  <a:pt x="296888" y="58931"/>
                </a:cubicBezTo>
                <a:close/>
                <a:moveTo>
                  <a:pt x="375511" y="55391"/>
                </a:moveTo>
                <a:lnTo>
                  <a:pt x="375511" y="99924"/>
                </a:lnTo>
                <a:lnTo>
                  <a:pt x="363636" y="99924"/>
                </a:lnTo>
                <a:lnTo>
                  <a:pt x="363636" y="55391"/>
                </a:lnTo>
                <a:cubicBezTo>
                  <a:pt x="363636" y="48921"/>
                  <a:pt x="362495" y="44164"/>
                  <a:pt x="360211" y="41119"/>
                </a:cubicBezTo>
                <a:cubicBezTo>
                  <a:pt x="358003" y="38074"/>
                  <a:pt x="354464" y="36551"/>
                  <a:pt x="349592" y="36551"/>
                </a:cubicBezTo>
                <a:cubicBezTo>
                  <a:pt x="344034" y="36551"/>
                  <a:pt x="339772" y="38530"/>
                  <a:pt x="336803" y="42489"/>
                </a:cubicBezTo>
                <a:cubicBezTo>
                  <a:pt x="333834" y="46371"/>
                  <a:pt x="332350" y="51966"/>
                  <a:pt x="332350" y="59274"/>
                </a:cubicBezTo>
                <a:lnTo>
                  <a:pt x="332350" y="99924"/>
                </a:lnTo>
                <a:lnTo>
                  <a:pt x="320589" y="99924"/>
                </a:lnTo>
                <a:lnTo>
                  <a:pt x="320589" y="27987"/>
                </a:lnTo>
                <a:lnTo>
                  <a:pt x="332350" y="27987"/>
                </a:lnTo>
                <a:lnTo>
                  <a:pt x="332350" y="38721"/>
                </a:lnTo>
                <a:cubicBezTo>
                  <a:pt x="334482" y="34610"/>
                  <a:pt x="337336" y="31527"/>
                  <a:pt x="340914" y="29472"/>
                </a:cubicBezTo>
                <a:cubicBezTo>
                  <a:pt x="344491" y="27341"/>
                  <a:pt x="348755" y="26275"/>
                  <a:pt x="353703" y="26275"/>
                </a:cubicBezTo>
                <a:cubicBezTo>
                  <a:pt x="361011" y="26275"/>
                  <a:pt x="366453" y="28673"/>
                  <a:pt x="370031" y="33468"/>
                </a:cubicBezTo>
                <a:cubicBezTo>
                  <a:pt x="373684" y="38264"/>
                  <a:pt x="375511" y="45572"/>
                  <a:pt x="375511" y="55391"/>
                </a:cubicBezTo>
                <a:close/>
                <a:moveTo>
                  <a:pt x="442371" y="37122"/>
                </a:moveTo>
                <a:lnTo>
                  <a:pt x="442371" y="12"/>
                </a:lnTo>
                <a:lnTo>
                  <a:pt x="454136" y="12"/>
                </a:lnTo>
                <a:lnTo>
                  <a:pt x="454136" y="99924"/>
                </a:lnTo>
                <a:lnTo>
                  <a:pt x="442371" y="99924"/>
                </a:lnTo>
                <a:lnTo>
                  <a:pt x="442371" y="90903"/>
                </a:lnTo>
                <a:cubicBezTo>
                  <a:pt x="440398" y="94405"/>
                  <a:pt x="437767" y="97107"/>
                  <a:pt x="434493" y="99010"/>
                </a:cubicBezTo>
                <a:cubicBezTo>
                  <a:pt x="431219" y="100837"/>
                  <a:pt x="427419" y="101751"/>
                  <a:pt x="423078" y="101751"/>
                </a:cubicBezTo>
                <a:cubicBezTo>
                  <a:pt x="414398" y="101751"/>
                  <a:pt x="407547" y="98402"/>
                  <a:pt x="402523" y="91703"/>
                </a:cubicBezTo>
                <a:cubicBezTo>
                  <a:pt x="397575" y="84927"/>
                  <a:pt x="395101" y="75603"/>
                  <a:pt x="395101" y="63727"/>
                </a:cubicBezTo>
                <a:cubicBezTo>
                  <a:pt x="395101" y="52080"/>
                  <a:pt x="397613" y="42946"/>
                  <a:pt x="402637" y="36323"/>
                </a:cubicBezTo>
                <a:cubicBezTo>
                  <a:pt x="407661" y="29624"/>
                  <a:pt x="414474" y="26275"/>
                  <a:pt x="423078" y="26275"/>
                </a:cubicBezTo>
                <a:cubicBezTo>
                  <a:pt x="427419" y="26275"/>
                  <a:pt x="431219" y="27226"/>
                  <a:pt x="434493" y="29129"/>
                </a:cubicBezTo>
                <a:cubicBezTo>
                  <a:pt x="437847" y="30956"/>
                  <a:pt x="440471" y="33621"/>
                  <a:pt x="442371" y="37122"/>
                </a:cubicBezTo>
                <a:close/>
                <a:moveTo>
                  <a:pt x="407547" y="64070"/>
                </a:moveTo>
                <a:cubicBezTo>
                  <a:pt x="407547" y="73205"/>
                  <a:pt x="408994" y="80132"/>
                  <a:pt x="411887" y="84851"/>
                </a:cubicBezTo>
                <a:cubicBezTo>
                  <a:pt x="414855" y="89495"/>
                  <a:pt x="419198" y="91817"/>
                  <a:pt x="424905" y="91817"/>
                </a:cubicBezTo>
                <a:cubicBezTo>
                  <a:pt x="430539" y="91817"/>
                  <a:pt x="434836" y="89457"/>
                  <a:pt x="437803" y="84737"/>
                </a:cubicBezTo>
                <a:cubicBezTo>
                  <a:pt x="440851" y="80017"/>
                  <a:pt x="442371" y="73128"/>
                  <a:pt x="442371" y="64070"/>
                </a:cubicBezTo>
                <a:cubicBezTo>
                  <a:pt x="442371" y="54935"/>
                  <a:pt x="440851" y="48046"/>
                  <a:pt x="437803" y="43402"/>
                </a:cubicBezTo>
                <a:cubicBezTo>
                  <a:pt x="434836" y="38683"/>
                  <a:pt x="430539" y="36323"/>
                  <a:pt x="424905" y="36323"/>
                </a:cubicBezTo>
                <a:cubicBezTo>
                  <a:pt x="419198" y="36323"/>
                  <a:pt x="414855" y="38645"/>
                  <a:pt x="411887" y="43288"/>
                </a:cubicBezTo>
                <a:cubicBezTo>
                  <a:pt x="408994" y="47932"/>
                  <a:pt x="407547" y="54859"/>
                  <a:pt x="407547" y="64070"/>
                </a:cubicBezTo>
                <a:close/>
                <a:moveTo>
                  <a:pt x="613892" y="12"/>
                </a:moveTo>
                <a:lnTo>
                  <a:pt x="613892" y="9832"/>
                </a:lnTo>
                <a:lnTo>
                  <a:pt x="600417" y="9832"/>
                </a:lnTo>
                <a:cubicBezTo>
                  <a:pt x="596229" y="9832"/>
                  <a:pt x="593299" y="10708"/>
                  <a:pt x="591625" y="12458"/>
                </a:cubicBezTo>
                <a:cubicBezTo>
                  <a:pt x="589952" y="14133"/>
                  <a:pt x="589119" y="17178"/>
                  <a:pt x="589119" y="21593"/>
                </a:cubicBezTo>
                <a:lnTo>
                  <a:pt x="589119" y="27987"/>
                </a:lnTo>
                <a:lnTo>
                  <a:pt x="613892" y="27987"/>
                </a:lnTo>
                <a:lnTo>
                  <a:pt x="613892" y="37122"/>
                </a:lnTo>
                <a:lnTo>
                  <a:pt x="589119" y="37122"/>
                </a:lnTo>
                <a:lnTo>
                  <a:pt x="589119" y="99924"/>
                </a:lnTo>
                <a:lnTo>
                  <a:pt x="577353" y="99924"/>
                </a:lnTo>
                <a:lnTo>
                  <a:pt x="577353" y="37122"/>
                </a:lnTo>
                <a:lnTo>
                  <a:pt x="558170" y="37122"/>
                </a:lnTo>
                <a:lnTo>
                  <a:pt x="558170" y="27987"/>
                </a:lnTo>
                <a:lnTo>
                  <a:pt x="577353" y="27987"/>
                </a:lnTo>
                <a:lnTo>
                  <a:pt x="577353" y="22964"/>
                </a:lnTo>
                <a:cubicBezTo>
                  <a:pt x="577353" y="15123"/>
                  <a:pt x="579144" y="9338"/>
                  <a:pt x="582725" y="5608"/>
                </a:cubicBezTo>
                <a:cubicBezTo>
                  <a:pt x="586378" y="1877"/>
                  <a:pt x="592049" y="12"/>
                  <a:pt x="599737" y="12"/>
                </a:cubicBezTo>
                <a:close/>
                <a:moveTo>
                  <a:pt x="699029" y="42832"/>
                </a:moveTo>
                <a:cubicBezTo>
                  <a:pt x="696515" y="40852"/>
                  <a:pt x="693928" y="39406"/>
                  <a:pt x="691260" y="38493"/>
                </a:cubicBezTo>
                <a:cubicBezTo>
                  <a:pt x="688673" y="37579"/>
                  <a:pt x="685816" y="37122"/>
                  <a:pt x="682696" y="37122"/>
                </a:cubicBezTo>
                <a:cubicBezTo>
                  <a:pt x="675315" y="37122"/>
                  <a:pt x="669680" y="39444"/>
                  <a:pt x="665800" y="44088"/>
                </a:cubicBezTo>
                <a:cubicBezTo>
                  <a:pt x="661912" y="48731"/>
                  <a:pt x="659975" y="55430"/>
                  <a:pt x="659975" y="64184"/>
                </a:cubicBezTo>
                <a:lnTo>
                  <a:pt x="659975" y="99924"/>
                </a:lnTo>
                <a:lnTo>
                  <a:pt x="648100" y="99924"/>
                </a:lnTo>
                <a:lnTo>
                  <a:pt x="648100" y="27987"/>
                </a:lnTo>
                <a:lnTo>
                  <a:pt x="659975" y="27987"/>
                </a:lnTo>
                <a:lnTo>
                  <a:pt x="659975" y="42032"/>
                </a:lnTo>
                <a:cubicBezTo>
                  <a:pt x="661956" y="36932"/>
                  <a:pt x="664959" y="33049"/>
                  <a:pt x="668993" y="30386"/>
                </a:cubicBezTo>
                <a:cubicBezTo>
                  <a:pt x="673108" y="27645"/>
                  <a:pt x="677975" y="26275"/>
                  <a:pt x="683609" y="26275"/>
                </a:cubicBezTo>
                <a:cubicBezTo>
                  <a:pt x="686503" y="26275"/>
                  <a:pt x="689207" y="26655"/>
                  <a:pt x="691721" y="27416"/>
                </a:cubicBezTo>
                <a:cubicBezTo>
                  <a:pt x="694227" y="28102"/>
                  <a:pt x="696668" y="29206"/>
                  <a:pt x="699029" y="30728"/>
                </a:cubicBezTo>
                <a:close/>
                <a:moveTo>
                  <a:pt x="743621" y="36323"/>
                </a:moveTo>
                <a:cubicBezTo>
                  <a:pt x="737606" y="36323"/>
                  <a:pt x="733039" y="38645"/>
                  <a:pt x="729919" y="43288"/>
                </a:cubicBezTo>
                <a:cubicBezTo>
                  <a:pt x="726871" y="47932"/>
                  <a:pt x="725351" y="54859"/>
                  <a:pt x="725351" y="64070"/>
                </a:cubicBezTo>
                <a:cubicBezTo>
                  <a:pt x="725351" y="73128"/>
                  <a:pt x="726871" y="80017"/>
                  <a:pt x="729919" y="84737"/>
                </a:cubicBezTo>
                <a:cubicBezTo>
                  <a:pt x="733039" y="89457"/>
                  <a:pt x="737606" y="91817"/>
                  <a:pt x="743621" y="91817"/>
                </a:cubicBezTo>
                <a:cubicBezTo>
                  <a:pt x="749635" y="91817"/>
                  <a:pt x="754166" y="89457"/>
                  <a:pt x="757213" y="84737"/>
                </a:cubicBezTo>
                <a:cubicBezTo>
                  <a:pt x="760334" y="80017"/>
                  <a:pt x="761890" y="73128"/>
                  <a:pt x="761890" y="64070"/>
                </a:cubicBezTo>
                <a:cubicBezTo>
                  <a:pt x="761890" y="54859"/>
                  <a:pt x="760334" y="47932"/>
                  <a:pt x="757213" y="43288"/>
                </a:cubicBezTo>
                <a:cubicBezTo>
                  <a:pt x="754166" y="38645"/>
                  <a:pt x="749635" y="36323"/>
                  <a:pt x="743621" y="36323"/>
                </a:cubicBezTo>
                <a:close/>
                <a:moveTo>
                  <a:pt x="743621" y="26275"/>
                </a:moveTo>
                <a:cubicBezTo>
                  <a:pt x="753596" y="26275"/>
                  <a:pt x="761203" y="29510"/>
                  <a:pt x="766458" y="35980"/>
                </a:cubicBezTo>
                <a:cubicBezTo>
                  <a:pt x="771785" y="42451"/>
                  <a:pt x="774453" y="51814"/>
                  <a:pt x="774453" y="64070"/>
                </a:cubicBezTo>
                <a:cubicBezTo>
                  <a:pt x="774453" y="76326"/>
                  <a:pt x="771785" y="85689"/>
                  <a:pt x="766458" y="92159"/>
                </a:cubicBezTo>
                <a:cubicBezTo>
                  <a:pt x="761203" y="98554"/>
                  <a:pt x="753596" y="101751"/>
                  <a:pt x="743621" y="101751"/>
                </a:cubicBezTo>
                <a:cubicBezTo>
                  <a:pt x="733573" y="101751"/>
                  <a:pt x="725921" y="98554"/>
                  <a:pt x="720674" y="92159"/>
                </a:cubicBezTo>
                <a:cubicBezTo>
                  <a:pt x="715420" y="85689"/>
                  <a:pt x="712789" y="76326"/>
                  <a:pt x="712789" y="64070"/>
                </a:cubicBezTo>
                <a:cubicBezTo>
                  <a:pt x="712789" y="51814"/>
                  <a:pt x="715420" y="42451"/>
                  <a:pt x="720674" y="35980"/>
                </a:cubicBezTo>
                <a:cubicBezTo>
                  <a:pt x="725921" y="29510"/>
                  <a:pt x="733573" y="26275"/>
                  <a:pt x="743621" y="26275"/>
                </a:cubicBezTo>
                <a:close/>
                <a:moveTo>
                  <a:pt x="826586" y="35295"/>
                </a:moveTo>
                <a:cubicBezTo>
                  <a:pt x="828033" y="32250"/>
                  <a:pt x="829860" y="30005"/>
                  <a:pt x="832067" y="28559"/>
                </a:cubicBezTo>
                <a:cubicBezTo>
                  <a:pt x="834347" y="27036"/>
                  <a:pt x="837088" y="26275"/>
                  <a:pt x="840289" y="26275"/>
                </a:cubicBezTo>
                <a:cubicBezTo>
                  <a:pt x="846069" y="26275"/>
                  <a:pt x="850147" y="28521"/>
                  <a:pt x="852507" y="33012"/>
                </a:cubicBezTo>
                <a:cubicBezTo>
                  <a:pt x="854860" y="37427"/>
                  <a:pt x="856044" y="45838"/>
                  <a:pt x="856044" y="58247"/>
                </a:cubicBezTo>
                <a:lnTo>
                  <a:pt x="856044" y="99924"/>
                </a:lnTo>
                <a:lnTo>
                  <a:pt x="845309" y="99924"/>
                </a:lnTo>
                <a:lnTo>
                  <a:pt x="845309" y="58703"/>
                </a:lnTo>
                <a:cubicBezTo>
                  <a:pt x="845309" y="48579"/>
                  <a:pt x="844739" y="42298"/>
                  <a:pt x="843599" y="39862"/>
                </a:cubicBezTo>
                <a:cubicBezTo>
                  <a:pt x="842459" y="37350"/>
                  <a:pt x="840398" y="36094"/>
                  <a:pt x="837431" y="36094"/>
                </a:cubicBezTo>
                <a:cubicBezTo>
                  <a:pt x="834004" y="36094"/>
                  <a:pt x="831643" y="37427"/>
                  <a:pt x="830350" y="40091"/>
                </a:cubicBezTo>
                <a:cubicBezTo>
                  <a:pt x="829137" y="42756"/>
                  <a:pt x="828523" y="48960"/>
                  <a:pt x="828523" y="58703"/>
                </a:cubicBezTo>
                <a:lnTo>
                  <a:pt x="828523" y="99924"/>
                </a:lnTo>
                <a:lnTo>
                  <a:pt x="817678" y="99924"/>
                </a:lnTo>
                <a:lnTo>
                  <a:pt x="817678" y="58703"/>
                </a:lnTo>
                <a:cubicBezTo>
                  <a:pt x="817678" y="48427"/>
                  <a:pt x="817072" y="42108"/>
                  <a:pt x="815851" y="39748"/>
                </a:cubicBezTo>
                <a:cubicBezTo>
                  <a:pt x="814631" y="37312"/>
                  <a:pt x="812424" y="36094"/>
                  <a:pt x="809230" y="36094"/>
                </a:cubicBezTo>
                <a:cubicBezTo>
                  <a:pt x="806110" y="36094"/>
                  <a:pt x="803939" y="37427"/>
                  <a:pt x="802719" y="40091"/>
                </a:cubicBezTo>
                <a:cubicBezTo>
                  <a:pt x="801499" y="42756"/>
                  <a:pt x="800892" y="48960"/>
                  <a:pt x="800892" y="58703"/>
                </a:cubicBezTo>
                <a:lnTo>
                  <a:pt x="800892" y="99924"/>
                </a:lnTo>
                <a:lnTo>
                  <a:pt x="790157" y="99924"/>
                </a:lnTo>
                <a:lnTo>
                  <a:pt x="790157" y="27987"/>
                </a:lnTo>
                <a:lnTo>
                  <a:pt x="800892" y="27987"/>
                </a:lnTo>
                <a:lnTo>
                  <a:pt x="800892" y="34153"/>
                </a:lnTo>
                <a:cubicBezTo>
                  <a:pt x="802339" y="31566"/>
                  <a:pt x="804129" y="29624"/>
                  <a:pt x="806256" y="28330"/>
                </a:cubicBezTo>
                <a:cubicBezTo>
                  <a:pt x="808390" y="26960"/>
                  <a:pt x="810787" y="26275"/>
                  <a:pt x="813454" y="26275"/>
                </a:cubicBezTo>
                <a:cubicBezTo>
                  <a:pt x="816728" y="26275"/>
                  <a:pt x="819425" y="27036"/>
                  <a:pt x="821559" y="28559"/>
                </a:cubicBezTo>
                <a:cubicBezTo>
                  <a:pt x="823766" y="30005"/>
                  <a:pt x="825439" y="32250"/>
                  <a:pt x="826586" y="35295"/>
                </a:cubicBezTo>
                <a:close/>
                <a:moveTo>
                  <a:pt x="996734" y="63385"/>
                </a:moveTo>
                <a:cubicBezTo>
                  <a:pt x="996734" y="54479"/>
                  <a:pt x="995287" y="47742"/>
                  <a:pt x="992394" y="43174"/>
                </a:cubicBezTo>
                <a:cubicBezTo>
                  <a:pt x="989500" y="38607"/>
                  <a:pt x="985276" y="36323"/>
                  <a:pt x="979722" y="36323"/>
                </a:cubicBezTo>
                <a:cubicBezTo>
                  <a:pt x="973934" y="36323"/>
                  <a:pt x="969520" y="38607"/>
                  <a:pt x="966473" y="43174"/>
                </a:cubicBezTo>
                <a:cubicBezTo>
                  <a:pt x="963433" y="47742"/>
                  <a:pt x="961905" y="54479"/>
                  <a:pt x="961905" y="63385"/>
                </a:cubicBezTo>
                <a:cubicBezTo>
                  <a:pt x="961905" y="72215"/>
                  <a:pt x="963433" y="78952"/>
                  <a:pt x="966473" y="83595"/>
                </a:cubicBezTo>
                <a:cubicBezTo>
                  <a:pt x="969593" y="88239"/>
                  <a:pt x="974051" y="90561"/>
                  <a:pt x="979831" y="90561"/>
                </a:cubicBezTo>
                <a:cubicBezTo>
                  <a:pt x="985312" y="90561"/>
                  <a:pt x="989500" y="88239"/>
                  <a:pt x="992394" y="83595"/>
                </a:cubicBezTo>
                <a:cubicBezTo>
                  <a:pt x="995287" y="78952"/>
                  <a:pt x="996734" y="72215"/>
                  <a:pt x="996734" y="63385"/>
                </a:cubicBezTo>
                <a:close/>
                <a:moveTo>
                  <a:pt x="1008493" y="95242"/>
                </a:moveTo>
                <a:cubicBezTo>
                  <a:pt x="1008493" y="106051"/>
                  <a:pt x="1005942" y="114235"/>
                  <a:pt x="1000841" y="119792"/>
                </a:cubicBezTo>
                <a:cubicBezTo>
                  <a:pt x="995740" y="125425"/>
                  <a:pt x="988243" y="128242"/>
                  <a:pt x="978348" y="128242"/>
                </a:cubicBezTo>
                <a:cubicBezTo>
                  <a:pt x="975154" y="128242"/>
                  <a:pt x="971764" y="127937"/>
                  <a:pt x="968190" y="127328"/>
                </a:cubicBezTo>
                <a:cubicBezTo>
                  <a:pt x="964609" y="126719"/>
                  <a:pt x="961072" y="125844"/>
                  <a:pt x="957564" y="124702"/>
                </a:cubicBezTo>
                <a:lnTo>
                  <a:pt x="957564" y="112941"/>
                </a:lnTo>
                <a:cubicBezTo>
                  <a:pt x="961752" y="114920"/>
                  <a:pt x="965559" y="116366"/>
                  <a:pt x="968987" y="117280"/>
                </a:cubicBezTo>
                <a:cubicBezTo>
                  <a:pt x="972414" y="118269"/>
                  <a:pt x="975534" y="118764"/>
                  <a:pt x="978348" y="118764"/>
                </a:cubicBezTo>
                <a:cubicBezTo>
                  <a:pt x="984742" y="118764"/>
                  <a:pt x="989390" y="117013"/>
                  <a:pt x="992277" y="113512"/>
                </a:cubicBezTo>
                <a:cubicBezTo>
                  <a:pt x="995251" y="110086"/>
                  <a:pt x="996734" y="104605"/>
                  <a:pt x="996734" y="97069"/>
                </a:cubicBezTo>
                <a:lnTo>
                  <a:pt x="996734" y="96498"/>
                </a:lnTo>
                <a:lnTo>
                  <a:pt x="996734" y="88505"/>
                </a:lnTo>
                <a:cubicBezTo>
                  <a:pt x="994827" y="92540"/>
                  <a:pt x="992240" y="95546"/>
                  <a:pt x="988966" y="97526"/>
                </a:cubicBezTo>
                <a:cubicBezTo>
                  <a:pt x="985692" y="99505"/>
                  <a:pt x="981739" y="100495"/>
                  <a:pt x="977091" y="100495"/>
                </a:cubicBezTo>
                <a:cubicBezTo>
                  <a:pt x="968724" y="100495"/>
                  <a:pt x="962022" y="97145"/>
                  <a:pt x="956994" y="90446"/>
                </a:cubicBezTo>
                <a:cubicBezTo>
                  <a:pt x="951974" y="83671"/>
                  <a:pt x="949460" y="74651"/>
                  <a:pt x="949460" y="63385"/>
                </a:cubicBezTo>
                <a:cubicBezTo>
                  <a:pt x="949460" y="52042"/>
                  <a:pt x="951974" y="43022"/>
                  <a:pt x="956994" y="36323"/>
                </a:cubicBezTo>
                <a:cubicBezTo>
                  <a:pt x="962022" y="29624"/>
                  <a:pt x="968724" y="26275"/>
                  <a:pt x="977091" y="26275"/>
                </a:cubicBezTo>
                <a:cubicBezTo>
                  <a:pt x="981739" y="26275"/>
                  <a:pt x="985656" y="27188"/>
                  <a:pt x="988856" y="29015"/>
                </a:cubicBezTo>
                <a:cubicBezTo>
                  <a:pt x="992050" y="30842"/>
                  <a:pt x="994681" y="33697"/>
                  <a:pt x="996734" y="37579"/>
                </a:cubicBezTo>
                <a:lnTo>
                  <a:pt x="996734" y="28216"/>
                </a:lnTo>
                <a:lnTo>
                  <a:pt x="1008493" y="28216"/>
                </a:lnTo>
                <a:close/>
                <a:moveTo>
                  <a:pt x="1094995" y="42832"/>
                </a:moveTo>
                <a:cubicBezTo>
                  <a:pt x="1092481" y="40852"/>
                  <a:pt x="1089894" y="39406"/>
                  <a:pt x="1087234" y="38493"/>
                </a:cubicBezTo>
                <a:cubicBezTo>
                  <a:pt x="1084640" y="37579"/>
                  <a:pt x="1081790" y="37122"/>
                  <a:pt x="1078670" y="37122"/>
                </a:cubicBezTo>
                <a:cubicBezTo>
                  <a:pt x="1071281" y="37122"/>
                  <a:pt x="1065647" y="39444"/>
                  <a:pt x="1061767" y="44088"/>
                </a:cubicBezTo>
                <a:cubicBezTo>
                  <a:pt x="1057886" y="48731"/>
                  <a:pt x="1055942" y="55430"/>
                  <a:pt x="1055942" y="64184"/>
                </a:cubicBezTo>
                <a:lnTo>
                  <a:pt x="1055942" y="99924"/>
                </a:lnTo>
                <a:lnTo>
                  <a:pt x="1044067" y="99924"/>
                </a:lnTo>
                <a:lnTo>
                  <a:pt x="1044067" y="27987"/>
                </a:lnTo>
                <a:lnTo>
                  <a:pt x="1055942" y="27987"/>
                </a:lnTo>
                <a:lnTo>
                  <a:pt x="1055942" y="42032"/>
                </a:lnTo>
                <a:cubicBezTo>
                  <a:pt x="1057923" y="36932"/>
                  <a:pt x="1060934" y="33049"/>
                  <a:pt x="1064967" y="30386"/>
                </a:cubicBezTo>
                <a:cubicBezTo>
                  <a:pt x="1069074" y="27645"/>
                  <a:pt x="1073949" y="26275"/>
                  <a:pt x="1079583" y="26275"/>
                </a:cubicBezTo>
                <a:cubicBezTo>
                  <a:pt x="1082477" y="26275"/>
                  <a:pt x="1085174" y="26655"/>
                  <a:pt x="1087687" y="27416"/>
                </a:cubicBezTo>
                <a:cubicBezTo>
                  <a:pt x="1090201" y="28102"/>
                  <a:pt x="1092635" y="29206"/>
                  <a:pt x="1094995" y="30728"/>
                </a:cubicBezTo>
                <a:close/>
                <a:moveTo>
                  <a:pt x="1139595" y="36323"/>
                </a:moveTo>
                <a:cubicBezTo>
                  <a:pt x="1133581" y="36323"/>
                  <a:pt x="1129013" y="38645"/>
                  <a:pt x="1125893" y="43288"/>
                </a:cubicBezTo>
                <a:cubicBezTo>
                  <a:pt x="1122845" y="47932"/>
                  <a:pt x="1121325" y="54859"/>
                  <a:pt x="1121325" y="64070"/>
                </a:cubicBezTo>
                <a:cubicBezTo>
                  <a:pt x="1121325" y="73128"/>
                  <a:pt x="1122845" y="80017"/>
                  <a:pt x="1125893" y="84737"/>
                </a:cubicBezTo>
                <a:cubicBezTo>
                  <a:pt x="1129013" y="89457"/>
                  <a:pt x="1133581" y="91817"/>
                  <a:pt x="1139595" y="91817"/>
                </a:cubicBezTo>
                <a:cubicBezTo>
                  <a:pt x="1145609" y="91817"/>
                  <a:pt x="1150133" y="89457"/>
                  <a:pt x="1153180" y="84737"/>
                </a:cubicBezTo>
                <a:cubicBezTo>
                  <a:pt x="1156301" y="80017"/>
                  <a:pt x="1157865" y="73128"/>
                  <a:pt x="1157865" y="64070"/>
                </a:cubicBezTo>
                <a:cubicBezTo>
                  <a:pt x="1157865" y="54859"/>
                  <a:pt x="1156301" y="47932"/>
                  <a:pt x="1153180" y="43288"/>
                </a:cubicBezTo>
                <a:cubicBezTo>
                  <a:pt x="1150133" y="38645"/>
                  <a:pt x="1145609" y="36323"/>
                  <a:pt x="1139595" y="36323"/>
                </a:cubicBezTo>
                <a:close/>
                <a:moveTo>
                  <a:pt x="1139595" y="26275"/>
                </a:moveTo>
                <a:cubicBezTo>
                  <a:pt x="1149563" y="26275"/>
                  <a:pt x="1157178" y="29510"/>
                  <a:pt x="1162432" y="35980"/>
                </a:cubicBezTo>
                <a:cubicBezTo>
                  <a:pt x="1167759" y="42451"/>
                  <a:pt x="1170419" y="51814"/>
                  <a:pt x="1170419" y="64070"/>
                </a:cubicBezTo>
                <a:cubicBezTo>
                  <a:pt x="1170419" y="76326"/>
                  <a:pt x="1167759" y="85689"/>
                  <a:pt x="1162432" y="92159"/>
                </a:cubicBezTo>
                <a:cubicBezTo>
                  <a:pt x="1157178" y="98554"/>
                  <a:pt x="1149563" y="101751"/>
                  <a:pt x="1139595" y="101751"/>
                </a:cubicBezTo>
                <a:cubicBezTo>
                  <a:pt x="1129547" y="101751"/>
                  <a:pt x="1121895" y="98554"/>
                  <a:pt x="1116641" y="92159"/>
                </a:cubicBezTo>
                <a:cubicBezTo>
                  <a:pt x="1111387" y="85689"/>
                  <a:pt x="1108763" y="76326"/>
                  <a:pt x="1108763" y="64070"/>
                </a:cubicBezTo>
                <a:cubicBezTo>
                  <a:pt x="1108763" y="51814"/>
                  <a:pt x="1111387" y="42451"/>
                  <a:pt x="1116641" y="35980"/>
                </a:cubicBezTo>
                <a:cubicBezTo>
                  <a:pt x="1121895" y="29510"/>
                  <a:pt x="1129547" y="26275"/>
                  <a:pt x="1139595" y="26275"/>
                </a:cubicBezTo>
                <a:close/>
                <a:moveTo>
                  <a:pt x="1191729" y="72634"/>
                </a:moveTo>
                <a:lnTo>
                  <a:pt x="1191729" y="28102"/>
                </a:lnTo>
                <a:lnTo>
                  <a:pt x="1203487" y="28102"/>
                </a:lnTo>
                <a:lnTo>
                  <a:pt x="1203487" y="72634"/>
                </a:lnTo>
                <a:cubicBezTo>
                  <a:pt x="1203487" y="79105"/>
                  <a:pt x="1204627" y="83862"/>
                  <a:pt x="1206915" y="86907"/>
                </a:cubicBezTo>
                <a:cubicBezTo>
                  <a:pt x="1209195" y="89952"/>
                  <a:pt x="1212732" y="91475"/>
                  <a:pt x="1217533" y="91475"/>
                </a:cubicBezTo>
                <a:cubicBezTo>
                  <a:pt x="1223167" y="91475"/>
                  <a:pt x="1227428" y="89534"/>
                  <a:pt x="1230321" y="85651"/>
                </a:cubicBezTo>
                <a:cubicBezTo>
                  <a:pt x="1233288" y="81692"/>
                  <a:pt x="1234772" y="76059"/>
                  <a:pt x="1234772" y="68752"/>
                </a:cubicBezTo>
                <a:lnTo>
                  <a:pt x="1234772" y="28102"/>
                </a:lnTo>
                <a:lnTo>
                  <a:pt x="1246647" y="28102"/>
                </a:lnTo>
                <a:lnTo>
                  <a:pt x="1246647" y="99924"/>
                </a:lnTo>
                <a:lnTo>
                  <a:pt x="1234772" y="99924"/>
                </a:lnTo>
                <a:lnTo>
                  <a:pt x="1234772" y="89076"/>
                </a:lnTo>
                <a:cubicBezTo>
                  <a:pt x="1232718" y="93263"/>
                  <a:pt x="1229861" y="96422"/>
                  <a:pt x="1226207" y="98554"/>
                </a:cubicBezTo>
                <a:cubicBezTo>
                  <a:pt x="1222634" y="100685"/>
                  <a:pt x="1218402" y="101751"/>
                  <a:pt x="1213535" y="101751"/>
                </a:cubicBezTo>
                <a:cubicBezTo>
                  <a:pt x="1206147" y="101751"/>
                  <a:pt x="1200666" y="99353"/>
                  <a:pt x="1197093" y="94557"/>
                </a:cubicBezTo>
                <a:cubicBezTo>
                  <a:pt x="1193512" y="89761"/>
                  <a:pt x="1191729" y="82453"/>
                  <a:pt x="1191729" y="72634"/>
                </a:cubicBezTo>
                <a:close/>
                <a:moveTo>
                  <a:pt x="1282455" y="90903"/>
                </a:moveTo>
                <a:lnTo>
                  <a:pt x="1282455" y="127328"/>
                </a:lnTo>
                <a:lnTo>
                  <a:pt x="1270573" y="127328"/>
                </a:lnTo>
                <a:lnTo>
                  <a:pt x="1270573" y="27987"/>
                </a:lnTo>
                <a:lnTo>
                  <a:pt x="1282455" y="27987"/>
                </a:lnTo>
                <a:lnTo>
                  <a:pt x="1282455" y="37122"/>
                </a:lnTo>
                <a:cubicBezTo>
                  <a:pt x="1284428" y="33621"/>
                  <a:pt x="1287059" y="30956"/>
                  <a:pt x="1290333" y="29129"/>
                </a:cubicBezTo>
                <a:cubicBezTo>
                  <a:pt x="1293607" y="27226"/>
                  <a:pt x="1297371" y="26275"/>
                  <a:pt x="1301631" y="26275"/>
                </a:cubicBezTo>
                <a:cubicBezTo>
                  <a:pt x="1310313" y="26275"/>
                  <a:pt x="1317124" y="29624"/>
                  <a:pt x="1322071" y="36323"/>
                </a:cubicBezTo>
                <a:cubicBezTo>
                  <a:pt x="1327018" y="43022"/>
                  <a:pt x="1329496" y="52347"/>
                  <a:pt x="1329496" y="64298"/>
                </a:cubicBezTo>
                <a:cubicBezTo>
                  <a:pt x="1329496" y="75945"/>
                  <a:pt x="1327018" y="85117"/>
                  <a:pt x="1322071" y="91817"/>
                </a:cubicBezTo>
                <a:cubicBezTo>
                  <a:pt x="1317124" y="98440"/>
                  <a:pt x="1310313" y="101751"/>
                  <a:pt x="1301631" y="101751"/>
                </a:cubicBezTo>
                <a:cubicBezTo>
                  <a:pt x="1297298" y="101751"/>
                  <a:pt x="1293490" y="100837"/>
                  <a:pt x="1290216" y="99010"/>
                </a:cubicBezTo>
                <a:cubicBezTo>
                  <a:pt x="1286942" y="97107"/>
                  <a:pt x="1284355" y="94405"/>
                  <a:pt x="1282455" y="90903"/>
                </a:cubicBezTo>
                <a:close/>
                <a:moveTo>
                  <a:pt x="1317168" y="64070"/>
                </a:moveTo>
                <a:cubicBezTo>
                  <a:pt x="1317168" y="54859"/>
                  <a:pt x="1315721" y="47932"/>
                  <a:pt x="1312827" y="43288"/>
                </a:cubicBezTo>
                <a:cubicBezTo>
                  <a:pt x="1309933" y="38645"/>
                  <a:pt x="1305628" y="36323"/>
                  <a:pt x="1299921" y="36323"/>
                </a:cubicBezTo>
                <a:cubicBezTo>
                  <a:pt x="1294214" y="36323"/>
                  <a:pt x="1289873" y="38683"/>
                  <a:pt x="1286906" y="43402"/>
                </a:cubicBezTo>
                <a:cubicBezTo>
                  <a:pt x="1283939" y="48046"/>
                  <a:pt x="1282455" y="54935"/>
                  <a:pt x="1282455" y="64070"/>
                </a:cubicBezTo>
                <a:cubicBezTo>
                  <a:pt x="1282455" y="73128"/>
                  <a:pt x="1283939" y="80017"/>
                  <a:pt x="1286906" y="84737"/>
                </a:cubicBezTo>
                <a:cubicBezTo>
                  <a:pt x="1289873" y="89457"/>
                  <a:pt x="1294214" y="91817"/>
                  <a:pt x="1299921" y="91817"/>
                </a:cubicBezTo>
                <a:cubicBezTo>
                  <a:pt x="1305628" y="91817"/>
                  <a:pt x="1309933" y="89495"/>
                  <a:pt x="1312827" y="84851"/>
                </a:cubicBezTo>
                <a:cubicBezTo>
                  <a:pt x="1315721" y="80132"/>
                  <a:pt x="1317168" y="73205"/>
                  <a:pt x="1317168" y="64070"/>
                </a:cubicBezTo>
                <a:close/>
                <a:moveTo>
                  <a:pt x="1430563" y="4009"/>
                </a:moveTo>
                <a:lnTo>
                  <a:pt x="1443578" y="4009"/>
                </a:lnTo>
                <a:lnTo>
                  <a:pt x="1443578" y="88962"/>
                </a:lnTo>
                <a:lnTo>
                  <a:pt x="1489939" y="88962"/>
                </a:lnTo>
                <a:lnTo>
                  <a:pt x="1489939" y="99924"/>
                </a:lnTo>
                <a:lnTo>
                  <a:pt x="1430563" y="99924"/>
                </a:lnTo>
                <a:close/>
              </a:path>
            </a:pathLst>
          </a:custGeom>
          <a:solidFill>
            <a:srgbClr val="000000"/>
          </a:solidFill>
          <a:ln w="10950" cap="flat">
            <a:noFill/>
            <a:prstDash val="solid"/>
            <a:round/>
          </a:ln>
        </p:spPr>
        <p:txBody>
          <a:bodyPr/>
          <a:lstStyle/>
          <a:p>
            <a:endParaRPr lang="en-GB"/>
          </a:p>
        </p:txBody>
      </p:sp>
      <p:sp>
        <p:nvSpPr>
          <p:cNvPr id="16" name="Freeform: Shape 15">
            <a:extLst>
              <a:ext uri="{FF2B5EF4-FFF2-40B4-BE49-F238E27FC236}">
                <a16:creationId xmlns:a16="http://schemas.microsoft.com/office/drawing/2014/main" id="{1C1D7A21-4A21-DC8C-BCF7-BCA18BDC064E}"/>
              </a:ext>
            </a:extLst>
          </p:cNvPr>
          <p:cNvSpPr/>
          <p:nvPr/>
        </p:nvSpPr>
        <p:spPr>
          <a:xfrm>
            <a:off x="2031486" y="934666"/>
            <a:ext cx="248465" cy="7307"/>
          </a:xfrm>
          <a:custGeom>
            <a:avLst/>
            <a:gdLst>
              <a:gd name="csX0" fmla="*/ 298 w 248465"/>
              <a:gd name="csY0" fmla="*/ 15 h 7307"/>
              <a:gd name="csX1" fmla="*/ 248764 w 248465"/>
              <a:gd name="csY1" fmla="*/ 15 h 7307"/>
            </a:gdLst>
            <a:ahLst/>
            <a:cxnLst>
              <a:cxn ang="0">
                <a:pos x="csX0" y="csY0"/>
              </a:cxn>
              <a:cxn ang="0">
                <a:pos x="csX1" y="csY1"/>
              </a:cxn>
            </a:cxnLst>
            <a:rect l="l" t="t" r="r" b="b"/>
            <a:pathLst>
              <a:path w="248465" h="7307">
                <a:moveTo>
                  <a:pt x="298" y="15"/>
                </a:moveTo>
                <a:lnTo>
                  <a:pt x="248764" y="15"/>
                </a:lnTo>
              </a:path>
            </a:pathLst>
          </a:custGeom>
          <a:noFill/>
          <a:ln w="21901" cap="flat">
            <a:solidFill>
              <a:srgbClr val="FA78FA"/>
            </a:solidFill>
            <a:custDash>
              <a:ds d="1687500" sp="562500"/>
            </a:custDash>
            <a:round/>
          </a:ln>
        </p:spPr>
        <p:txBody>
          <a:bodyPr/>
          <a:lstStyle/>
          <a:p>
            <a:endParaRPr lang="en-GB"/>
          </a:p>
        </p:txBody>
      </p:sp>
      <p:sp>
        <p:nvSpPr>
          <p:cNvPr id="17" name="Freeform: Shape 16">
            <a:extLst>
              <a:ext uri="{FF2B5EF4-FFF2-40B4-BE49-F238E27FC236}">
                <a16:creationId xmlns:a16="http://schemas.microsoft.com/office/drawing/2014/main" id="{61CC0159-D538-818B-8B14-C7A3B815E32A}"/>
              </a:ext>
            </a:extLst>
          </p:cNvPr>
          <p:cNvSpPr/>
          <p:nvPr/>
        </p:nvSpPr>
        <p:spPr>
          <a:xfrm>
            <a:off x="2332591" y="885909"/>
            <a:ext cx="1495946" cy="128229"/>
          </a:xfrm>
          <a:custGeom>
            <a:avLst/>
            <a:gdLst>
              <a:gd name="csX0" fmla="*/ 19479 w 1495946"/>
              <a:gd name="csY0" fmla="*/ 89305 h 128229"/>
              <a:gd name="csX1" fmla="*/ 42316 w 1495946"/>
              <a:gd name="csY1" fmla="*/ 81198 h 128229"/>
              <a:gd name="csX2" fmla="*/ 48825 w 1495946"/>
              <a:gd name="csY2" fmla="*/ 52080 h 128229"/>
              <a:gd name="csX3" fmla="*/ 42316 w 1495946"/>
              <a:gd name="csY3" fmla="*/ 22849 h 128229"/>
              <a:gd name="csX4" fmla="*/ 19479 w 1495946"/>
              <a:gd name="csY4" fmla="*/ 14742 h 128229"/>
              <a:gd name="csX5" fmla="*/ 13313 w 1495946"/>
              <a:gd name="csY5" fmla="*/ 14742 h 128229"/>
              <a:gd name="csX6" fmla="*/ 13313 w 1495946"/>
              <a:gd name="csY6" fmla="*/ 89305 h 128229"/>
              <a:gd name="csX7" fmla="*/ 19822 w 1495946"/>
              <a:gd name="csY7" fmla="*/ 4009 h 128229"/>
              <a:gd name="csX8" fmla="*/ 52136 w 1495946"/>
              <a:gd name="csY8" fmla="*/ 15770 h 128229"/>
              <a:gd name="csX9" fmla="*/ 62527 w 1495946"/>
              <a:gd name="csY9" fmla="*/ 52080 h 128229"/>
              <a:gd name="csX10" fmla="*/ 52136 w 1495946"/>
              <a:gd name="csY10" fmla="*/ 88277 h 128229"/>
              <a:gd name="csX11" fmla="*/ 19822 w 1495946"/>
              <a:gd name="csY11" fmla="*/ 99924 h 128229"/>
              <a:gd name="csX12" fmla="*/ 296 w 1495946"/>
              <a:gd name="csY12" fmla="*/ 99924 h 128229"/>
              <a:gd name="csX13" fmla="*/ 296 w 1495946"/>
              <a:gd name="csY13" fmla="*/ 4009 h 128229"/>
              <a:gd name="csX14" fmla="*/ 142178 w 1495946"/>
              <a:gd name="csY14" fmla="*/ 60987 h 128229"/>
              <a:gd name="csX15" fmla="*/ 142178 w 1495946"/>
              <a:gd name="csY15" fmla="*/ 66811 h 128229"/>
              <a:gd name="csX16" fmla="*/ 90908 w 1495946"/>
              <a:gd name="csY16" fmla="*/ 66811 h 128229"/>
              <a:gd name="csX17" fmla="*/ 90908 w 1495946"/>
              <a:gd name="csY17" fmla="*/ 67153 h 128229"/>
              <a:gd name="csX18" fmla="*/ 97075 w 1495946"/>
              <a:gd name="csY18" fmla="*/ 85422 h 128229"/>
              <a:gd name="csX19" fmla="*/ 114431 w 1495946"/>
              <a:gd name="csY19" fmla="*/ 91817 h 128229"/>
              <a:gd name="csX20" fmla="*/ 126192 w 1495946"/>
              <a:gd name="csY20" fmla="*/ 89990 h 128229"/>
              <a:gd name="csX21" fmla="*/ 139323 w 1495946"/>
              <a:gd name="csY21" fmla="*/ 84509 h 128229"/>
              <a:gd name="csX22" fmla="*/ 139323 w 1495946"/>
              <a:gd name="csY22" fmla="*/ 96270 h 128229"/>
              <a:gd name="csX23" fmla="*/ 126306 w 1495946"/>
              <a:gd name="csY23" fmla="*/ 100381 h 128229"/>
              <a:gd name="csX24" fmla="*/ 114202 w 1495946"/>
              <a:gd name="csY24" fmla="*/ 101751 h 128229"/>
              <a:gd name="csX25" fmla="*/ 88054 w 1495946"/>
              <a:gd name="csY25" fmla="*/ 91703 h 128229"/>
              <a:gd name="csX26" fmla="*/ 78576 w 1495946"/>
              <a:gd name="csY26" fmla="*/ 64070 h 128229"/>
              <a:gd name="csX27" fmla="*/ 87826 w 1495946"/>
              <a:gd name="csY27" fmla="*/ 36551 h 128229"/>
              <a:gd name="csX28" fmla="*/ 112490 w 1495946"/>
              <a:gd name="csY28" fmla="*/ 26275 h 128229"/>
              <a:gd name="csX29" fmla="*/ 134184 w 1495946"/>
              <a:gd name="csY29" fmla="*/ 35638 h 128229"/>
              <a:gd name="csX30" fmla="*/ 142178 w 1495946"/>
              <a:gd name="csY30" fmla="*/ 60987 h 128229"/>
              <a:gd name="csX31" fmla="*/ 130303 w 1495946"/>
              <a:gd name="csY31" fmla="*/ 57561 h 128229"/>
              <a:gd name="csX32" fmla="*/ 125392 w 1495946"/>
              <a:gd name="csY32" fmla="*/ 41804 h 128229"/>
              <a:gd name="csX33" fmla="*/ 112033 w 1495946"/>
              <a:gd name="csY33" fmla="*/ 36323 h 128229"/>
              <a:gd name="csX34" fmla="*/ 97874 w 1495946"/>
              <a:gd name="csY34" fmla="*/ 42032 h 128229"/>
              <a:gd name="csX35" fmla="*/ 91365 w 1495946"/>
              <a:gd name="csY35" fmla="*/ 57561 h 128229"/>
              <a:gd name="csX36" fmla="*/ 193282 w 1495946"/>
              <a:gd name="csY36" fmla="*/ 35295 h 128229"/>
              <a:gd name="csX37" fmla="*/ 198763 w 1495946"/>
              <a:gd name="csY37" fmla="*/ 28559 h 128229"/>
              <a:gd name="csX38" fmla="*/ 206984 w 1495946"/>
              <a:gd name="csY38" fmla="*/ 26275 h 128229"/>
              <a:gd name="csX39" fmla="*/ 219202 w 1495946"/>
              <a:gd name="csY39" fmla="*/ 33012 h 128229"/>
              <a:gd name="csX40" fmla="*/ 222742 w 1495946"/>
              <a:gd name="csY40" fmla="*/ 58247 h 128229"/>
              <a:gd name="csX41" fmla="*/ 222742 w 1495946"/>
              <a:gd name="csY41" fmla="*/ 99924 h 128229"/>
              <a:gd name="csX42" fmla="*/ 212008 w 1495946"/>
              <a:gd name="csY42" fmla="*/ 99924 h 128229"/>
              <a:gd name="csX43" fmla="*/ 212008 w 1495946"/>
              <a:gd name="csY43" fmla="*/ 58703 h 128229"/>
              <a:gd name="csX44" fmla="*/ 210296 w 1495946"/>
              <a:gd name="csY44" fmla="*/ 39862 h 128229"/>
              <a:gd name="csX45" fmla="*/ 204130 w 1495946"/>
              <a:gd name="csY45" fmla="*/ 36094 h 128229"/>
              <a:gd name="csX46" fmla="*/ 197051 w 1495946"/>
              <a:gd name="csY46" fmla="*/ 40091 h 128229"/>
              <a:gd name="csX47" fmla="*/ 195224 w 1495946"/>
              <a:gd name="csY47" fmla="*/ 58703 h 128229"/>
              <a:gd name="csX48" fmla="*/ 195224 w 1495946"/>
              <a:gd name="csY48" fmla="*/ 99924 h 128229"/>
              <a:gd name="csX49" fmla="*/ 184376 w 1495946"/>
              <a:gd name="csY49" fmla="*/ 99924 h 128229"/>
              <a:gd name="csX50" fmla="*/ 184376 w 1495946"/>
              <a:gd name="csY50" fmla="*/ 58703 h 128229"/>
              <a:gd name="csX51" fmla="*/ 182549 w 1495946"/>
              <a:gd name="csY51" fmla="*/ 39748 h 128229"/>
              <a:gd name="csX52" fmla="*/ 175926 w 1495946"/>
              <a:gd name="csY52" fmla="*/ 36094 h 128229"/>
              <a:gd name="csX53" fmla="*/ 169418 w 1495946"/>
              <a:gd name="csY53" fmla="*/ 40091 h 128229"/>
              <a:gd name="csX54" fmla="*/ 167591 w 1495946"/>
              <a:gd name="csY54" fmla="*/ 58703 h 128229"/>
              <a:gd name="csX55" fmla="*/ 167591 w 1495946"/>
              <a:gd name="csY55" fmla="*/ 99924 h 128229"/>
              <a:gd name="csX56" fmla="*/ 156858 w 1495946"/>
              <a:gd name="csY56" fmla="*/ 99924 h 128229"/>
              <a:gd name="csX57" fmla="*/ 156858 w 1495946"/>
              <a:gd name="csY57" fmla="*/ 27987 h 128229"/>
              <a:gd name="csX58" fmla="*/ 167591 w 1495946"/>
              <a:gd name="csY58" fmla="*/ 27987 h 128229"/>
              <a:gd name="csX59" fmla="*/ 167591 w 1495946"/>
              <a:gd name="csY59" fmla="*/ 34153 h 128229"/>
              <a:gd name="csX60" fmla="*/ 172958 w 1495946"/>
              <a:gd name="csY60" fmla="*/ 28330 h 128229"/>
              <a:gd name="csX61" fmla="*/ 180151 w 1495946"/>
              <a:gd name="csY61" fmla="*/ 26275 h 128229"/>
              <a:gd name="csX62" fmla="*/ 188258 w 1495946"/>
              <a:gd name="csY62" fmla="*/ 28559 h 128229"/>
              <a:gd name="csX63" fmla="*/ 193282 w 1495946"/>
              <a:gd name="csY63" fmla="*/ 35295 h 128229"/>
              <a:gd name="csX64" fmla="*/ 274189 w 1495946"/>
              <a:gd name="csY64" fmla="*/ 63727 h 128229"/>
              <a:gd name="csX65" fmla="*/ 270307 w 1495946"/>
              <a:gd name="csY65" fmla="*/ 63727 h 128229"/>
              <a:gd name="csX66" fmla="*/ 254663 w 1495946"/>
              <a:gd name="csY66" fmla="*/ 67381 h 128229"/>
              <a:gd name="csX67" fmla="*/ 249411 w 1495946"/>
              <a:gd name="csY67" fmla="*/ 78228 h 128229"/>
              <a:gd name="csX68" fmla="*/ 253293 w 1495946"/>
              <a:gd name="csY68" fmla="*/ 88391 h 128229"/>
              <a:gd name="csX69" fmla="*/ 264255 w 1495946"/>
              <a:gd name="csY69" fmla="*/ 91931 h 128229"/>
              <a:gd name="csX70" fmla="*/ 279556 w 1495946"/>
              <a:gd name="csY70" fmla="*/ 85194 h 128229"/>
              <a:gd name="csX71" fmla="*/ 285265 w 1495946"/>
              <a:gd name="csY71" fmla="*/ 66353 h 128229"/>
              <a:gd name="csX72" fmla="*/ 285265 w 1495946"/>
              <a:gd name="csY72" fmla="*/ 63727 h 128229"/>
              <a:gd name="csX73" fmla="*/ 297140 w 1495946"/>
              <a:gd name="csY73" fmla="*/ 58931 h 128229"/>
              <a:gd name="csX74" fmla="*/ 297140 w 1495946"/>
              <a:gd name="csY74" fmla="*/ 99924 h 128229"/>
              <a:gd name="csX75" fmla="*/ 285265 w 1495946"/>
              <a:gd name="csY75" fmla="*/ 99924 h 128229"/>
              <a:gd name="csX76" fmla="*/ 285265 w 1495946"/>
              <a:gd name="csY76" fmla="*/ 89305 h 128229"/>
              <a:gd name="csX77" fmla="*/ 275673 w 1495946"/>
              <a:gd name="csY77" fmla="*/ 98782 h 128229"/>
              <a:gd name="csX78" fmla="*/ 261743 w 1495946"/>
              <a:gd name="csY78" fmla="*/ 101751 h 128229"/>
              <a:gd name="csX79" fmla="*/ 244158 w 1495946"/>
              <a:gd name="csY79" fmla="*/ 95584 h 128229"/>
              <a:gd name="csX80" fmla="*/ 237650 w 1495946"/>
              <a:gd name="csY80" fmla="*/ 79028 h 128229"/>
              <a:gd name="csX81" fmla="*/ 245643 w 1495946"/>
              <a:gd name="csY81" fmla="*/ 60758 h 128229"/>
              <a:gd name="csX82" fmla="*/ 269394 w 1495946"/>
              <a:gd name="csY82" fmla="*/ 54478 h 128229"/>
              <a:gd name="csX83" fmla="*/ 285265 w 1495946"/>
              <a:gd name="csY83" fmla="*/ 54478 h 128229"/>
              <a:gd name="csX84" fmla="*/ 285265 w 1495946"/>
              <a:gd name="csY84" fmla="*/ 52651 h 128229"/>
              <a:gd name="csX85" fmla="*/ 280812 w 1495946"/>
              <a:gd name="csY85" fmla="*/ 40205 h 128229"/>
              <a:gd name="csX86" fmla="*/ 267110 w 1495946"/>
              <a:gd name="csY86" fmla="*/ 36323 h 128229"/>
              <a:gd name="csX87" fmla="*/ 254892 w 1495946"/>
              <a:gd name="csY87" fmla="*/ 38035 h 128229"/>
              <a:gd name="csX88" fmla="*/ 242903 w 1495946"/>
              <a:gd name="csY88" fmla="*/ 43060 h 128229"/>
              <a:gd name="csX89" fmla="*/ 242903 w 1495946"/>
              <a:gd name="csY89" fmla="*/ 31299 h 128229"/>
              <a:gd name="csX90" fmla="*/ 255463 w 1495946"/>
              <a:gd name="csY90" fmla="*/ 27531 h 128229"/>
              <a:gd name="csX91" fmla="*/ 267110 w 1495946"/>
              <a:gd name="csY91" fmla="*/ 26275 h 128229"/>
              <a:gd name="csX92" fmla="*/ 282296 w 1495946"/>
              <a:gd name="csY92" fmla="*/ 28901 h 128229"/>
              <a:gd name="csX93" fmla="*/ 292573 w 1495946"/>
              <a:gd name="csY93" fmla="*/ 36780 h 128229"/>
              <a:gd name="csX94" fmla="*/ 296113 w 1495946"/>
              <a:gd name="csY94" fmla="*/ 44772 h 128229"/>
              <a:gd name="csX95" fmla="*/ 297140 w 1495946"/>
              <a:gd name="csY95" fmla="*/ 58931 h 128229"/>
              <a:gd name="csX96" fmla="*/ 375763 w 1495946"/>
              <a:gd name="csY96" fmla="*/ 55391 h 128229"/>
              <a:gd name="csX97" fmla="*/ 375763 w 1495946"/>
              <a:gd name="csY97" fmla="*/ 99924 h 128229"/>
              <a:gd name="csX98" fmla="*/ 363888 w 1495946"/>
              <a:gd name="csY98" fmla="*/ 99924 h 128229"/>
              <a:gd name="csX99" fmla="*/ 363888 w 1495946"/>
              <a:gd name="csY99" fmla="*/ 55391 h 128229"/>
              <a:gd name="csX100" fmla="*/ 360463 w 1495946"/>
              <a:gd name="csY100" fmla="*/ 41119 h 128229"/>
              <a:gd name="csX101" fmla="*/ 349844 w 1495946"/>
              <a:gd name="csY101" fmla="*/ 36551 h 128229"/>
              <a:gd name="csX102" fmla="*/ 337055 w 1495946"/>
              <a:gd name="csY102" fmla="*/ 42489 h 128229"/>
              <a:gd name="csX103" fmla="*/ 332602 w 1495946"/>
              <a:gd name="csY103" fmla="*/ 59274 h 128229"/>
              <a:gd name="csX104" fmla="*/ 332602 w 1495946"/>
              <a:gd name="csY104" fmla="*/ 99924 h 128229"/>
              <a:gd name="csX105" fmla="*/ 320841 w 1495946"/>
              <a:gd name="csY105" fmla="*/ 99924 h 128229"/>
              <a:gd name="csX106" fmla="*/ 320841 w 1495946"/>
              <a:gd name="csY106" fmla="*/ 27987 h 128229"/>
              <a:gd name="csX107" fmla="*/ 332602 w 1495946"/>
              <a:gd name="csY107" fmla="*/ 27987 h 128229"/>
              <a:gd name="csX108" fmla="*/ 332602 w 1495946"/>
              <a:gd name="csY108" fmla="*/ 38721 h 128229"/>
              <a:gd name="csX109" fmla="*/ 341166 w 1495946"/>
              <a:gd name="csY109" fmla="*/ 29472 h 128229"/>
              <a:gd name="csX110" fmla="*/ 353955 w 1495946"/>
              <a:gd name="csY110" fmla="*/ 26275 h 128229"/>
              <a:gd name="csX111" fmla="*/ 370283 w 1495946"/>
              <a:gd name="csY111" fmla="*/ 33468 h 128229"/>
              <a:gd name="csX112" fmla="*/ 375763 w 1495946"/>
              <a:gd name="csY112" fmla="*/ 55391 h 128229"/>
              <a:gd name="csX113" fmla="*/ 442623 w 1495946"/>
              <a:gd name="csY113" fmla="*/ 37122 h 128229"/>
              <a:gd name="csX114" fmla="*/ 442623 w 1495946"/>
              <a:gd name="csY114" fmla="*/ 12 h 128229"/>
              <a:gd name="csX115" fmla="*/ 454388 w 1495946"/>
              <a:gd name="csY115" fmla="*/ 12 h 128229"/>
              <a:gd name="csX116" fmla="*/ 454388 w 1495946"/>
              <a:gd name="csY116" fmla="*/ 99924 h 128229"/>
              <a:gd name="csX117" fmla="*/ 442623 w 1495946"/>
              <a:gd name="csY117" fmla="*/ 99924 h 128229"/>
              <a:gd name="csX118" fmla="*/ 442623 w 1495946"/>
              <a:gd name="csY118" fmla="*/ 90903 h 128229"/>
              <a:gd name="csX119" fmla="*/ 434745 w 1495946"/>
              <a:gd name="csY119" fmla="*/ 99010 h 128229"/>
              <a:gd name="csX120" fmla="*/ 423330 w 1495946"/>
              <a:gd name="csY120" fmla="*/ 101751 h 128229"/>
              <a:gd name="csX121" fmla="*/ 402775 w 1495946"/>
              <a:gd name="csY121" fmla="*/ 91703 h 128229"/>
              <a:gd name="csX122" fmla="*/ 395353 w 1495946"/>
              <a:gd name="csY122" fmla="*/ 63727 h 128229"/>
              <a:gd name="csX123" fmla="*/ 402889 w 1495946"/>
              <a:gd name="csY123" fmla="*/ 36323 h 128229"/>
              <a:gd name="csX124" fmla="*/ 423330 w 1495946"/>
              <a:gd name="csY124" fmla="*/ 26275 h 128229"/>
              <a:gd name="csX125" fmla="*/ 434745 w 1495946"/>
              <a:gd name="csY125" fmla="*/ 29129 h 128229"/>
              <a:gd name="csX126" fmla="*/ 442623 w 1495946"/>
              <a:gd name="csY126" fmla="*/ 37122 h 128229"/>
              <a:gd name="csX127" fmla="*/ 407799 w 1495946"/>
              <a:gd name="csY127" fmla="*/ 64070 h 128229"/>
              <a:gd name="csX128" fmla="*/ 412139 w 1495946"/>
              <a:gd name="csY128" fmla="*/ 84851 h 128229"/>
              <a:gd name="csX129" fmla="*/ 425157 w 1495946"/>
              <a:gd name="csY129" fmla="*/ 91817 h 128229"/>
              <a:gd name="csX130" fmla="*/ 438055 w 1495946"/>
              <a:gd name="csY130" fmla="*/ 84737 h 128229"/>
              <a:gd name="csX131" fmla="*/ 442623 w 1495946"/>
              <a:gd name="csY131" fmla="*/ 64070 h 128229"/>
              <a:gd name="csX132" fmla="*/ 438055 w 1495946"/>
              <a:gd name="csY132" fmla="*/ 43402 h 128229"/>
              <a:gd name="csX133" fmla="*/ 425157 w 1495946"/>
              <a:gd name="csY133" fmla="*/ 36323 h 128229"/>
              <a:gd name="csX134" fmla="*/ 412139 w 1495946"/>
              <a:gd name="csY134" fmla="*/ 43288 h 128229"/>
              <a:gd name="csX135" fmla="*/ 407799 w 1495946"/>
              <a:gd name="csY135" fmla="*/ 64070 h 128229"/>
              <a:gd name="csX136" fmla="*/ 614144 w 1495946"/>
              <a:gd name="csY136" fmla="*/ 12 h 128229"/>
              <a:gd name="csX137" fmla="*/ 614144 w 1495946"/>
              <a:gd name="csY137" fmla="*/ 9832 h 128229"/>
              <a:gd name="csX138" fmla="*/ 600669 w 1495946"/>
              <a:gd name="csY138" fmla="*/ 9832 h 128229"/>
              <a:gd name="csX139" fmla="*/ 591877 w 1495946"/>
              <a:gd name="csY139" fmla="*/ 12458 h 128229"/>
              <a:gd name="csX140" fmla="*/ 589371 w 1495946"/>
              <a:gd name="csY140" fmla="*/ 21593 h 128229"/>
              <a:gd name="csX141" fmla="*/ 589371 w 1495946"/>
              <a:gd name="csY141" fmla="*/ 27987 h 128229"/>
              <a:gd name="csX142" fmla="*/ 614144 w 1495946"/>
              <a:gd name="csY142" fmla="*/ 27987 h 128229"/>
              <a:gd name="csX143" fmla="*/ 614144 w 1495946"/>
              <a:gd name="csY143" fmla="*/ 37122 h 128229"/>
              <a:gd name="csX144" fmla="*/ 589371 w 1495946"/>
              <a:gd name="csY144" fmla="*/ 37122 h 128229"/>
              <a:gd name="csX145" fmla="*/ 589371 w 1495946"/>
              <a:gd name="csY145" fmla="*/ 99924 h 128229"/>
              <a:gd name="csX146" fmla="*/ 577605 w 1495946"/>
              <a:gd name="csY146" fmla="*/ 99924 h 128229"/>
              <a:gd name="csX147" fmla="*/ 577605 w 1495946"/>
              <a:gd name="csY147" fmla="*/ 37122 h 128229"/>
              <a:gd name="csX148" fmla="*/ 558422 w 1495946"/>
              <a:gd name="csY148" fmla="*/ 37122 h 128229"/>
              <a:gd name="csX149" fmla="*/ 558422 w 1495946"/>
              <a:gd name="csY149" fmla="*/ 27987 h 128229"/>
              <a:gd name="csX150" fmla="*/ 577605 w 1495946"/>
              <a:gd name="csY150" fmla="*/ 27987 h 128229"/>
              <a:gd name="csX151" fmla="*/ 577605 w 1495946"/>
              <a:gd name="csY151" fmla="*/ 22964 h 128229"/>
              <a:gd name="csX152" fmla="*/ 582977 w 1495946"/>
              <a:gd name="csY152" fmla="*/ 5608 h 128229"/>
              <a:gd name="csX153" fmla="*/ 599989 w 1495946"/>
              <a:gd name="csY153" fmla="*/ 12 h 128229"/>
              <a:gd name="csX154" fmla="*/ 699281 w 1495946"/>
              <a:gd name="csY154" fmla="*/ 42832 h 128229"/>
              <a:gd name="csX155" fmla="*/ 691512 w 1495946"/>
              <a:gd name="csY155" fmla="*/ 38493 h 128229"/>
              <a:gd name="csX156" fmla="*/ 682948 w 1495946"/>
              <a:gd name="csY156" fmla="*/ 37122 h 128229"/>
              <a:gd name="csX157" fmla="*/ 666052 w 1495946"/>
              <a:gd name="csY157" fmla="*/ 44088 h 128229"/>
              <a:gd name="csX158" fmla="*/ 660227 w 1495946"/>
              <a:gd name="csY158" fmla="*/ 64184 h 128229"/>
              <a:gd name="csX159" fmla="*/ 660227 w 1495946"/>
              <a:gd name="csY159" fmla="*/ 99924 h 128229"/>
              <a:gd name="csX160" fmla="*/ 648352 w 1495946"/>
              <a:gd name="csY160" fmla="*/ 99924 h 128229"/>
              <a:gd name="csX161" fmla="*/ 648352 w 1495946"/>
              <a:gd name="csY161" fmla="*/ 27987 h 128229"/>
              <a:gd name="csX162" fmla="*/ 660227 w 1495946"/>
              <a:gd name="csY162" fmla="*/ 27987 h 128229"/>
              <a:gd name="csX163" fmla="*/ 660227 w 1495946"/>
              <a:gd name="csY163" fmla="*/ 42032 h 128229"/>
              <a:gd name="csX164" fmla="*/ 669245 w 1495946"/>
              <a:gd name="csY164" fmla="*/ 30386 h 128229"/>
              <a:gd name="csX165" fmla="*/ 683861 w 1495946"/>
              <a:gd name="csY165" fmla="*/ 26275 h 128229"/>
              <a:gd name="csX166" fmla="*/ 691973 w 1495946"/>
              <a:gd name="csY166" fmla="*/ 27416 h 128229"/>
              <a:gd name="csX167" fmla="*/ 699281 w 1495946"/>
              <a:gd name="csY167" fmla="*/ 30728 h 128229"/>
              <a:gd name="csX168" fmla="*/ 743873 w 1495946"/>
              <a:gd name="csY168" fmla="*/ 36323 h 128229"/>
              <a:gd name="csX169" fmla="*/ 730171 w 1495946"/>
              <a:gd name="csY169" fmla="*/ 43288 h 128229"/>
              <a:gd name="csX170" fmla="*/ 725603 w 1495946"/>
              <a:gd name="csY170" fmla="*/ 64070 h 128229"/>
              <a:gd name="csX171" fmla="*/ 730171 w 1495946"/>
              <a:gd name="csY171" fmla="*/ 84737 h 128229"/>
              <a:gd name="csX172" fmla="*/ 743873 w 1495946"/>
              <a:gd name="csY172" fmla="*/ 91817 h 128229"/>
              <a:gd name="csX173" fmla="*/ 757465 w 1495946"/>
              <a:gd name="csY173" fmla="*/ 84737 h 128229"/>
              <a:gd name="csX174" fmla="*/ 762142 w 1495946"/>
              <a:gd name="csY174" fmla="*/ 64070 h 128229"/>
              <a:gd name="csX175" fmla="*/ 757465 w 1495946"/>
              <a:gd name="csY175" fmla="*/ 43288 h 128229"/>
              <a:gd name="csX176" fmla="*/ 743873 w 1495946"/>
              <a:gd name="csY176" fmla="*/ 36323 h 128229"/>
              <a:gd name="csX177" fmla="*/ 743873 w 1495946"/>
              <a:gd name="csY177" fmla="*/ 26275 h 128229"/>
              <a:gd name="csX178" fmla="*/ 766710 w 1495946"/>
              <a:gd name="csY178" fmla="*/ 35980 h 128229"/>
              <a:gd name="csX179" fmla="*/ 774705 w 1495946"/>
              <a:gd name="csY179" fmla="*/ 64070 h 128229"/>
              <a:gd name="csX180" fmla="*/ 766710 w 1495946"/>
              <a:gd name="csY180" fmla="*/ 92159 h 128229"/>
              <a:gd name="csX181" fmla="*/ 743873 w 1495946"/>
              <a:gd name="csY181" fmla="*/ 101751 h 128229"/>
              <a:gd name="csX182" fmla="*/ 720926 w 1495946"/>
              <a:gd name="csY182" fmla="*/ 92159 h 128229"/>
              <a:gd name="csX183" fmla="*/ 713041 w 1495946"/>
              <a:gd name="csY183" fmla="*/ 64070 h 128229"/>
              <a:gd name="csX184" fmla="*/ 720926 w 1495946"/>
              <a:gd name="csY184" fmla="*/ 35980 h 128229"/>
              <a:gd name="csX185" fmla="*/ 743873 w 1495946"/>
              <a:gd name="csY185" fmla="*/ 26275 h 128229"/>
              <a:gd name="csX186" fmla="*/ 826838 w 1495946"/>
              <a:gd name="csY186" fmla="*/ 35295 h 128229"/>
              <a:gd name="csX187" fmla="*/ 832319 w 1495946"/>
              <a:gd name="csY187" fmla="*/ 28559 h 128229"/>
              <a:gd name="csX188" fmla="*/ 840541 w 1495946"/>
              <a:gd name="csY188" fmla="*/ 26275 h 128229"/>
              <a:gd name="csX189" fmla="*/ 852759 w 1495946"/>
              <a:gd name="csY189" fmla="*/ 33012 h 128229"/>
              <a:gd name="csX190" fmla="*/ 856296 w 1495946"/>
              <a:gd name="csY190" fmla="*/ 58247 h 128229"/>
              <a:gd name="csX191" fmla="*/ 856296 w 1495946"/>
              <a:gd name="csY191" fmla="*/ 99924 h 128229"/>
              <a:gd name="csX192" fmla="*/ 845561 w 1495946"/>
              <a:gd name="csY192" fmla="*/ 99924 h 128229"/>
              <a:gd name="csX193" fmla="*/ 845561 w 1495946"/>
              <a:gd name="csY193" fmla="*/ 58703 h 128229"/>
              <a:gd name="csX194" fmla="*/ 843851 w 1495946"/>
              <a:gd name="csY194" fmla="*/ 39862 h 128229"/>
              <a:gd name="csX195" fmla="*/ 837683 w 1495946"/>
              <a:gd name="csY195" fmla="*/ 36094 h 128229"/>
              <a:gd name="csX196" fmla="*/ 830602 w 1495946"/>
              <a:gd name="csY196" fmla="*/ 40091 h 128229"/>
              <a:gd name="csX197" fmla="*/ 828775 w 1495946"/>
              <a:gd name="csY197" fmla="*/ 58703 h 128229"/>
              <a:gd name="csX198" fmla="*/ 828775 w 1495946"/>
              <a:gd name="csY198" fmla="*/ 99924 h 128229"/>
              <a:gd name="csX199" fmla="*/ 817930 w 1495946"/>
              <a:gd name="csY199" fmla="*/ 99924 h 128229"/>
              <a:gd name="csX200" fmla="*/ 817930 w 1495946"/>
              <a:gd name="csY200" fmla="*/ 58703 h 128229"/>
              <a:gd name="csX201" fmla="*/ 816103 w 1495946"/>
              <a:gd name="csY201" fmla="*/ 39748 h 128229"/>
              <a:gd name="csX202" fmla="*/ 809482 w 1495946"/>
              <a:gd name="csY202" fmla="*/ 36094 h 128229"/>
              <a:gd name="csX203" fmla="*/ 802971 w 1495946"/>
              <a:gd name="csY203" fmla="*/ 40091 h 128229"/>
              <a:gd name="csX204" fmla="*/ 801144 w 1495946"/>
              <a:gd name="csY204" fmla="*/ 58703 h 128229"/>
              <a:gd name="csX205" fmla="*/ 801144 w 1495946"/>
              <a:gd name="csY205" fmla="*/ 99924 h 128229"/>
              <a:gd name="csX206" fmla="*/ 790409 w 1495946"/>
              <a:gd name="csY206" fmla="*/ 99924 h 128229"/>
              <a:gd name="csX207" fmla="*/ 790409 w 1495946"/>
              <a:gd name="csY207" fmla="*/ 27987 h 128229"/>
              <a:gd name="csX208" fmla="*/ 801144 w 1495946"/>
              <a:gd name="csY208" fmla="*/ 27987 h 128229"/>
              <a:gd name="csX209" fmla="*/ 801144 w 1495946"/>
              <a:gd name="csY209" fmla="*/ 34153 h 128229"/>
              <a:gd name="csX210" fmla="*/ 806508 w 1495946"/>
              <a:gd name="csY210" fmla="*/ 28330 h 128229"/>
              <a:gd name="csX211" fmla="*/ 813706 w 1495946"/>
              <a:gd name="csY211" fmla="*/ 26275 h 128229"/>
              <a:gd name="csX212" fmla="*/ 821811 w 1495946"/>
              <a:gd name="csY212" fmla="*/ 28559 h 128229"/>
              <a:gd name="csX213" fmla="*/ 826838 w 1495946"/>
              <a:gd name="csY213" fmla="*/ 35295 h 128229"/>
              <a:gd name="csX214" fmla="*/ 996986 w 1495946"/>
              <a:gd name="csY214" fmla="*/ 63385 h 128229"/>
              <a:gd name="csX215" fmla="*/ 992646 w 1495946"/>
              <a:gd name="csY215" fmla="*/ 43174 h 128229"/>
              <a:gd name="csX216" fmla="*/ 979974 w 1495946"/>
              <a:gd name="csY216" fmla="*/ 36323 h 128229"/>
              <a:gd name="csX217" fmla="*/ 966725 w 1495946"/>
              <a:gd name="csY217" fmla="*/ 43174 h 128229"/>
              <a:gd name="csX218" fmla="*/ 962157 w 1495946"/>
              <a:gd name="csY218" fmla="*/ 63385 h 128229"/>
              <a:gd name="csX219" fmla="*/ 966725 w 1495946"/>
              <a:gd name="csY219" fmla="*/ 83595 h 128229"/>
              <a:gd name="csX220" fmla="*/ 980083 w 1495946"/>
              <a:gd name="csY220" fmla="*/ 90561 h 128229"/>
              <a:gd name="csX221" fmla="*/ 992646 w 1495946"/>
              <a:gd name="csY221" fmla="*/ 83595 h 128229"/>
              <a:gd name="csX222" fmla="*/ 996986 w 1495946"/>
              <a:gd name="csY222" fmla="*/ 63385 h 128229"/>
              <a:gd name="csX223" fmla="*/ 1008745 w 1495946"/>
              <a:gd name="csY223" fmla="*/ 95242 h 128229"/>
              <a:gd name="csX224" fmla="*/ 1001093 w 1495946"/>
              <a:gd name="csY224" fmla="*/ 119792 h 128229"/>
              <a:gd name="csX225" fmla="*/ 978600 w 1495946"/>
              <a:gd name="csY225" fmla="*/ 128242 h 128229"/>
              <a:gd name="csX226" fmla="*/ 968442 w 1495946"/>
              <a:gd name="csY226" fmla="*/ 127328 h 128229"/>
              <a:gd name="csX227" fmla="*/ 957816 w 1495946"/>
              <a:gd name="csY227" fmla="*/ 124702 h 128229"/>
              <a:gd name="csX228" fmla="*/ 957816 w 1495946"/>
              <a:gd name="csY228" fmla="*/ 112941 h 128229"/>
              <a:gd name="csX229" fmla="*/ 969239 w 1495946"/>
              <a:gd name="csY229" fmla="*/ 117280 h 128229"/>
              <a:gd name="csX230" fmla="*/ 978600 w 1495946"/>
              <a:gd name="csY230" fmla="*/ 118764 h 128229"/>
              <a:gd name="csX231" fmla="*/ 992529 w 1495946"/>
              <a:gd name="csY231" fmla="*/ 113512 h 128229"/>
              <a:gd name="csX232" fmla="*/ 996986 w 1495946"/>
              <a:gd name="csY232" fmla="*/ 97069 h 128229"/>
              <a:gd name="csX233" fmla="*/ 996986 w 1495946"/>
              <a:gd name="csY233" fmla="*/ 96498 h 128229"/>
              <a:gd name="csX234" fmla="*/ 996986 w 1495946"/>
              <a:gd name="csY234" fmla="*/ 88505 h 128229"/>
              <a:gd name="csX235" fmla="*/ 989218 w 1495946"/>
              <a:gd name="csY235" fmla="*/ 97526 h 128229"/>
              <a:gd name="csX236" fmla="*/ 977343 w 1495946"/>
              <a:gd name="csY236" fmla="*/ 100495 h 128229"/>
              <a:gd name="csX237" fmla="*/ 957246 w 1495946"/>
              <a:gd name="csY237" fmla="*/ 90446 h 128229"/>
              <a:gd name="csX238" fmla="*/ 949712 w 1495946"/>
              <a:gd name="csY238" fmla="*/ 63385 h 128229"/>
              <a:gd name="csX239" fmla="*/ 957246 w 1495946"/>
              <a:gd name="csY239" fmla="*/ 36323 h 128229"/>
              <a:gd name="csX240" fmla="*/ 977343 w 1495946"/>
              <a:gd name="csY240" fmla="*/ 26275 h 128229"/>
              <a:gd name="csX241" fmla="*/ 989108 w 1495946"/>
              <a:gd name="csY241" fmla="*/ 29015 h 128229"/>
              <a:gd name="csX242" fmla="*/ 996986 w 1495946"/>
              <a:gd name="csY242" fmla="*/ 37579 h 128229"/>
              <a:gd name="csX243" fmla="*/ 996986 w 1495946"/>
              <a:gd name="csY243" fmla="*/ 28216 h 128229"/>
              <a:gd name="csX244" fmla="*/ 1008745 w 1495946"/>
              <a:gd name="csY244" fmla="*/ 28216 h 128229"/>
              <a:gd name="csX245" fmla="*/ 1095247 w 1495946"/>
              <a:gd name="csY245" fmla="*/ 42832 h 128229"/>
              <a:gd name="csX246" fmla="*/ 1087486 w 1495946"/>
              <a:gd name="csY246" fmla="*/ 38493 h 128229"/>
              <a:gd name="csX247" fmla="*/ 1078922 w 1495946"/>
              <a:gd name="csY247" fmla="*/ 37122 h 128229"/>
              <a:gd name="csX248" fmla="*/ 1062019 w 1495946"/>
              <a:gd name="csY248" fmla="*/ 44088 h 128229"/>
              <a:gd name="csX249" fmla="*/ 1056194 w 1495946"/>
              <a:gd name="csY249" fmla="*/ 64184 h 128229"/>
              <a:gd name="csX250" fmla="*/ 1056194 w 1495946"/>
              <a:gd name="csY250" fmla="*/ 99924 h 128229"/>
              <a:gd name="csX251" fmla="*/ 1044319 w 1495946"/>
              <a:gd name="csY251" fmla="*/ 99924 h 128229"/>
              <a:gd name="csX252" fmla="*/ 1044319 w 1495946"/>
              <a:gd name="csY252" fmla="*/ 27987 h 128229"/>
              <a:gd name="csX253" fmla="*/ 1056194 w 1495946"/>
              <a:gd name="csY253" fmla="*/ 27987 h 128229"/>
              <a:gd name="csX254" fmla="*/ 1056194 w 1495946"/>
              <a:gd name="csY254" fmla="*/ 42032 h 128229"/>
              <a:gd name="csX255" fmla="*/ 1065220 w 1495946"/>
              <a:gd name="csY255" fmla="*/ 30386 h 128229"/>
              <a:gd name="csX256" fmla="*/ 1079835 w 1495946"/>
              <a:gd name="csY256" fmla="*/ 26275 h 128229"/>
              <a:gd name="csX257" fmla="*/ 1087939 w 1495946"/>
              <a:gd name="csY257" fmla="*/ 27416 h 128229"/>
              <a:gd name="csX258" fmla="*/ 1095247 w 1495946"/>
              <a:gd name="csY258" fmla="*/ 30728 h 128229"/>
              <a:gd name="csX259" fmla="*/ 1139847 w 1495946"/>
              <a:gd name="csY259" fmla="*/ 36323 h 128229"/>
              <a:gd name="csX260" fmla="*/ 1126145 w 1495946"/>
              <a:gd name="csY260" fmla="*/ 43288 h 128229"/>
              <a:gd name="csX261" fmla="*/ 1121577 w 1495946"/>
              <a:gd name="csY261" fmla="*/ 64070 h 128229"/>
              <a:gd name="csX262" fmla="*/ 1126145 w 1495946"/>
              <a:gd name="csY262" fmla="*/ 84737 h 128229"/>
              <a:gd name="csX263" fmla="*/ 1139847 w 1495946"/>
              <a:gd name="csY263" fmla="*/ 91817 h 128229"/>
              <a:gd name="csX264" fmla="*/ 1153432 w 1495946"/>
              <a:gd name="csY264" fmla="*/ 84737 h 128229"/>
              <a:gd name="csX265" fmla="*/ 1158117 w 1495946"/>
              <a:gd name="csY265" fmla="*/ 64070 h 128229"/>
              <a:gd name="csX266" fmla="*/ 1153432 w 1495946"/>
              <a:gd name="csY266" fmla="*/ 43288 h 128229"/>
              <a:gd name="csX267" fmla="*/ 1139847 w 1495946"/>
              <a:gd name="csY267" fmla="*/ 36323 h 128229"/>
              <a:gd name="csX268" fmla="*/ 1139847 w 1495946"/>
              <a:gd name="csY268" fmla="*/ 26275 h 128229"/>
              <a:gd name="csX269" fmla="*/ 1162684 w 1495946"/>
              <a:gd name="csY269" fmla="*/ 35980 h 128229"/>
              <a:gd name="csX270" fmla="*/ 1170671 w 1495946"/>
              <a:gd name="csY270" fmla="*/ 64070 h 128229"/>
              <a:gd name="csX271" fmla="*/ 1162684 w 1495946"/>
              <a:gd name="csY271" fmla="*/ 92159 h 128229"/>
              <a:gd name="csX272" fmla="*/ 1139847 w 1495946"/>
              <a:gd name="csY272" fmla="*/ 101751 h 128229"/>
              <a:gd name="csX273" fmla="*/ 1116893 w 1495946"/>
              <a:gd name="csY273" fmla="*/ 92159 h 128229"/>
              <a:gd name="csX274" fmla="*/ 1109015 w 1495946"/>
              <a:gd name="csY274" fmla="*/ 64070 h 128229"/>
              <a:gd name="csX275" fmla="*/ 1116893 w 1495946"/>
              <a:gd name="csY275" fmla="*/ 35980 h 128229"/>
              <a:gd name="csX276" fmla="*/ 1139847 w 1495946"/>
              <a:gd name="csY276" fmla="*/ 26275 h 128229"/>
              <a:gd name="csX277" fmla="*/ 1191981 w 1495946"/>
              <a:gd name="csY277" fmla="*/ 72634 h 128229"/>
              <a:gd name="csX278" fmla="*/ 1191981 w 1495946"/>
              <a:gd name="csY278" fmla="*/ 28102 h 128229"/>
              <a:gd name="csX279" fmla="*/ 1203739 w 1495946"/>
              <a:gd name="csY279" fmla="*/ 28102 h 128229"/>
              <a:gd name="csX280" fmla="*/ 1203739 w 1495946"/>
              <a:gd name="csY280" fmla="*/ 72634 h 128229"/>
              <a:gd name="csX281" fmla="*/ 1207167 w 1495946"/>
              <a:gd name="csY281" fmla="*/ 86907 h 128229"/>
              <a:gd name="csX282" fmla="*/ 1217785 w 1495946"/>
              <a:gd name="csY282" fmla="*/ 91475 h 128229"/>
              <a:gd name="csX283" fmla="*/ 1230573 w 1495946"/>
              <a:gd name="csY283" fmla="*/ 85651 h 128229"/>
              <a:gd name="csX284" fmla="*/ 1235024 w 1495946"/>
              <a:gd name="csY284" fmla="*/ 68752 h 128229"/>
              <a:gd name="csX285" fmla="*/ 1235024 w 1495946"/>
              <a:gd name="csY285" fmla="*/ 28102 h 128229"/>
              <a:gd name="csX286" fmla="*/ 1246899 w 1495946"/>
              <a:gd name="csY286" fmla="*/ 28102 h 128229"/>
              <a:gd name="csX287" fmla="*/ 1246899 w 1495946"/>
              <a:gd name="csY287" fmla="*/ 99924 h 128229"/>
              <a:gd name="csX288" fmla="*/ 1235024 w 1495946"/>
              <a:gd name="csY288" fmla="*/ 99924 h 128229"/>
              <a:gd name="csX289" fmla="*/ 1235024 w 1495946"/>
              <a:gd name="csY289" fmla="*/ 89076 h 128229"/>
              <a:gd name="csX290" fmla="*/ 1226459 w 1495946"/>
              <a:gd name="csY290" fmla="*/ 98554 h 128229"/>
              <a:gd name="csX291" fmla="*/ 1213787 w 1495946"/>
              <a:gd name="csY291" fmla="*/ 101751 h 128229"/>
              <a:gd name="csX292" fmla="*/ 1197345 w 1495946"/>
              <a:gd name="csY292" fmla="*/ 94557 h 128229"/>
              <a:gd name="csX293" fmla="*/ 1191981 w 1495946"/>
              <a:gd name="csY293" fmla="*/ 72634 h 128229"/>
              <a:gd name="csX294" fmla="*/ 1282707 w 1495946"/>
              <a:gd name="csY294" fmla="*/ 90903 h 128229"/>
              <a:gd name="csX295" fmla="*/ 1282707 w 1495946"/>
              <a:gd name="csY295" fmla="*/ 127328 h 128229"/>
              <a:gd name="csX296" fmla="*/ 1270825 w 1495946"/>
              <a:gd name="csY296" fmla="*/ 127328 h 128229"/>
              <a:gd name="csX297" fmla="*/ 1270825 w 1495946"/>
              <a:gd name="csY297" fmla="*/ 27987 h 128229"/>
              <a:gd name="csX298" fmla="*/ 1282707 w 1495946"/>
              <a:gd name="csY298" fmla="*/ 27987 h 128229"/>
              <a:gd name="csX299" fmla="*/ 1282707 w 1495946"/>
              <a:gd name="csY299" fmla="*/ 37122 h 128229"/>
              <a:gd name="csX300" fmla="*/ 1290585 w 1495946"/>
              <a:gd name="csY300" fmla="*/ 29129 h 128229"/>
              <a:gd name="csX301" fmla="*/ 1301883 w 1495946"/>
              <a:gd name="csY301" fmla="*/ 26275 h 128229"/>
              <a:gd name="csX302" fmla="*/ 1322323 w 1495946"/>
              <a:gd name="csY302" fmla="*/ 36323 h 128229"/>
              <a:gd name="csX303" fmla="*/ 1329748 w 1495946"/>
              <a:gd name="csY303" fmla="*/ 64298 h 128229"/>
              <a:gd name="csX304" fmla="*/ 1322323 w 1495946"/>
              <a:gd name="csY304" fmla="*/ 91817 h 128229"/>
              <a:gd name="csX305" fmla="*/ 1301883 w 1495946"/>
              <a:gd name="csY305" fmla="*/ 101751 h 128229"/>
              <a:gd name="csX306" fmla="*/ 1290468 w 1495946"/>
              <a:gd name="csY306" fmla="*/ 99010 h 128229"/>
              <a:gd name="csX307" fmla="*/ 1282707 w 1495946"/>
              <a:gd name="csY307" fmla="*/ 90903 h 128229"/>
              <a:gd name="csX308" fmla="*/ 1317420 w 1495946"/>
              <a:gd name="csY308" fmla="*/ 64070 h 128229"/>
              <a:gd name="csX309" fmla="*/ 1313079 w 1495946"/>
              <a:gd name="csY309" fmla="*/ 43288 h 128229"/>
              <a:gd name="csX310" fmla="*/ 1300173 w 1495946"/>
              <a:gd name="csY310" fmla="*/ 36323 h 128229"/>
              <a:gd name="csX311" fmla="*/ 1287158 w 1495946"/>
              <a:gd name="csY311" fmla="*/ 43402 h 128229"/>
              <a:gd name="csX312" fmla="*/ 1282707 w 1495946"/>
              <a:gd name="csY312" fmla="*/ 64070 h 128229"/>
              <a:gd name="csX313" fmla="*/ 1287158 w 1495946"/>
              <a:gd name="csY313" fmla="*/ 84737 h 128229"/>
              <a:gd name="csX314" fmla="*/ 1300173 w 1495946"/>
              <a:gd name="csY314" fmla="*/ 91817 h 128229"/>
              <a:gd name="csX315" fmla="*/ 1313079 w 1495946"/>
              <a:gd name="csY315" fmla="*/ 84851 h 128229"/>
              <a:gd name="csX316" fmla="*/ 1317420 w 1495946"/>
              <a:gd name="csY316" fmla="*/ 64070 h 128229"/>
              <a:gd name="csX317" fmla="*/ 1465871 w 1495946"/>
              <a:gd name="csY317" fmla="*/ 54593 h 128229"/>
              <a:gd name="csX318" fmla="*/ 1474318 w 1495946"/>
              <a:gd name="csY318" fmla="*/ 59503 h 128229"/>
              <a:gd name="csX319" fmla="*/ 1483110 w 1495946"/>
              <a:gd name="csY319" fmla="*/ 73661 h 128229"/>
              <a:gd name="csX320" fmla="*/ 1496242 w 1495946"/>
              <a:gd name="csY320" fmla="*/ 99924 h 128229"/>
              <a:gd name="csX321" fmla="*/ 1482313 w 1495946"/>
              <a:gd name="csY321" fmla="*/ 99924 h 128229"/>
              <a:gd name="csX322" fmla="*/ 1470781 w 1495946"/>
              <a:gd name="csY322" fmla="*/ 75717 h 128229"/>
              <a:gd name="csX323" fmla="*/ 1461873 w 1495946"/>
              <a:gd name="csY323" fmla="*/ 62357 h 128229"/>
              <a:gd name="csX324" fmla="*/ 1451598 w 1495946"/>
              <a:gd name="csY324" fmla="*/ 59388 h 128229"/>
              <a:gd name="csX325" fmla="*/ 1439263 w 1495946"/>
              <a:gd name="csY325" fmla="*/ 59388 h 128229"/>
              <a:gd name="csX326" fmla="*/ 1439263 w 1495946"/>
              <a:gd name="csY326" fmla="*/ 99924 h 128229"/>
              <a:gd name="csX327" fmla="*/ 1426131 w 1495946"/>
              <a:gd name="csY327" fmla="*/ 99924 h 128229"/>
              <a:gd name="csX328" fmla="*/ 1426131 w 1495946"/>
              <a:gd name="csY328" fmla="*/ 4009 h 128229"/>
              <a:gd name="csX329" fmla="*/ 1452855 w 1495946"/>
              <a:gd name="csY329" fmla="*/ 4009 h 128229"/>
              <a:gd name="csX330" fmla="*/ 1477059 w 1495946"/>
              <a:gd name="csY330" fmla="*/ 11203 h 128229"/>
              <a:gd name="csX331" fmla="*/ 1485507 w 1495946"/>
              <a:gd name="csY331" fmla="*/ 31756 h 128229"/>
              <a:gd name="csX332" fmla="*/ 1480369 w 1495946"/>
              <a:gd name="csY332" fmla="*/ 47285 h 128229"/>
              <a:gd name="csX333" fmla="*/ 1465871 w 1495946"/>
              <a:gd name="csY333" fmla="*/ 54593 h 128229"/>
              <a:gd name="csX334" fmla="*/ 1439263 w 1495946"/>
              <a:gd name="csY334" fmla="*/ 14742 h 128229"/>
              <a:gd name="csX335" fmla="*/ 1439263 w 1495946"/>
              <a:gd name="csY335" fmla="*/ 48769 h 128229"/>
              <a:gd name="csX336" fmla="*/ 1453425 w 1495946"/>
              <a:gd name="csY336" fmla="*/ 48769 h 128229"/>
              <a:gd name="csX337" fmla="*/ 1467237 w 1495946"/>
              <a:gd name="csY337" fmla="*/ 44658 h 128229"/>
              <a:gd name="csX338" fmla="*/ 1471804 w 1495946"/>
              <a:gd name="csY338" fmla="*/ 31756 h 128229"/>
              <a:gd name="csX339" fmla="*/ 1466901 w 1495946"/>
              <a:gd name="csY339" fmla="*/ 19195 h 128229"/>
              <a:gd name="csX340" fmla="*/ 1452855 w 1495946"/>
              <a:gd name="csY340" fmla="*/ 14742 h 1282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Lst>
            <a:rect l="l" t="t" r="r" b="b"/>
            <a:pathLst>
              <a:path w="1495946" h="128229">
                <a:moveTo>
                  <a:pt x="19479" y="89305"/>
                </a:moveTo>
                <a:cubicBezTo>
                  <a:pt x="30440" y="89305"/>
                  <a:pt x="38053" y="86602"/>
                  <a:pt x="42316" y="81198"/>
                </a:cubicBezTo>
                <a:cubicBezTo>
                  <a:pt x="46655" y="75793"/>
                  <a:pt x="48825" y="66087"/>
                  <a:pt x="48825" y="52080"/>
                </a:cubicBezTo>
                <a:cubicBezTo>
                  <a:pt x="48825" y="37922"/>
                  <a:pt x="46655" y="28178"/>
                  <a:pt x="42316" y="22849"/>
                </a:cubicBezTo>
                <a:cubicBezTo>
                  <a:pt x="38053" y="17445"/>
                  <a:pt x="30440" y="14742"/>
                  <a:pt x="19479" y="14742"/>
                </a:cubicBezTo>
                <a:lnTo>
                  <a:pt x="13313" y="14742"/>
                </a:lnTo>
                <a:lnTo>
                  <a:pt x="13313" y="89305"/>
                </a:lnTo>
                <a:close/>
                <a:moveTo>
                  <a:pt x="19822" y="4009"/>
                </a:moveTo>
                <a:cubicBezTo>
                  <a:pt x="34437" y="4009"/>
                  <a:pt x="45209" y="7929"/>
                  <a:pt x="52136" y="15770"/>
                </a:cubicBezTo>
                <a:cubicBezTo>
                  <a:pt x="59063" y="23534"/>
                  <a:pt x="62527" y="35638"/>
                  <a:pt x="62527" y="52080"/>
                </a:cubicBezTo>
                <a:cubicBezTo>
                  <a:pt x="62527" y="68447"/>
                  <a:pt x="59063" y="80512"/>
                  <a:pt x="52136" y="88277"/>
                </a:cubicBezTo>
                <a:cubicBezTo>
                  <a:pt x="45209" y="96041"/>
                  <a:pt x="34437" y="99924"/>
                  <a:pt x="19822" y="99924"/>
                </a:cubicBezTo>
                <a:lnTo>
                  <a:pt x="296" y="99924"/>
                </a:lnTo>
                <a:lnTo>
                  <a:pt x="296" y="4009"/>
                </a:lnTo>
                <a:close/>
                <a:moveTo>
                  <a:pt x="142178" y="60987"/>
                </a:moveTo>
                <a:lnTo>
                  <a:pt x="142178" y="66811"/>
                </a:lnTo>
                <a:lnTo>
                  <a:pt x="90908" y="66811"/>
                </a:lnTo>
                <a:lnTo>
                  <a:pt x="90908" y="67153"/>
                </a:lnTo>
                <a:cubicBezTo>
                  <a:pt x="90908" y="74993"/>
                  <a:pt x="92964" y="81084"/>
                  <a:pt x="97075" y="85422"/>
                </a:cubicBezTo>
                <a:cubicBezTo>
                  <a:pt x="101185" y="89685"/>
                  <a:pt x="106970" y="91817"/>
                  <a:pt x="114431" y="91817"/>
                </a:cubicBezTo>
                <a:cubicBezTo>
                  <a:pt x="118161" y="91817"/>
                  <a:pt x="122081" y="91208"/>
                  <a:pt x="126192" y="89990"/>
                </a:cubicBezTo>
                <a:cubicBezTo>
                  <a:pt x="130303" y="88771"/>
                  <a:pt x="134679" y="86944"/>
                  <a:pt x="139323" y="84509"/>
                </a:cubicBezTo>
                <a:lnTo>
                  <a:pt x="139323" y="96270"/>
                </a:lnTo>
                <a:cubicBezTo>
                  <a:pt x="134832" y="98097"/>
                  <a:pt x="130493" y="99467"/>
                  <a:pt x="126306" y="100381"/>
                </a:cubicBezTo>
                <a:cubicBezTo>
                  <a:pt x="122195" y="101294"/>
                  <a:pt x="118161" y="101751"/>
                  <a:pt x="114202" y="101751"/>
                </a:cubicBezTo>
                <a:cubicBezTo>
                  <a:pt x="103088" y="101751"/>
                  <a:pt x="94372" y="98402"/>
                  <a:pt x="88054" y="91703"/>
                </a:cubicBezTo>
                <a:cubicBezTo>
                  <a:pt x="81736" y="85003"/>
                  <a:pt x="78576" y="75793"/>
                  <a:pt x="78576" y="64070"/>
                </a:cubicBezTo>
                <a:cubicBezTo>
                  <a:pt x="78576" y="52576"/>
                  <a:pt x="81660" y="43402"/>
                  <a:pt x="87826" y="36551"/>
                </a:cubicBezTo>
                <a:cubicBezTo>
                  <a:pt x="93991" y="29700"/>
                  <a:pt x="102213" y="26275"/>
                  <a:pt x="112490" y="26275"/>
                </a:cubicBezTo>
                <a:cubicBezTo>
                  <a:pt x="121701" y="26275"/>
                  <a:pt x="128932" y="29396"/>
                  <a:pt x="134184" y="35638"/>
                </a:cubicBezTo>
                <a:cubicBezTo>
                  <a:pt x="139513" y="41804"/>
                  <a:pt x="142178" y="50254"/>
                  <a:pt x="142178" y="60987"/>
                </a:cubicBezTo>
                <a:close/>
                <a:moveTo>
                  <a:pt x="130303" y="57561"/>
                </a:moveTo>
                <a:cubicBezTo>
                  <a:pt x="130150" y="50634"/>
                  <a:pt x="128514" y="45381"/>
                  <a:pt x="125392" y="41804"/>
                </a:cubicBezTo>
                <a:cubicBezTo>
                  <a:pt x="122271" y="38150"/>
                  <a:pt x="117819" y="36323"/>
                  <a:pt x="112033" y="36323"/>
                </a:cubicBezTo>
                <a:cubicBezTo>
                  <a:pt x="106323" y="36323"/>
                  <a:pt x="101604" y="38226"/>
                  <a:pt x="97874" y="42032"/>
                </a:cubicBezTo>
                <a:cubicBezTo>
                  <a:pt x="94220" y="45762"/>
                  <a:pt x="92051" y="50939"/>
                  <a:pt x="91365" y="57561"/>
                </a:cubicBezTo>
                <a:close/>
                <a:moveTo>
                  <a:pt x="193282" y="35295"/>
                </a:moveTo>
                <a:cubicBezTo>
                  <a:pt x="194728" y="32250"/>
                  <a:pt x="196555" y="30005"/>
                  <a:pt x="198763" y="28559"/>
                </a:cubicBezTo>
                <a:cubicBezTo>
                  <a:pt x="201047" y="27036"/>
                  <a:pt x="203787" y="26275"/>
                  <a:pt x="206984" y="26275"/>
                </a:cubicBezTo>
                <a:cubicBezTo>
                  <a:pt x="212770" y="26275"/>
                  <a:pt x="216842" y="28521"/>
                  <a:pt x="219202" y="33012"/>
                </a:cubicBezTo>
                <a:cubicBezTo>
                  <a:pt x="221562" y="37427"/>
                  <a:pt x="222742" y="45838"/>
                  <a:pt x="222742" y="58247"/>
                </a:cubicBezTo>
                <a:lnTo>
                  <a:pt x="222742" y="99924"/>
                </a:lnTo>
                <a:lnTo>
                  <a:pt x="212008" y="99924"/>
                </a:lnTo>
                <a:lnTo>
                  <a:pt x="212008" y="58703"/>
                </a:lnTo>
                <a:cubicBezTo>
                  <a:pt x="212008" y="48579"/>
                  <a:pt x="211438" y="42298"/>
                  <a:pt x="210296" y="39862"/>
                </a:cubicBezTo>
                <a:cubicBezTo>
                  <a:pt x="209154" y="37350"/>
                  <a:pt x="207099" y="36094"/>
                  <a:pt x="204130" y="36094"/>
                </a:cubicBezTo>
                <a:cubicBezTo>
                  <a:pt x="200705" y="36094"/>
                  <a:pt x="198345" y="37427"/>
                  <a:pt x="197051" y="40091"/>
                </a:cubicBezTo>
                <a:cubicBezTo>
                  <a:pt x="195832" y="42756"/>
                  <a:pt x="195224" y="48960"/>
                  <a:pt x="195224" y="58703"/>
                </a:cubicBezTo>
                <a:lnTo>
                  <a:pt x="195224" y="99924"/>
                </a:lnTo>
                <a:lnTo>
                  <a:pt x="184376" y="99924"/>
                </a:lnTo>
                <a:lnTo>
                  <a:pt x="184376" y="58703"/>
                </a:lnTo>
                <a:cubicBezTo>
                  <a:pt x="184376" y="48427"/>
                  <a:pt x="183767" y="42108"/>
                  <a:pt x="182549" y="39748"/>
                </a:cubicBezTo>
                <a:cubicBezTo>
                  <a:pt x="181331" y="37312"/>
                  <a:pt x="179123" y="36094"/>
                  <a:pt x="175926" y="36094"/>
                </a:cubicBezTo>
                <a:cubicBezTo>
                  <a:pt x="172805" y="36094"/>
                  <a:pt x="170636" y="37427"/>
                  <a:pt x="169418" y="40091"/>
                </a:cubicBezTo>
                <a:cubicBezTo>
                  <a:pt x="168199" y="42756"/>
                  <a:pt x="167591" y="48960"/>
                  <a:pt x="167591" y="58703"/>
                </a:cubicBezTo>
                <a:lnTo>
                  <a:pt x="167591" y="99924"/>
                </a:lnTo>
                <a:lnTo>
                  <a:pt x="156858" y="99924"/>
                </a:lnTo>
                <a:lnTo>
                  <a:pt x="156858" y="27987"/>
                </a:lnTo>
                <a:lnTo>
                  <a:pt x="167591" y="27987"/>
                </a:lnTo>
                <a:lnTo>
                  <a:pt x="167591" y="34153"/>
                </a:lnTo>
                <a:cubicBezTo>
                  <a:pt x="169037" y="31566"/>
                  <a:pt x="170826" y="29624"/>
                  <a:pt x="172958" y="28330"/>
                </a:cubicBezTo>
                <a:cubicBezTo>
                  <a:pt x="175089" y="26960"/>
                  <a:pt x="177487" y="26275"/>
                  <a:pt x="180151" y="26275"/>
                </a:cubicBezTo>
                <a:cubicBezTo>
                  <a:pt x="183425" y="26275"/>
                  <a:pt x="186126" y="27036"/>
                  <a:pt x="188258" y="28559"/>
                </a:cubicBezTo>
                <a:cubicBezTo>
                  <a:pt x="190466" y="30005"/>
                  <a:pt x="192141" y="32250"/>
                  <a:pt x="193282" y="35295"/>
                </a:cubicBezTo>
                <a:close/>
                <a:moveTo>
                  <a:pt x="274189" y="63727"/>
                </a:moveTo>
                <a:lnTo>
                  <a:pt x="270307" y="63727"/>
                </a:lnTo>
                <a:cubicBezTo>
                  <a:pt x="263380" y="63727"/>
                  <a:pt x="258165" y="64946"/>
                  <a:pt x="254663" y="67381"/>
                </a:cubicBezTo>
                <a:cubicBezTo>
                  <a:pt x="251162" y="69817"/>
                  <a:pt x="249411" y="73433"/>
                  <a:pt x="249411" y="78228"/>
                </a:cubicBezTo>
                <a:cubicBezTo>
                  <a:pt x="249411" y="82568"/>
                  <a:pt x="250705" y="85956"/>
                  <a:pt x="253293" y="88391"/>
                </a:cubicBezTo>
                <a:cubicBezTo>
                  <a:pt x="255958" y="90751"/>
                  <a:pt x="259611" y="91931"/>
                  <a:pt x="264255" y="91931"/>
                </a:cubicBezTo>
                <a:cubicBezTo>
                  <a:pt x="270726" y="91931"/>
                  <a:pt x="275826" y="89685"/>
                  <a:pt x="279556" y="85194"/>
                </a:cubicBezTo>
                <a:cubicBezTo>
                  <a:pt x="283286" y="80627"/>
                  <a:pt x="285189" y="74346"/>
                  <a:pt x="285265" y="66353"/>
                </a:cubicBezTo>
                <a:lnTo>
                  <a:pt x="285265" y="63727"/>
                </a:lnTo>
                <a:close/>
                <a:moveTo>
                  <a:pt x="297140" y="58931"/>
                </a:moveTo>
                <a:lnTo>
                  <a:pt x="297140" y="99924"/>
                </a:lnTo>
                <a:lnTo>
                  <a:pt x="285265" y="99924"/>
                </a:lnTo>
                <a:lnTo>
                  <a:pt x="285265" y="89305"/>
                </a:lnTo>
                <a:cubicBezTo>
                  <a:pt x="282677" y="93567"/>
                  <a:pt x="279480" y="96727"/>
                  <a:pt x="275673" y="98782"/>
                </a:cubicBezTo>
                <a:cubicBezTo>
                  <a:pt x="271867" y="100761"/>
                  <a:pt x="267224" y="101751"/>
                  <a:pt x="261743" y="101751"/>
                </a:cubicBezTo>
                <a:cubicBezTo>
                  <a:pt x="254435" y="101751"/>
                  <a:pt x="248574" y="99695"/>
                  <a:pt x="244158" y="95584"/>
                </a:cubicBezTo>
                <a:cubicBezTo>
                  <a:pt x="239820" y="91474"/>
                  <a:pt x="237650" y="85955"/>
                  <a:pt x="237650" y="79028"/>
                </a:cubicBezTo>
                <a:cubicBezTo>
                  <a:pt x="237650" y="70959"/>
                  <a:pt x="240314" y="64869"/>
                  <a:pt x="245643" y="60758"/>
                </a:cubicBezTo>
                <a:cubicBezTo>
                  <a:pt x="251047" y="56572"/>
                  <a:pt x="258965" y="54478"/>
                  <a:pt x="269394" y="54478"/>
                </a:cubicBezTo>
                <a:lnTo>
                  <a:pt x="285265" y="54478"/>
                </a:lnTo>
                <a:lnTo>
                  <a:pt x="285265" y="52651"/>
                </a:lnTo>
                <a:cubicBezTo>
                  <a:pt x="285189" y="46942"/>
                  <a:pt x="283705" y="42794"/>
                  <a:pt x="280812" y="40205"/>
                </a:cubicBezTo>
                <a:cubicBezTo>
                  <a:pt x="277995" y="37617"/>
                  <a:pt x="273428" y="36323"/>
                  <a:pt x="267110" y="36323"/>
                </a:cubicBezTo>
                <a:cubicBezTo>
                  <a:pt x="263075" y="36323"/>
                  <a:pt x="259003" y="36894"/>
                  <a:pt x="254892" y="38035"/>
                </a:cubicBezTo>
                <a:cubicBezTo>
                  <a:pt x="250781" y="39177"/>
                  <a:pt x="246785" y="40852"/>
                  <a:pt x="242903" y="43060"/>
                </a:cubicBezTo>
                <a:lnTo>
                  <a:pt x="242903" y="31299"/>
                </a:lnTo>
                <a:cubicBezTo>
                  <a:pt x="247242" y="29624"/>
                  <a:pt x="251428" y="28368"/>
                  <a:pt x="255463" y="27531"/>
                </a:cubicBezTo>
                <a:cubicBezTo>
                  <a:pt x="259498" y="26694"/>
                  <a:pt x="263379" y="26275"/>
                  <a:pt x="267110" y="26275"/>
                </a:cubicBezTo>
                <a:cubicBezTo>
                  <a:pt x="273048" y="26275"/>
                  <a:pt x="278110" y="27150"/>
                  <a:pt x="282296" y="28901"/>
                </a:cubicBezTo>
                <a:cubicBezTo>
                  <a:pt x="286559" y="30652"/>
                  <a:pt x="289985" y="33278"/>
                  <a:pt x="292573" y="36780"/>
                </a:cubicBezTo>
                <a:cubicBezTo>
                  <a:pt x="294248" y="38911"/>
                  <a:pt x="295428" y="41576"/>
                  <a:pt x="296113" y="44772"/>
                </a:cubicBezTo>
                <a:cubicBezTo>
                  <a:pt x="296797" y="47894"/>
                  <a:pt x="297140" y="52614"/>
                  <a:pt x="297140" y="58931"/>
                </a:cubicBezTo>
                <a:close/>
                <a:moveTo>
                  <a:pt x="375763" y="55391"/>
                </a:moveTo>
                <a:lnTo>
                  <a:pt x="375763" y="99924"/>
                </a:lnTo>
                <a:lnTo>
                  <a:pt x="363888" y="99924"/>
                </a:lnTo>
                <a:lnTo>
                  <a:pt x="363888" y="55391"/>
                </a:lnTo>
                <a:cubicBezTo>
                  <a:pt x="363888" y="48921"/>
                  <a:pt x="362747" y="44164"/>
                  <a:pt x="360463" y="41119"/>
                </a:cubicBezTo>
                <a:cubicBezTo>
                  <a:pt x="358255" y="38074"/>
                  <a:pt x="354716" y="36551"/>
                  <a:pt x="349844" y="36551"/>
                </a:cubicBezTo>
                <a:cubicBezTo>
                  <a:pt x="344286" y="36551"/>
                  <a:pt x="340024" y="38530"/>
                  <a:pt x="337055" y="42489"/>
                </a:cubicBezTo>
                <a:cubicBezTo>
                  <a:pt x="334086" y="46371"/>
                  <a:pt x="332602" y="51966"/>
                  <a:pt x="332602" y="59274"/>
                </a:cubicBezTo>
                <a:lnTo>
                  <a:pt x="332602" y="99924"/>
                </a:lnTo>
                <a:lnTo>
                  <a:pt x="320841" y="99924"/>
                </a:lnTo>
                <a:lnTo>
                  <a:pt x="320841" y="27987"/>
                </a:lnTo>
                <a:lnTo>
                  <a:pt x="332602" y="27987"/>
                </a:lnTo>
                <a:lnTo>
                  <a:pt x="332602" y="38721"/>
                </a:lnTo>
                <a:cubicBezTo>
                  <a:pt x="334734" y="34610"/>
                  <a:pt x="337588" y="31527"/>
                  <a:pt x="341166" y="29472"/>
                </a:cubicBezTo>
                <a:cubicBezTo>
                  <a:pt x="344743" y="27341"/>
                  <a:pt x="349007" y="26275"/>
                  <a:pt x="353955" y="26275"/>
                </a:cubicBezTo>
                <a:cubicBezTo>
                  <a:pt x="361263" y="26275"/>
                  <a:pt x="366705" y="28673"/>
                  <a:pt x="370283" y="33468"/>
                </a:cubicBezTo>
                <a:cubicBezTo>
                  <a:pt x="373936" y="38264"/>
                  <a:pt x="375763" y="45572"/>
                  <a:pt x="375763" y="55391"/>
                </a:cubicBezTo>
                <a:close/>
                <a:moveTo>
                  <a:pt x="442623" y="37122"/>
                </a:moveTo>
                <a:lnTo>
                  <a:pt x="442623" y="12"/>
                </a:lnTo>
                <a:lnTo>
                  <a:pt x="454388" y="12"/>
                </a:lnTo>
                <a:lnTo>
                  <a:pt x="454388" y="99924"/>
                </a:lnTo>
                <a:lnTo>
                  <a:pt x="442623" y="99924"/>
                </a:lnTo>
                <a:lnTo>
                  <a:pt x="442623" y="90903"/>
                </a:lnTo>
                <a:cubicBezTo>
                  <a:pt x="440650" y="94405"/>
                  <a:pt x="438019" y="97107"/>
                  <a:pt x="434745" y="99010"/>
                </a:cubicBezTo>
                <a:cubicBezTo>
                  <a:pt x="431471" y="100837"/>
                  <a:pt x="427671" y="101751"/>
                  <a:pt x="423330" y="101751"/>
                </a:cubicBezTo>
                <a:cubicBezTo>
                  <a:pt x="414650" y="101751"/>
                  <a:pt x="407799" y="98402"/>
                  <a:pt x="402775" y="91703"/>
                </a:cubicBezTo>
                <a:cubicBezTo>
                  <a:pt x="397827" y="84927"/>
                  <a:pt x="395353" y="75603"/>
                  <a:pt x="395353" y="63727"/>
                </a:cubicBezTo>
                <a:cubicBezTo>
                  <a:pt x="395353" y="52080"/>
                  <a:pt x="397865" y="42946"/>
                  <a:pt x="402889" y="36323"/>
                </a:cubicBezTo>
                <a:cubicBezTo>
                  <a:pt x="407913" y="29624"/>
                  <a:pt x="414726" y="26275"/>
                  <a:pt x="423330" y="26275"/>
                </a:cubicBezTo>
                <a:cubicBezTo>
                  <a:pt x="427671" y="26275"/>
                  <a:pt x="431471" y="27226"/>
                  <a:pt x="434745" y="29129"/>
                </a:cubicBezTo>
                <a:cubicBezTo>
                  <a:pt x="438099" y="30956"/>
                  <a:pt x="440723" y="33621"/>
                  <a:pt x="442623" y="37122"/>
                </a:cubicBezTo>
                <a:close/>
                <a:moveTo>
                  <a:pt x="407799" y="64070"/>
                </a:moveTo>
                <a:cubicBezTo>
                  <a:pt x="407799" y="73205"/>
                  <a:pt x="409246" y="80132"/>
                  <a:pt x="412139" y="84851"/>
                </a:cubicBezTo>
                <a:cubicBezTo>
                  <a:pt x="415107" y="89495"/>
                  <a:pt x="419450" y="91817"/>
                  <a:pt x="425157" y="91817"/>
                </a:cubicBezTo>
                <a:cubicBezTo>
                  <a:pt x="430791" y="91817"/>
                  <a:pt x="435088" y="89457"/>
                  <a:pt x="438055" y="84737"/>
                </a:cubicBezTo>
                <a:cubicBezTo>
                  <a:pt x="441103" y="80017"/>
                  <a:pt x="442623" y="73128"/>
                  <a:pt x="442623" y="64070"/>
                </a:cubicBezTo>
                <a:cubicBezTo>
                  <a:pt x="442623" y="54935"/>
                  <a:pt x="441103" y="48046"/>
                  <a:pt x="438055" y="43402"/>
                </a:cubicBezTo>
                <a:cubicBezTo>
                  <a:pt x="435088" y="38683"/>
                  <a:pt x="430791" y="36323"/>
                  <a:pt x="425157" y="36323"/>
                </a:cubicBezTo>
                <a:cubicBezTo>
                  <a:pt x="419450" y="36323"/>
                  <a:pt x="415107" y="38645"/>
                  <a:pt x="412139" y="43288"/>
                </a:cubicBezTo>
                <a:cubicBezTo>
                  <a:pt x="409246" y="47932"/>
                  <a:pt x="407799" y="54859"/>
                  <a:pt x="407799" y="64070"/>
                </a:cubicBezTo>
                <a:close/>
                <a:moveTo>
                  <a:pt x="614144" y="12"/>
                </a:moveTo>
                <a:lnTo>
                  <a:pt x="614144" y="9832"/>
                </a:lnTo>
                <a:lnTo>
                  <a:pt x="600669" y="9832"/>
                </a:lnTo>
                <a:cubicBezTo>
                  <a:pt x="596481" y="9832"/>
                  <a:pt x="593551" y="10708"/>
                  <a:pt x="591877" y="12458"/>
                </a:cubicBezTo>
                <a:cubicBezTo>
                  <a:pt x="590204" y="14133"/>
                  <a:pt x="589371" y="17178"/>
                  <a:pt x="589371" y="21593"/>
                </a:cubicBezTo>
                <a:lnTo>
                  <a:pt x="589371" y="27987"/>
                </a:lnTo>
                <a:lnTo>
                  <a:pt x="614144" y="27987"/>
                </a:lnTo>
                <a:lnTo>
                  <a:pt x="614144" y="37122"/>
                </a:lnTo>
                <a:lnTo>
                  <a:pt x="589371" y="37122"/>
                </a:lnTo>
                <a:lnTo>
                  <a:pt x="589371" y="99924"/>
                </a:lnTo>
                <a:lnTo>
                  <a:pt x="577605" y="99924"/>
                </a:lnTo>
                <a:lnTo>
                  <a:pt x="577605" y="37122"/>
                </a:lnTo>
                <a:lnTo>
                  <a:pt x="558422" y="37122"/>
                </a:lnTo>
                <a:lnTo>
                  <a:pt x="558422" y="27987"/>
                </a:lnTo>
                <a:lnTo>
                  <a:pt x="577605" y="27987"/>
                </a:lnTo>
                <a:lnTo>
                  <a:pt x="577605" y="22964"/>
                </a:lnTo>
                <a:cubicBezTo>
                  <a:pt x="577605" y="15123"/>
                  <a:pt x="579396" y="9338"/>
                  <a:pt x="582977" y="5608"/>
                </a:cubicBezTo>
                <a:cubicBezTo>
                  <a:pt x="586630" y="1877"/>
                  <a:pt x="592301" y="12"/>
                  <a:pt x="599989" y="12"/>
                </a:cubicBezTo>
                <a:close/>
                <a:moveTo>
                  <a:pt x="699281" y="42832"/>
                </a:moveTo>
                <a:cubicBezTo>
                  <a:pt x="696767" y="40852"/>
                  <a:pt x="694180" y="39406"/>
                  <a:pt x="691512" y="38493"/>
                </a:cubicBezTo>
                <a:cubicBezTo>
                  <a:pt x="688925" y="37579"/>
                  <a:pt x="686068" y="37122"/>
                  <a:pt x="682948" y="37122"/>
                </a:cubicBezTo>
                <a:cubicBezTo>
                  <a:pt x="675567" y="37122"/>
                  <a:pt x="669932" y="39444"/>
                  <a:pt x="666052" y="44088"/>
                </a:cubicBezTo>
                <a:cubicBezTo>
                  <a:pt x="662164" y="48731"/>
                  <a:pt x="660227" y="55430"/>
                  <a:pt x="660227" y="64184"/>
                </a:cubicBezTo>
                <a:lnTo>
                  <a:pt x="660227" y="99924"/>
                </a:lnTo>
                <a:lnTo>
                  <a:pt x="648352" y="99924"/>
                </a:lnTo>
                <a:lnTo>
                  <a:pt x="648352" y="27987"/>
                </a:lnTo>
                <a:lnTo>
                  <a:pt x="660227" y="27987"/>
                </a:lnTo>
                <a:lnTo>
                  <a:pt x="660227" y="42032"/>
                </a:lnTo>
                <a:cubicBezTo>
                  <a:pt x="662208" y="36932"/>
                  <a:pt x="665211" y="33049"/>
                  <a:pt x="669245" y="30386"/>
                </a:cubicBezTo>
                <a:cubicBezTo>
                  <a:pt x="673360" y="27645"/>
                  <a:pt x="678227" y="26275"/>
                  <a:pt x="683861" y="26275"/>
                </a:cubicBezTo>
                <a:cubicBezTo>
                  <a:pt x="686755" y="26275"/>
                  <a:pt x="689459" y="26655"/>
                  <a:pt x="691973" y="27416"/>
                </a:cubicBezTo>
                <a:cubicBezTo>
                  <a:pt x="694479" y="28102"/>
                  <a:pt x="696920" y="29206"/>
                  <a:pt x="699281" y="30728"/>
                </a:cubicBezTo>
                <a:close/>
                <a:moveTo>
                  <a:pt x="743873" y="36323"/>
                </a:moveTo>
                <a:cubicBezTo>
                  <a:pt x="737858" y="36323"/>
                  <a:pt x="733291" y="38645"/>
                  <a:pt x="730171" y="43288"/>
                </a:cubicBezTo>
                <a:cubicBezTo>
                  <a:pt x="727123" y="47932"/>
                  <a:pt x="725603" y="54859"/>
                  <a:pt x="725603" y="64070"/>
                </a:cubicBezTo>
                <a:cubicBezTo>
                  <a:pt x="725603" y="73128"/>
                  <a:pt x="727123" y="80017"/>
                  <a:pt x="730171" y="84737"/>
                </a:cubicBezTo>
                <a:cubicBezTo>
                  <a:pt x="733291" y="89457"/>
                  <a:pt x="737858" y="91817"/>
                  <a:pt x="743873" y="91817"/>
                </a:cubicBezTo>
                <a:cubicBezTo>
                  <a:pt x="749887" y="91817"/>
                  <a:pt x="754418" y="89457"/>
                  <a:pt x="757465" y="84737"/>
                </a:cubicBezTo>
                <a:cubicBezTo>
                  <a:pt x="760586" y="80017"/>
                  <a:pt x="762142" y="73128"/>
                  <a:pt x="762142" y="64070"/>
                </a:cubicBezTo>
                <a:cubicBezTo>
                  <a:pt x="762142" y="54859"/>
                  <a:pt x="760586" y="47932"/>
                  <a:pt x="757465" y="43288"/>
                </a:cubicBezTo>
                <a:cubicBezTo>
                  <a:pt x="754418" y="38645"/>
                  <a:pt x="749887" y="36323"/>
                  <a:pt x="743873" y="36323"/>
                </a:cubicBezTo>
                <a:close/>
                <a:moveTo>
                  <a:pt x="743873" y="26275"/>
                </a:moveTo>
                <a:cubicBezTo>
                  <a:pt x="753848" y="26275"/>
                  <a:pt x="761455" y="29510"/>
                  <a:pt x="766710" y="35980"/>
                </a:cubicBezTo>
                <a:cubicBezTo>
                  <a:pt x="772037" y="42451"/>
                  <a:pt x="774705" y="51814"/>
                  <a:pt x="774705" y="64070"/>
                </a:cubicBezTo>
                <a:cubicBezTo>
                  <a:pt x="774705" y="76326"/>
                  <a:pt x="772037" y="85689"/>
                  <a:pt x="766710" y="92159"/>
                </a:cubicBezTo>
                <a:cubicBezTo>
                  <a:pt x="761455" y="98554"/>
                  <a:pt x="753848" y="101751"/>
                  <a:pt x="743873" y="101751"/>
                </a:cubicBezTo>
                <a:cubicBezTo>
                  <a:pt x="733825" y="101751"/>
                  <a:pt x="726173" y="98554"/>
                  <a:pt x="720926" y="92159"/>
                </a:cubicBezTo>
                <a:cubicBezTo>
                  <a:pt x="715672" y="85689"/>
                  <a:pt x="713041" y="76326"/>
                  <a:pt x="713041" y="64070"/>
                </a:cubicBezTo>
                <a:cubicBezTo>
                  <a:pt x="713041" y="51814"/>
                  <a:pt x="715672" y="42451"/>
                  <a:pt x="720926" y="35980"/>
                </a:cubicBezTo>
                <a:cubicBezTo>
                  <a:pt x="726173" y="29510"/>
                  <a:pt x="733825" y="26275"/>
                  <a:pt x="743873" y="26275"/>
                </a:cubicBezTo>
                <a:close/>
                <a:moveTo>
                  <a:pt x="826838" y="35295"/>
                </a:moveTo>
                <a:cubicBezTo>
                  <a:pt x="828285" y="32250"/>
                  <a:pt x="830112" y="30005"/>
                  <a:pt x="832319" y="28559"/>
                </a:cubicBezTo>
                <a:cubicBezTo>
                  <a:pt x="834599" y="27036"/>
                  <a:pt x="837340" y="26275"/>
                  <a:pt x="840541" y="26275"/>
                </a:cubicBezTo>
                <a:cubicBezTo>
                  <a:pt x="846321" y="26275"/>
                  <a:pt x="850399" y="28521"/>
                  <a:pt x="852759" y="33012"/>
                </a:cubicBezTo>
                <a:cubicBezTo>
                  <a:pt x="855112" y="37427"/>
                  <a:pt x="856296" y="45838"/>
                  <a:pt x="856296" y="58247"/>
                </a:cubicBezTo>
                <a:lnTo>
                  <a:pt x="856296" y="99924"/>
                </a:lnTo>
                <a:lnTo>
                  <a:pt x="845561" y="99924"/>
                </a:lnTo>
                <a:lnTo>
                  <a:pt x="845561" y="58703"/>
                </a:lnTo>
                <a:cubicBezTo>
                  <a:pt x="845561" y="48579"/>
                  <a:pt x="844991" y="42298"/>
                  <a:pt x="843851" y="39862"/>
                </a:cubicBezTo>
                <a:cubicBezTo>
                  <a:pt x="842711" y="37350"/>
                  <a:pt x="840650" y="36094"/>
                  <a:pt x="837683" y="36094"/>
                </a:cubicBezTo>
                <a:cubicBezTo>
                  <a:pt x="834256" y="36094"/>
                  <a:pt x="831895" y="37427"/>
                  <a:pt x="830602" y="40091"/>
                </a:cubicBezTo>
                <a:cubicBezTo>
                  <a:pt x="829389" y="42756"/>
                  <a:pt x="828775" y="48960"/>
                  <a:pt x="828775" y="58703"/>
                </a:cubicBezTo>
                <a:lnTo>
                  <a:pt x="828775" y="99924"/>
                </a:lnTo>
                <a:lnTo>
                  <a:pt x="817930" y="99924"/>
                </a:lnTo>
                <a:lnTo>
                  <a:pt x="817930" y="58703"/>
                </a:lnTo>
                <a:cubicBezTo>
                  <a:pt x="817930" y="48427"/>
                  <a:pt x="817324" y="42108"/>
                  <a:pt x="816103" y="39748"/>
                </a:cubicBezTo>
                <a:cubicBezTo>
                  <a:pt x="814883" y="37312"/>
                  <a:pt x="812676" y="36094"/>
                  <a:pt x="809482" y="36094"/>
                </a:cubicBezTo>
                <a:cubicBezTo>
                  <a:pt x="806362" y="36094"/>
                  <a:pt x="804191" y="37427"/>
                  <a:pt x="802971" y="40091"/>
                </a:cubicBezTo>
                <a:cubicBezTo>
                  <a:pt x="801751" y="42756"/>
                  <a:pt x="801144" y="48960"/>
                  <a:pt x="801144" y="58703"/>
                </a:cubicBezTo>
                <a:lnTo>
                  <a:pt x="801144" y="99924"/>
                </a:lnTo>
                <a:lnTo>
                  <a:pt x="790409" y="99924"/>
                </a:lnTo>
                <a:lnTo>
                  <a:pt x="790409" y="27987"/>
                </a:lnTo>
                <a:lnTo>
                  <a:pt x="801144" y="27987"/>
                </a:lnTo>
                <a:lnTo>
                  <a:pt x="801144" y="34153"/>
                </a:lnTo>
                <a:cubicBezTo>
                  <a:pt x="802591" y="31566"/>
                  <a:pt x="804381" y="29624"/>
                  <a:pt x="806508" y="28330"/>
                </a:cubicBezTo>
                <a:cubicBezTo>
                  <a:pt x="808642" y="26960"/>
                  <a:pt x="811039" y="26275"/>
                  <a:pt x="813706" y="26275"/>
                </a:cubicBezTo>
                <a:cubicBezTo>
                  <a:pt x="816980" y="26275"/>
                  <a:pt x="819677" y="27036"/>
                  <a:pt x="821811" y="28559"/>
                </a:cubicBezTo>
                <a:cubicBezTo>
                  <a:pt x="824018" y="30005"/>
                  <a:pt x="825691" y="32250"/>
                  <a:pt x="826838" y="35295"/>
                </a:cubicBezTo>
                <a:close/>
                <a:moveTo>
                  <a:pt x="996986" y="63385"/>
                </a:moveTo>
                <a:cubicBezTo>
                  <a:pt x="996986" y="54479"/>
                  <a:pt x="995539" y="47742"/>
                  <a:pt x="992646" y="43174"/>
                </a:cubicBezTo>
                <a:cubicBezTo>
                  <a:pt x="989752" y="38607"/>
                  <a:pt x="985528" y="36323"/>
                  <a:pt x="979974" y="36323"/>
                </a:cubicBezTo>
                <a:cubicBezTo>
                  <a:pt x="974186" y="36323"/>
                  <a:pt x="969772" y="38607"/>
                  <a:pt x="966725" y="43174"/>
                </a:cubicBezTo>
                <a:cubicBezTo>
                  <a:pt x="963685" y="47742"/>
                  <a:pt x="962157" y="54479"/>
                  <a:pt x="962157" y="63385"/>
                </a:cubicBezTo>
                <a:cubicBezTo>
                  <a:pt x="962157" y="72215"/>
                  <a:pt x="963685" y="78952"/>
                  <a:pt x="966725" y="83595"/>
                </a:cubicBezTo>
                <a:cubicBezTo>
                  <a:pt x="969845" y="88239"/>
                  <a:pt x="974303" y="90561"/>
                  <a:pt x="980083" y="90561"/>
                </a:cubicBezTo>
                <a:cubicBezTo>
                  <a:pt x="985564" y="90561"/>
                  <a:pt x="989752" y="88239"/>
                  <a:pt x="992646" y="83595"/>
                </a:cubicBezTo>
                <a:cubicBezTo>
                  <a:pt x="995539" y="78952"/>
                  <a:pt x="996986" y="72215"/>
                  <a:pt x="996986" y="63385"/>
                </a:cubicBezTo>
                <a:close/>
                <a:moveTo>
                  <a:pt x="1008745" y="95242"/>
                </a:moveTo>
                <a:cubicBezTo>
                  <a:pt x="1008745" y="106051"/>
                  <a:pt x="1006194" y="114235"/>
                  <a:pt x="1001093" y="119792"/>
                </a:cubicBezTo>
                <a:cubicBezTo>
                  <a:pt x="995992" y="125425"/>
                  <a:pt x="988495" y="128242"/>
                  <a:pt x="978600" y="128242"/>
                </a:cubicBezTo>
                <a:cubicBezTo>
                  <a:pt x="975406" y="128242"/>
                  <a:pt x="972016" y="127937"/>
                  <a:pt x="968442" y="127328"/>
                </a:cubicBezTo>
                <a:cubicBezTo>
                  <a:pt x="964861" y="126719"/>
                  <a:pt x="961324" y="125844"/>
                  <a:pt x="957816" y="124702"/>
                </a:cubicBezTo>
                <a:lnTo>
                  <a:pt x="957816" y="112941"/>
                </a:lnTo>
                <a:cubicBezTo>
                  <a:pt x="962004" y="114920"/>
                  <a:pt x="965811" y="116366"/>
                  <a:pt x="969239" y="117280"/>
                </a:cubicBezTo>
                <a:cubicBezTo>
                  <a:pt x="972666" y="118269"/>
                  <a:pt x="975786" y="118764"/>
                  <a:pt x="978600" y="118764"/>
                </a:cubicBezTo>
                <a:cubicBezTo>
                  <a:pt x="984994" y="118764"/>
                  <a:pt x="989642" y="117013"/>
                  <a:pt x="992529" y="113512"/>
                </a:cubicBezTo>
                <a:cubicBezTo>
                  <a:pt x="995503" y="110086"/>
                  <a:pt x="996986" y="104605"/>
                  <a:pt x="996986" y="97069"/>
                </a:cubicBezTo>
                <a:lnTo>
                  <a:pt x="996986" y="96498"/>
                </a:lnTo>
                <a:lnTo>
                  <a:pt x="996986" y="88505"/>
                </a:lnTo>
                <a:cubicBezTo>
                  <a:pt x="995079" y="92540"/>
                  <a:pt x="992492" y="95546"/>
                  <a:pt x="989218" y="97526"/>
                </a:cubicBezTo>
                <a:cubicBezTo>
                  <a:pt x="985944" y="99505"/>
                  <a:pt x="981991" y="100495"/>
                  <a:pt x="977343" y="100495"/>
                </a:cubicBezTo>
                <a:cubicBezTo>
                  <a:pt x="968976" y="100495"/>
                  <a:pt x="962274" y="97145"/>
                  <a:pt x="957246" y="90446"/>
                </a:cubicBezTo>
                <a:cubicBezTo>
                  <a:pt x="952226" y="83671"/>
                  <a:pt x="949712" y="74651"/>
                  <a:pt x="949712" y="63385"/>
                </a:cubicBezTo>
                <a:cubicBezTo>
                  <a:pt x="949712" y="52042"/>
                  <a:pt x="952226" y="43022"/>
                  <a:pt x="957246" y="36323"/>
                </a:cubicBezTo>
                <a:cubicBezTo>
                  <a:pt x="962274" y="29624"/>
                  <a:pt x="968976" y="26275"/>
                  <a:pt x="977343" y="26275"/>
                </a:cubicBezTo>
                <a:cubicBezTo>
                  <a:pt x="981991" y="26275"/>
                  <a:pt x="985908" y="27188"/>
                  <a:pt x="989108" y="29015"/>
                </a:cubicBezTo>
                <a:cubicBezTo>
                  <a:pt x="992302" y="30842"/>
                  <a:pt x="994933" y="33697"/>
                  <a:pt x="996986" y="37579"/>
                </a:cubicBezTo>
                <a:lnTo>
                  <a:pt x="996986" y="28216"/>
                </a:lnTo>
                <a:lnTo>
                  <a:pt x="1008745" y="28216"/>
                </a:lnTo>
                <a:close/>
                <a:moveTo>
                  <a:pt x="1095247" y="42832"/>
                </a:moveTo>
                <a:cubicBezTo>
                  <a:pt x="1092733" y="40852"/>
                  <a:pt x="1090146" y="39406"/>
                  <a:pt x="1087486" y="38493"/>
                </a:cubicBezTo>
                <a:cubicBezTo>
                  <a:pt x="1084892" y="37579"/>
                  <a:pt x="1082042" y="37122"/>
                  <a:pt x="1078922" y="37122"/>
                </a:cubicBezTo>
                <a:cubicBezTo>
                  <a:pt x="1071533" y="37122"/>
                  <a:pt x="1065899" y="39444"/>
                  <a:pt x="1062019" y="44088"/>
                </a:cubicBezTo>
                <a:cubicBezTo>
                  <a:pt x="1058138" y="48731"/>
                  <a:pt x="1056194" y="55430"/>
                  <a:pt x="1056194" y="64184"/>
                </a:cubicBezTo>
                <a:lnTo>
                  <a:pt x="1056194" y="99924"/>
                </a:lnTo>
                <a:lnTo>
                  <a:pt x="1044319" y="99924"/>
                </a:lnTo>
                <a:lnTo>
                  <a:pt x="1044319" y="27987"/>
                </a:lnTo>
                <a:lnTo>
                  <a:pt x="1056194" y="27987"/>
                </a:lnTo>
                <a:lnTo>
                  <a:pt x="1056194" y="42032"/>
                </a:lnTo>
                <a:cubicBezTo>
                  <a:pt x="1058175" y="36932"/>
                  <a:pt x="1061186" y="33049"/>
                  <a:pt x="1065220" y="30386"/>
                </a:cubicBezTo>
                <a:cubicBezTo>
                  <a:pt x="1069326" y="27645"/>
                  <a:pt x="1074201" y="26275"/>
                  <a:pt x="1079835" y="26275"/>
                </a:cubicBezTo>
                <a:cubicBezTo>
                  <a:pt x="1082729" y="26275"/>
                  <a:pt x="1085426" y="26655"/>
                  <a:pt x="1087939" y="27416"/>
                </a:cubicBezTo>
                <a:cubicBezTo>
                  <a:pt x="1090453" y="28102"/>
                  <a:pt x="1092887" y="29206"/>
                  <a:pt x="1095247" y="30728"/>
                </a:cubicBezTo>
                <a:close/>
                <a:moveTo>
                  <a:pt x="1139847" y="36323"/>
                </a:moveTo>
                <a:cubicBezTo>
                  <a:pt x="1133833" y="36323"/>
                  <a:pt x="1129265" y="38645"/>
                  <a:pt x="1126145" y="43288"/>
                </a:cubicBezTo>
                <a:cubicBezTo>
                  <a:pt x="1123097" y="47932"/>
                  <a:pt x="1121577" y="54859"/>
                  <a:pt x="1121577" y="64070"/>
                </a:cubicBezTo>
                <a:cubicBezTo>
                  <a:pt x="1121577" y="73128"/>
                  <a:pt x="1123097" y="80017"/>
                  <a:pt x="1126145" y="84737"/>
                </a:cubicBezTo>
                <a:cubicBezTo>
                  <a:pt x="1129265" y="89457"/>
                  <a:pt x="1133833" y="91817"/>
                  <a:pt x="1139847" y="91817"/>
                </a:cubicBezTo>
                <a:cubicBezTo>
                  <a:pt x="1145861" y="91817"/>
                  <a:pt x="1150385" y="89457"/>
                  <a:pt x="1153432" y="84737"/>
                </a:cubicBezTo>
                <a:cubicBezTo>
                  <a:pt x="1156553" y="80017"/>
                  <a:pt x="1158117" y="73128"/>
                  <a:pt x="1158117" y="64070"/>
                </a:cubicBezTo>
                <a:cubicBezTo>
                  <a:pt x="1158117" y="54859"/>
                  <a:pt x="1156553" y="47932"/>
                  <a:pt x="1153432" y="43288"/>
                </a:cubicBezTo>
                <a:cubicBezTo>
                  <a:pt x="1150385" y="38645"/>
                  <a:pt x="1145861" y="36323"/>
                  <a:pt x="1139847" y="36323"/>
                </a:cubicBezTo>
                <a:close/>
                <a:moveTo>
                  <a:pt x="1139847" y="26275"/>
                </a:moveTo>
                <a:cubicBezTo>
                  <a:pt x="1149815" y="26275"/>
                  <a:pt x="1157430" y="29510"/>
                  <a:pt x="1162684" y="35980"/>
                </a:cubicBezTo>
                <a:cubicBezTo>
                  <a:pt x="1168011" y="42451"/>
                  <a:pt x="1170671" y="51814"/>
                  <a:pt x="1170671" y="64070"/>
                </a:cubicBezTo>
                <a:cubicBezTo>
                  <a:pt x="1170671" y="76326"/>
                  <a:pt x="1168011" y="85689"/>
                  <a:pt x="1162684" y="92159"/>
                </a:cubicBezTo>
                <a:cubicBezTo>
                  <a:pt x="1157430" y="98554"/>
                  <a:pt x="1149815" y="101751"/>
                  <a:pt x="1139847" y="101751"/>
                </a:cubicBezTo>
                <a:cubicBezTo>
                  <a:pt x="1129799" y="101751"/>
                  <a:pt x="1122147" y="98554"/>
                  <a:pt x="1116893" y="92159"/>
                </a:cubicBezTo>
                <a:cubicBezTo>
                  <a:pt x="1111639" y="85689"/>
                  <a:pt x="1109015" y="76326"/>
                  <a:pt x="1109015" y="64070"/>
                </a:cubicBezTo>
                <a:cubicBezTo>
                  <a:pt x="1109015" y="51814"/>
                  <a:pt x="1111639" y="42451"/>
                  <a:pt x="1116893" y="35980"/>
                </a:cubicBezTo>
                <a:cubicBezTo>
                  <a:pt x="1122147" y="29510"/>
                  <a:pt x="1129799" y="26275"/>
                  <a:pt x="1139847" y="26275"/>
                </a:cubicBezTo>
                <a:close/>
                <a:moveTo>
                  <a:pt x="1191981" y="72634"/>
                </a:moveTo>
                <a:lnTo>
                  <a:pt x="1191981" y="28102"/>
                </a:lnTo>
                <a:lnTo>
                  <a:pt x="1203739" y="28102"/>
                </a:lnTo>
                <a:lnTo>
                  <a:pt x="1203739" y="72634"/>
                </a:lnTo>
                <a:cubicBezTo>
                  <a:pt x="1203739" y="79105"/>
                  <a:pt x="1204879" y="83862"/>
                  <a:pt x="1207167" y="86907"/>
                </a:cubicBezTo>
                <a:cubicBezTo>
                  <a:pt x="1209447" y="89952"/>
                  <a:pt x="1212984" y="91475"/>
                  <a:pt x="1217785" y="91475"/>
                </a:cubicBezTo>
                <a:cubicBezTo>
                  <a:pt x="1223419" y="91475"/>
                  <a:pt x="1227680" y="89534"/>
                  <a:pt x="1230573" y="85651"/>
                </a:cubicBezTo>
                <a:cubicBezTo>
                  <a:pt x="1233540" y="81692"/>
                  <a:pt x="1235024" y="76059"/>
                  <a:pt x="1235024" y="68752"/>
                </a:cubicBezTo>
                <a:lnTo>
                  <a:pt x="1235024" y="28102"/>
                </a:lnTo>
                <a:lnTo>
                  <a:pt x="1246899" y="28102"/>
                </a:lnTo>
                <a:lnTo>
                  <a:pt x="1246899" y="99924"/>
                </a:lnTo>
                <a:lnTo>
                  <a:pt x="1235024" y="99924"/>
                </a:lnTo>
                <a:lnTo>
                  <a:pt x="1235024" y="89076"/>
                </a:lnTo>
                <a:cubicBezTo>
                  <a:pt x="1232970" y="93263"/>
                  <a:pt x="1230113" y="96422"/>
                  <a:pt x="1226459" y="98554"/>
                </a:cubicBezTo>
                <a:cubicBezTo>
                  <a:pt x="1222886" y="100685"/>
                  <a:pt x="1218654" y="101751"/>
                  <a:pt x="1213787" y="101751"/>
                </a:cubicBezTo>
                <a:cubicBezTo>
                  <a:pt x="1206399" y="101751"/>
                  <a:pt x="1200918" y="99353"/>
                  <a:pt x="1197345" y="94557"/>
                </a:cubicBezTo>
                <a:cubicBezTo>
                  <a:pt x="1193764" y="89761"/>
                  <a:pt x="1191981" y="82453"/>
                  <a:pt x="1191981" y="72634"/>
                </a:cubicBezTo>
                <a:close/>
                <a:moveTo>
                  <a:pt x="1282707" y="90903"/>
                </a:moveTo>
                <a:lnTo>
                  <a:pt x="1282707" y="127328"/>
                </a:lnTo>
                <a:lnTo>
                  <a:pt x="1270825" y="127328"/>
                </a:lnTo>
                <a:lnTo>
                  <a:pt x="1270825" y="27987"/>
                </a:lnTo>
                <a:lnTo>
                  <a:pt x="1282707" y="27987"/>
                </a:lnTo>
                <a:lnTo>
                  <a:pt x="1282707" y="37122"/>
                </a:lnTo>
                <a:cubicBezTo>
                  <a:pt x="1284680" y="33621"/>
                  <a:pt x="1287311" y="30956"/>
                  <a:pt x="1290585" y="29129"/>
                </a:cubicBezTo>
                <a:cubicBezTo>
                  <a:pt x="1293859" y="27226"/>
                  <a:pt x="1297623" y="26275"/>
                  <a:pt x="1301883" y="26275"/>
                </a:cubicBezTo>
                <a:cubicBezTo>
                  <a:pt x="1310565" y="26275"/>
                  <a:pt x="1317376" y="29624"/>
                  <a:pt x="1322323" y="36323"/>
                </a:cubicBezTo>
                <a:cubicBezTo>
                  <a:pt x="1327270" y="43022"/>
                  <a:pt x="1329748" y="52347"/>
                  <a:pt x="1329748" y="64298"/>
                </a:cubicBezTo>
                <a:cubicBezTo>
                  <a:pt x="1329748" y="75945"/>
                  <a:pt x="1327270" y="85117"/>
                  <a:pt x="1322323" y="91817"/>
                </a:cubicBezTo>
                <a:cubicBezTo>
                  <a:pt x="1317376" y="98440"/>
                  <a:pt x="1310565" y="101751"/>
                  <a:pt x="1301883" y="101751"/>
                </a:cubicBezTo>
                <a:cubicBezTo>
                  <a:pt x="1297550" y="101751"/>
                  <a:pt x="1293742" y="100837"/>
                  <a:pt x="1290468" y="99010"/>
                </a:cubicBezTo>
                <a:cubicBezTo>
                  <a:pt x="1287194" y="97107"/>
                  <a:pt x="1284607" y="94405"/>
                  <a:pt x="1282707" y="90903"/>
                </a:cubicBezTo>
                <a:close/>
                <a:moveTo>
                  <a:pt x="1317420" y="64070"/>
                </a:moveTo>
                <a:cubicBezTo>
                  <a:pt x="1317420" y="54859"/>
                  <a:pt x="1315973" y="47932"/>
                  <a:pt x="1313079" y="43288"/>
                </a:cubicBezTo>
                <a:cubicBezTo>
                  <a:pt x="1310185" y="38645"/>
                  <a:pt x="1305880" y="36323"/>
                  <a:pt x="1300173" y="36323"/>
                </a:cubicBezTo>
                <a:cubicBezTo>
                  <a:pt x="1294466" y="36323"/>
                  <a:pt x="1290125" y="38683"/>
                  <a:pt x="1287158" y="43402"/>
                </a:cubicBezTo>
                <a:cubicBezTo>
                  <a:pt x="1284191" y="48046"/>
                  <a:pt x="1282707" y="54935"/>
                  <a:pt x="1282707" y="64070"/>
                </a:cubicBezTo>
                <a:cubicBezTo>
                  <a:pt x="1282707" y="73128"/>
                  <a:pt x="1284191" y="80017"/>
                  <a:pt x="1287158" y="84737"/>
                </a:cubicBezTo>
                <a:cubicBezTo>
                  <a:pt x="1290125" y="89457"/>
                  <a:pt x="1294466" y="91817"/>
                  <a:pt x="1300173" y="91817"/>
                </a:cubicBezTo>
                <a:cubicBezTo>
                  <a:pt x="1305880" y="91817"/>
                  <a:pt x="1310185" y="89495"/>
                  <a:pt x="1313079" y="84851"/>
                </a:cubicBezTo>
                <a:cubicBezTo>
                  <a:pt x="1315973" y="80132"/>
                  <a:pt x="1317420" y="73205"/>
                  <a:pt x="1317420" y="64070"/>
                </a:cubicBezTo>
                <a:close/>
                <a:moveTo>
                  <a:pt x="1465871" y="54593"/>
                </a:moveTo>
                <a:cubicBezTo>
                  <a:pt x="1469144" y="55506"/>
                  <a:pt x="1471958" y="57143"/>
                  <a:pt x="1474318" y="59503"/>
                </a:cubicBezTo>
                <a:cubicBezTo>
                  <a:pt x="1476679" y="61863"/>
                  <a:pt x="1479609" y="66582"/>
                  <a:pt x="1483110" y="73661"/>
                </a:cubicBezTo>
                <a:lnTo>
                  <a:pt x="1496242" y="99924"/>
                </a:lnTo>
                <a:lnTo>
                  <a:pt x="1482313" y="99924"/>
                </a:lnTo>
                <a:lnTo>
                  <a:pt x="1470781" y="75717"/>
                </a:lnTo>
                <a:cubicBezTo>
                  <a:pt x="1467508" y="68790"/>
                  <a:pt x="1464541" y="64336"/>
                  <a:pt x="1461873" y="62357"/>
                </a:cubicBezTo>
                <a:cubicBezTo>
                  <a:pt x="1459286" y="60378"/>
                  <a:pt x="1455859" y="59388"/>
                  <a:pt x="1451598" y="59388"/>
                </a:cubicBezTo>
                <a:lnTo>
                  <a:pt x="1439263" y="59388"/>
                </a:lnTo>
                <a:lnTo>
                  <a:pt x="1439263" y="99924"/>
                </a:lnTo>
                <a:lnTo>
                  <a:pt x="1426131" y="99924"/>
                </a:lnTo>
                <a:lnTo>
                  <a:pt x="1426131" y="4009"/>
                </a:lnTo>
                <a:lnTo>
                  <a:pt x="1452855" y="4009"/>
                </a:lnTo>
                <a:cubicBezTo>
                  <a:pt x="1463437" y="4009"/>
                  <a:pt x="1471505" y="6407"/>
                  <a:pt x="1477059" y="11203"/>
                </a:cubicBezTo>
                <a:cubicBezTo>
                  <a:pt x="1482693" y="15922"/>
                  <a:pt x="1485507" y="22773"/>
                  <a:pt x="1485507" y="31756"/>
                </a:cubicBezTo>
                <a:cubicBezTo>
                  <a:pt x="1485507" y="38074"/>
                  <a:pt x="1483797" y="43250"/>
                  <a:pt x="1480369" y="47285"/>
                </a:cubicBezTo>
                <a:cubicBezTo>
                  <a:pt x="1476949" y="51320"/>
                  <a:pt x="1472111" y="53755"/>
                  <a:pt x="1465871" y="54593"/>
                </a:cubicBezTo>
                <a:close/>
                <a:moveTo>
                  <a:pt x="1439263" y="14742"/>
                </a:moveTo>
                <a:lnTo>
                  <a:pt x="1439263" y="48769"/>
                </a:lnTo>
                <a:lnTo>
                  <a:pt x="1453425" y="48769"/>
                </a:lnTo>
                <a:cubicBezTo>
                  <a:pt x="1459666" y="48769"/>
                  <a:pt x="1464270" y="47399"/>
                  <a:pt x="1467237" y="44658"/>
                </a:cubicBezTo>
                <a:cubicBezTo>
                  <a:pt x="1470285" y="41842"/>
                  <a:pt x="1471804" y="37541"/>
                  <a:pt x="1471804" y="31756"/>
                </a:cubicBezTo>
                <a:cubicBezTo>
                  <a:pt x="1471804" y="26275"/>
                  <a:pt x="1470175" y="22088"/>
                  <a:pt x="1466901" y="19195"/>
                </a:cubicBezTo>
                <a:cubicBezTo>
                  <a:pt x="1463700" y="16227"/>
                  <a:pt x="1459016" y="14742"/>
                  <a:pt x="1452855" y="14742"/>
                </a:cubicBezTo>
                <a:close/>
              </a:path>
            </a:pathLst>
          </a:custGeom>
          <a:solidFill>
            <a:srgbClr val="000000"/>
          </a:solidFill>
          <a:ln w="10950" cap="flat">
            <a:noFill/>
            <a:prstDash val="solid"/>
            <a:round/>
          </a:ln>
        </p:spPr>
        <p:txBody>
          <a:bodyPr/>
          <a:lstStyle/>
          <a:p>
            <a:endParaRPr lang="en-GB"/>
          </a:p>
        </p:txBody>
      </p:sp>
      <p:sp>
        <p:nvSpPr>
          <p:cNvPr id="18" name="Freeform: Shape 17">
            <a:extLst>
              <a:ext uri="{FF2B5EF4-FFF2-40B4-BE49-F238E27FC236}">
                <a16:creationId xmlns:a16="http://schemas.microsoft.com/office/drawing/2014/main" id="{A3768E9A-E4EF-0EE5-79A8-F1F4C276272C}"/>
              </a:ext>
            </a:extLst>
          </p:cNvPr>
          <p:cNvSpPr/>
          <p:nvPr/>
        </p:nvSpPr>
        <p:spPr>
          <a:xfrm>
            <a:off x="3873056" y="934666"/>
            <a:ext cx="248465" cy="7307"/>
          </a:xfrm>
          <a:custGeom>
            <a:avLst/>
            <a:gdLst>
              <a:gd name="csX0" fmla="*/ 550 w 248465"/>
              <a:gd name="csY0" fmla="*/ 15 h 7307"/>
              <a:gd name="csX1" fmla="*/ 249016 w 248465"/>
              <a:gd name="csY1" fmla="*/ 15 h 7307"/>
            </a:gdLst>
            <a:ahLst/>
            <a:cxnLst>
              <a:cxn ang="0">
                <a:pos x="csX0" y="csY0"/>
              </a:cxn>
              <a:cxn ang="0">
                <a:pos x="csX1" y="csY1"/>
              </a:cxn>
            </a:cxnLst>
            <a:rect l="l" t="t" r="r" b="b"/>
            <a:pathLst>
              <a:path w="248465" h="7307">
                <a:moveTo>
                  <a:pt x="550" y="15"/>
                </a:moveTo>
                <a:lnTo>
                  <a:pt x="249016" y="15"/>
                </a:lnTo>
              </a:path>
            </a:pathLst>
          </a:custGeom>
          <a:noFill/>
          <a:ln w="21901" cap="flat">
            <a:solidFill>
              <a:srgbClr val="FA7850"/>
            </a:solidFill>
            <a:custDash>
              <a:ds d="1125000" sp="562500"/>
              <a:ds d="225000" sp="562500"/>
            </a:custDash>
            <a:round/>
          </a:ln>
        </p:spPr>
        <p:txBody>
          <a:bodyPr/>
          <a:lstStyle/>
          <a:p>
            <a:endParaRPr lang="en-GB"/>
          </a:p>
        </p:txBody>
      </p:sp>
      <p:sp>
        <p:nvSpPr>
          <p:cNvPr id="19" name="Freeform: Shape 18">
            <a:extLst>
              <a:ext uri="{FF2B5EF4-FFF2-40B4-BE49-F238E27FC236}">
                <a16:creationId xmlns:a16="http://schemas.microsoft.com/office/drawing/2014/main" id="{BF95CBE7-E25B-D1C1-28B2-A5C67BAEBEC9}"/>
              </a:ext>
            </a:extLst>
          </p:cNvPr>
          <p:cNvSpPr/>
          <p:nvPr/>
        </p:nvSpPr>
        <p:spPr>
          <a:xfrm>
            <a:off x="4167766" y="885909"/>
            <a:ext cx="2690255" cy="128229"/>
          </a:xfrm>
          <a:custGeom>
            <a:avLst/>
            <a:gdLst>
              <a:gd name="csX0" fmla="*/ 37772 w 2690255"/>
              <a:gd name="csY0" fmla="*/ 15427 h 128229"/>
              <a:gd name="csX1" fmla="*/ 24070 w 2690255"/>
              <a:gd name="csY1" fmla="*/ 64526 h 128229"/>
              <a:gd name="csX2" fmla="*/ 51360 w 2690255"/>
              <a:gd name="csY2" fmla="*/ 64526 h 128229"/>
              <a:gd name="csX3" fmla="*/ 29894 w 2690255"/>
              <a:gd name="csY3" fmla="*/ 4009 h 128229"/>
              <a:gd name="csX4" fmla="*/ 45651 w 2690255"/>
              <a:gd name="csY4" fmla="*/ 4009 h 128229"/>
              <a:gd name="csX5" fmla="*/ 74996 w 2690255"/>
              <a:gd name="csY5" fmla="*/ 99924 h 128229"/>
              <a:gd name="csX6" fmla="*/ 61523 w 2690255"/>
              <a:gd name="csY6" fmla="*/ 99924 h 128229"/>
              <a:gd name="csX7" fmla="*/ 54443 w 2690255"/>
              <a:gd name="csY7" fmla="*/ 74917 h 128229"/>
              <a:gd name="csX8" fmla="*/ 20873 w 2690255"/>
              <a:gd name="csY8" fmla="*/ 74917 h 128229"/>
              <a:gd name="csX9" fmla="*/ 13907 w 2690255"/>
              <a:gd name="csY9" fmla="*/ 99924 h 128229"/>
              <a:gd name="csX10" fmla="*/ 548 w 2690255"/>
              <a:gd name="csY10" fmla="*/ 99924 h 128229"/>
              <a:gd name="csX11" fmla="*/ 132496 w 2690255"/>
              <a:gd name="csY11" fmla="*/ 63385 h 128229"/>
              <a:gd name="csX12" fmla="*/ 128156 w 2690255"/>
              <a:gd name="csY12" fmla="*/ 43174 h 128229"/>
              <a:gd name="csX13" fmla="*/ 115482 w 2690255"/>
              <a:gd name="csY13" fmla="*/ 36323 h 128229"/>
              <a:gd name="csX14" fmla="*/ 102237 w 2690255"/>
              <a:gd name="csY14" fmla="*/ 43174 h 128229"/>
              <a:gd name="csX15" fmla="*/ 97669 w 2690255"/>
              <a:gd name="csY15" fmla="*/ 63385 h 128229"/>
              <a:gd name="csX16" fmla="*/ 102237 w 2690255"/>
              <a:gd name="csY16" fmla="*/ 83595 h 128229"/>
              <a:gd name="csX17" fmla="*/ 115596 w 2690255"/>
              <a:gd name="csY17" fmla="*/ 90561 h 128229"/>
              <a:gd name="csX18" fmla="*/ 128156 w 2690255"/>
              <a:gd name="csY18" fmla="*/ 83595 h 128229"/>
              <a:gd name="csX19" fmla="*/ 132496 w 2690255"/>
              <a:gd name="csY19" fmla="*/ 63385 h 128229"/>
              <a:gd name="csX20" fmla="*/ 144257 w 2690255"/>
              <a:gd name="csY20" fmla="*/ 95242 h 128229"/>
              <a:gd name="csX21" fmla="*/ 136606 w 2690255"/>
              <a:gd name="csY21" fmla="*/ 119792 h 128229"/>
              <a:gd name="csX22" fmla="*/ 114112 w 2690255"/>
              <a:gd name="csY22" fmla="*/ 128242 h 128229"/>
              <a:gd name="csX23" fmla="*/ 103949 w 2690255"/>
              <a:gd name="csY23" fmla="*/ 127328 h 128229"/>
              <a:gd name="csX24" fmla="*/ 93330 w 2690255"/>
              <a:gd name="csY24" fmla="*/ 124702 h 128229"/>
              <a:gd name="csX25" fmla="*/ 93330 w 2690255"/>
              <a:gd name="csY25" fmla="*/ 112941 h 128229"/>
              <a:gd name="csX26" fmla="*/ 104748 w 2690255"/>
              <a:gd name="csY26" fmla="*/ 117280 h 128229"/>
              <a:gd name="csX27" fmla="*/ 114112 w 2690255"/>
              <a:gd name="csY27" fmla="*/ 118764 h 128229"/>
              <a:gd name="csX28" fmla="*/ 128042 w 2690255"/>
              <a:gd name="csY28" fmla="*/ 113512 h 128229"/>
              <a:gd name="csX29" fmla="*/ 132496 w 2690255"/>
              <a:gd name="csY29" fmla="*/ 97069 h 128229"/>
              <a:gd name="csX30" fmla="*/ 132496 w 2690255"/>
              <a:gd name="csY30" fmla="*/ 96498 h 128229"/>
              <a:gd name="csX31" fmla="*/ 132496 w 2690255"/>
              <a:gd name="csY31" fmla="*/ 88505 h 128229"/>
              <a:gd name="csX32" fmla="*/ 124731 w 2690255"/>
              <a:gd name="csY32" fmla="*/ 97526 h 128229"/>
              <a:gd name="csX33" fmla="*/ 112856 w 2690255"/>
              <a:gd name="csY33" fmla="*/ 100495 h 128229"/>
              <a:gd name="csX34" fmla="*/ 92759 w 2690255"/>
              <a:gd name="csY34" fmla="*/ 90446 h 128229"/>
              <a:gd name="csX35" fmla="*/ 85223 w 2690255"/>
              <a:gd name="csY35" fmla="*/ 63385 h 128229"/>
              <a:gd name="csX36" fmla="*/ 92759 w 2690255"/>
              <a:gd name="csY36" fmla="*/ 36323 h 128229"/>
              <a:gd name="csX37" fmla="*/ 112856 w 2690255"/>
              <a:gd name="csY37" fmla="*/ 26275 h 128229"/>
              <a:gd name="csX38" fmla="*/ 124617 w 2690255"/>
              <a:gd name="csY38" fmla="*/ 29015 h 128229"/>
              <a:gd name="csX39" fmla="*/ 132496 w 2690255"/>
              <a:gd name="csY39" fmla="*/ 37579 h 128229"/>
              <a:gd name="csX40" fmla="*/ 132496 w 2690255"/>
              <a:gd name="csY40" fmla="*/ 28216 h 128229"/>
              <a:gd name="csX41" fmla="*/ 144257 w 2690255"/>
              <a:gd name="csY41" fmla="*/ 28216 h 128229"/>
              <a:gd name="csX42" fmla="*/ 211690 w 2690255"/>
              <a:gd name="csY42" fmla="*/ 63385 h 128229"/>
              <a:gd name="csX43" fmla="*/ 207351 w 2690255"/>
              <a:gd name="csY43" fmla="*/ 43174 h 128229"/>
              <a:gd name="csX44" fmla="*/ 194676 w 2690255"/>
              <a:gd name="csY44" fmla="*/ 36323 h 128229"/>
              <a:gd name="csX45" fmla="*/ 181431 w 2690255"/>
              <a:gd name="csY45" fmla="*/ 43174 h 128229"/>
              <a:gd name="csX46" fmla="*/ 176863 w 2690255"/>
              <a:gd name="csY46" fmla="*/ 63385 h 128229"/>
              <a:gd name="csX47" fmla="*/ 181431 w 2690255"/>
              <a:gd name="csY47" fmla="*/ 83595 h 128229"/>
              <a:gd name="csX48" fmla="*/ 194790 w 2690255"/>
              <a:gd name="csY48" fmla="*/ 90561 h 128229"/>
              <a:gd name="csX49" fmla="*/ 207351 w 2690255"/>
              <a:gd name="csY49" fmla="*/ 83595 h 128229"/>
              <a:gd name="csX50" fmla="*/ 211690 w 2690255"/>
              <a:gd name="csY50" fmla="*/ 63385 h 128229"/>
              <a:gd name="csX51" fmla="*/ 223451 w 2690255"/>
              <a:gd name="csY51" fmla="*/ 95242 h 128229"/>
              <a:gd name="csX52" fmla="*/ 215800 w 2690255"/>
              <a:gd name="csY52" fmla="*/ 119792 h 128229"/>
              <a:gd name="csX53" fmla="*/ 193306 w 2690255"/>
              <a:gd name="csY53" fmla="*/ 128242 h 128229"/>
              <a:gd name="csX54" fmla="*/ 183144 w 2690255"/>
              <a:gd name="csY54" fmla="*/ 127328 h 128229"/>
              <a:gd name="csX55" fmla="*/ 172524 w 2690255"/>
              <a:gd name="csY55" fmla="*/ 124702 h 128229"/>
              <a:gd name="csX56" fmla="*/ 172524 w 2690255"/>
              <a:gd name="csY56" fmla="*/ 112941 h 128229"/>
              <a:gd name="csX57" fmla="*/ 183943 w 2690255"/>
              <a:gd name="csY57" fmla="*/ 117280 h 128229"/>
              <a:gd name="csX58" fmla="*/ 193306 w 2690255"/>
              <a:gd name="csY58" fmla="*/ 118764 h 128229"/>
              <a:gd name="csX59" fmla="*/ 207236 w 2690255"/>
              <a:gd name="csY59" fmla="*/ 113512 h 128229"/>
              <a:gd name="csX60" fmla="*/ 211690 w 2690255"/>
              <a:gd name="csY60" fmla="*/ 97069 h 128229"/>
              <a:gd name="csX61" fmla="*/ 211690 w 2690255"/>
              <a:gd name="csY61" fmla="*/ 96498 h 128229"/>
              <a:gd name="csX62" fmla="*/ 211690 w 2690255"/>
              <a:gd name="csY62" fmla="*/ 88505 h 128229"/>
              <a:gd name="csX63" fmla="*/ 203925 w 2690255"/>
              <a:gd name="csY63" fmla="*/ 97526 h 128229"/>
              <a:gd name="csX64" fmla="*/ 192050 w 2690255"/>
              <a:gd name="csY64" fmla="*/ 100495 h 128229"/>
              <a:gd name="csX65" fmla="*/ 171953 w 2690255"/>
              <a:gd name="csY65" fmla="*/ 90446 h 128229"/>
              <a:gd name="csX66" fmla="*/ 164418 w 2690255"/>
              <a:gd name="csY66" fmla="*/ 63385 h 128229"/>
              <a:gd name="csX67" fmla="*/ 171953 w 2690255"/>
              <a:gd name="csY67" fmla="*/ 36323 h 128229"/>
              <a:gd name="csX68" fmla="*/ 192050 w 2690255"/>
              <a:gd name="csY68" fmla="*/ 26275 h 128229"/>
              <a:gd name="csX69" fmla="*/ 203811 w 2690255"/>
              <a:gd name="csY69" fmla="*/ 29015 h 128229"/>
              <a:gd name="csX70" fmla="*/ 211690 w 2690255"/>
              <a:gd name="csY70" fmla="*/ 37579 h 128229"/>
              <a:gd name="csX71" fmla="*/ 211690 w 2690255"/>
              <a:gd name="csY71" fmla="*/ 28216 h 128229"/>
              <a:gd name="csX72" fmla="*/ 223451 w 2690255"/>
              <a:gd name="csY72" fmla="*/ 28216 h 128229"/>
              <a:gd name="csX73" fmla="*/ 309953 w 2690255"/>
              <a:gd name="csY73" fmla="*/ 42832 h 128229"/>
              <a:gd name="csX74" fmla="*/ 302188 w 2690255"/>
              <a:gd name="csY74" fmla="*/ 38493 h 128229"/>
              <a:gd name="csX75" fmla="*/ 293624 w 2690255"/>
              <a:gd name="csY75" fmla="*/ 37122 h 128229"/>
              <a:gd name="csX76" fmla="*/ 276725 w 2690255"/>
              <a:gd name="csY76" fmla="*/ 44088 h 128229"/>
              <a:gd name="csX77" fmla="*/ 270901 w 2690255"/>
              <a:gd name="csY77" fmla="*/ 64184 h 128229"/>
              <a:gd name="csX78" fmla="*/ 270901 w 2690255"/>
              <a:gd name="csY78" fmla="*/ 99924 h 128229"/>
              <a:gd name="csX79" fmla="*/ 259026 w 2690255"/>
              <a:gd name="csY79" fmla="*/ 99924 h 128229"/>
              <a:gd name="csX80" fmla="*/ 259026 w 2690255"/>
              <a:gd name="csY80" fmla="*/ 27987 h 128229"/>
              <a:gd name="csX81" fmla="*/ 270901 w 2690255"/>
              <a:gd name="csY81" fmla="*/ 27987 h 128229"/>
              <a:gd name="csX82" fmla="*/ 270901 w 2690255"/>
              <a:gd name="csY82" fmla="*/ 42032 h 128229"/>
              <a:gd name="csX83" fmla="*/ 279922 w 2690255"/>
              <a:gd name="csY83" fmla="*/ 30386 h 128229"/>
              <a:gd name="csX84" fmla="*/ 294538 w 2690255"/>
              <a:gd name="csY84" fmla="*/ 26275 h 128229"/>
              <a:gd name="csX85" fmla="*/ 302645 w 2690255"/>
              <a:gd name="csY85" fmla="*/ 27416 h 128229"/>
              <a:gd name="csX86" fmla="*/ 309953 w 2690255"/>
              <a:gd name="csY86" fmla="*/ 30728 h 128229"/>
              <a:gd name="csX87" fmla="*/ 386406 w 2690255"/>
              <a:gd name="csY87" fmla="*/ 60987 h 128229"/>
              <a:gd name="csX88" fmla="*/ 386406 w 2690255"/>
              <a:gd name="csY88" fmla="*/ 66811 h 128229"/>
              <a:gd name="csX89" fmla="*/ 335138 w 2690255"/>
              <a:gd name="csY89" fmla="*/ 66811 h 128229"/>
              <a:gd name="csX90" fmla="*/ 335138 w 2690255"/>
              <a:gd name="csY90" fmla="*/ 67153 h 128229"/>
              <a:gd name="csX91" fmla="*/ 341303 w 2690255"/>
              <a:gd name="csY91" fmla="*/ 85422 h 128229"/>
              <a:gd name="csX92" fmla="*/ 358659 w 2690255"/>
              <a:gd name="csY92" fmla="*/ 91817 h 128229"/>
              <a:gd name="csX93" fmla="*/ 370421 w 2690255"/>
              <a:gd name="csY93" fmla="*/ 89990 h 128229"/>
              <a:gd name="csX94" fmla="*/ 383552 w 2690255"/>
              <a:gd name="csY94" fmla="*/ 84509 h 128229"/>
              <a:gd name="csX95" fmla="*/ 383552 w 2690255"/>
              <a:gd name="csY95" fmla="*/ 96270 h 128229"/>
              <a:gd name="csX96" fmla="*/ 370535 w 2690255"/>
              <a:gd name="csY96" fmla="*/ 100381 h 128229"/>
              <a:gd name="csX97" fmla="*/ 358431 w 2690255"/>
              <a:gd name="csY97" fmla="*/ 101751 h 128229"/>
              <a:gd name="csX98" fmla="*/ 332283 w 2690255"/>
              <a:gd name="csY98" fmla="*/ 91703 h 128229"/>
              <a:gd name="csX99" fmla="*/ 322806 w 2690255"/>
              <a:gd name="csY99" fmla="*/ 64070 h 128229"/>
              <a:gd name="csX100" fmla="*/ 332054 w 2690255"/>
              <a:gd name="csY100" fmla="*/ 36551 h 128229"/>
              <a:gd name="csX101" fmla="*/ 356718 w 2690255"/>
              <a:gd name="csY101" fmla="*/ 26275 h 128229"/>
              <a:gd name="csX102" fmla="*/ 378414 w 2690255"/>
              <a:gd name="csY102" fmla="*/ 35638 h 128229"/>
              <a:gd name="csX103" fmla="*/ 386406 w 2690255"/>
              <a:gd name="csY103" fmla="*/ 60987 h 128229"/>
              <a:gd name="csX104" fmla="*/ 374531 w 2690255"/>
              <a:gd name="csY104" fmla="*/ 57561 h 128229"/>
              <a:gd name="csX105" fmla="*/ 369621 w 2690255"/>
              <a:gd name="csY105" fmla="*/ 41804 h 128229"/>
              <a:gd name="csX106" fmla="*/ 356262 w 2690255"/>
              <a:gd name="csY106" fmla="*/ 36323 h 128229"/>
              <a:gd name="csX107" fmla="*/ 342103 w 2690255"/>
              <a:gd name="csY107" fmla="*/ 42032 h 128229"/>
              <a:gd name="csX108" fmla="*/ 335594 w 2690255"/>
              <a:gd name="csY108" fmla="*/ 57561 h 128229"/>
              <a:gd name="csX109" fmla="*/ 449269 w 2690255"/>
              <a:gd name="csY109" fmla="*/ 63385 h 128229"/>
              <a:gd name="csX110" fmla="*/ 444935 w 2690255"/>
              <a:gd name="csY110" fmla="*/ 43174 h 128229"/>
              <a:gd name="csX111" fmla="*/ 432256 w 2690255"/>
              <a:gd name="csY111" fmla="*/ 36323 h 128229"/>
              <a:gd name="csX112" fmla="*/ 419013 w 2690255"/>
              <a:gd name="csY112" fmla="*/ 43174 h 128229"/>
              <a:gd name="csX113" fmla="*/ 414446 w 2690255"/>
              <a:gd name="csY113" fmla="*/ 63385 h 128229"/>
              <a:gd name="csX114" fmla="*/ 419013 w 2690255"/>
              <a:gd name="csY114" fmla="*/ 83595 h 128229"/>
              <a:gd name="csX115" fmla="*/ 432373 w 2690255"/>
              <a:gd name="csY115" fmla="*/ 90561 h 128229"/>
              <a:gd name="csX116" fmla="*/ 444935 w 2690255"/>
              <a:gd name="csY116" fmla="*/ 83595 h 128229"/>
              <a:gd name="csX117" fmla="*/ 449269 w 2690255"/>
              <a:gd name="csY117" fmla="*/ 63385 h 128229"/>
              <a:gd name="csX118" fmla="*/ 461035 w 2690255"/>
              <a:gd name="csY118" fmla="*/ 95242 h 128229"/>
              <a:gd name="csX119" fmla="*/ 453383 w 2690255"/>
              <a:gd name="csY119" fmla="*/ 119792 h 128229"/>
              <a:gd name="csX120" fmla="*/ 430890 w 2690255"/>
              <a:gd name="csY120" fmla="*/ 128242 h 128229"/>
              <a:gd name="csX121" fmla="*/ 420726 w 2690255"/>
              <a:gd name="csY121" fmla="*/ 127328 h 128229"/>
              <a:gd name="csX122" fmla="*/ 410107 w 2690255"/>
              <a:gd name="csY122" fmla="*/ 124702 h 128229"/>
              <a:gd name="csX123" fmla="*/ 410107 w 2690255"/>
              <a:gd name="csY123" fmla="*/ 112941 h 128229"/>
              <a:gd name="csX124" fmla="*/ 421526 w 2690255"/>
              <a:gd name="csY124" fmla="*/ 117280 h 128229"/>
              <a:gd name="csX125" fmla="*/ 430890 w 2690255"/>
              <a:gd name="csY125" fmla="*/ 118764 h 128229"/>
              <a:gd name="csX126" fmla="*/ 444819 w 2690255"/>
              <a:gd name="csY126" fmla="*/ 113512 h 128229"/>
              <a:gd name="csX127" fmla="*/ 449269 w 2690255"/>
              <a:gd name="csY127" fmla="*/ 97069 h 128229"/>
              <a:gd name="csX128" fmla="*/ 449269 w 2690255"/>
              <a:gd name="csY128" fmla="*/ 96498 h 128229"/>
              <a:gd name="csX129" fmla="*/ 449269 w 2690255"/>
              <a:gd name="csY129" fmla="*/ 88505 h 128229"/>
              <a:gd name="csX130" fmla="*/ 441508 w 2690255"/>
              <a:gd name="csY130" fmla="*/ 97526 h 128229"/>
              <a:gd name="csX131" fmla="*/ 429633 w 2690255"/>
              <a:gd name="csY131" fmla="*/ 100495 h 128229"/>
              <a:gd name="csX132" fmla="*/ 409536 w 2690255"/>
              <a:gd name="csY132" fmla="*/ 90446 h 128229"/>
              <a:gd name="csX133" fmla="*/ 402000 w 2690255"/>
              <a:gd name="csY133" fmla="*/ 63385 h 128229"/>
              <a:gd name="csX134" fmla="*/ 409536 w 2690255"/>
              <a:gd name="csY134" fmla="*/ 36323 h 128229"/>
              <a:gd name="csX135" fmla="*/ 429633 w 2690255"/>
              <a:gd name="csY135" fmla="*/ 26275 h 128229"/>
              <a:gd name="csX136" fmla="*/ 441391 w 2690255"/>
              <a:gd name="csY136" fmla="*/ 29015 h 128229"/>
              <a:gd name="csX137" fmla="*/ 449269 w 2690255"/>
              <a:gd name="csY137" fmla="*/ 37579 h 128229"/>
              <a:gd name="csX138" fmla="*/ 449269 w 2690255"/>
              <a:gd name="csY138" fmla="*/ 28216 h 128229"/>
              <a:gd name="csX139" fmla="*/ 461035 w 2690255"/>
              <a:gd name="csY139" fmla="*/ 28216 h 128229"/>
              <a:gd name="csX140" fmla="*/ 518416 w 2690255"/>
              <a:gd name="csY140" fmla="*/ 63727 h 128229"/>
              <a:gd name="csX141" fmla="*/ 514535 w 2690255"/>
              <a:gd name="csY141" fmla="*/ 63727 h 128229"/>
              <a:gd name="csX142" fmla="*/ 498889 w 2690255"/>
              <a:gd name="csY142" fmla="*/ 67381 h 128229"/>
              <a:gd name="csX143" fmla="*/ 493642 w 2690255"/>
              <a:gd name="csY143" fmla="*/ 78228 h 128229"/>
              <a:gd name="csX144" fmla="*/ 497522 w 2690255"/>
              <a:gd name="csY144" fmla="*/ 88391 h 128229"/>
              <a:gd name="csX145" fmla="*/ 508484 w 2690255"/>
              <a:gd name="csY145" fmla="*/ 91931 h 128229"/>
              <a:gd name="csX146" fmla="*/ 523787 w 2690255"/>
              <a:gd name="csY146" fmla="*/ 85194 h 128229"/>
              <a:gd name="csX147" fmla="*/ 529494 w 2690255"/>
              <a:gd name="csY147" fmla="*/ 66353 h 128229"/>
              <a:gd name="csX148" fmla="*/ 529494 w 2690255"/>
              <a:gd name="csY148" fmla="*/ 63727 h 128229"/>
              <a:gd name="csX149" fmla="*/ 541369 w 2690255"/>
              <a:gd name="csY149" fmla="*/ 58931 h 128229"/>
              <a:gd name="csX150" fmla="*/ 541369 w 2690255"/>
              <a:gd name="csY150" fmla="*/ 99924 h 128229"/>
              <a:gd name="csX151" fmla="*/ 529494 w 2690255"/>
              <a:gd name="csY151" fmla="*/ 99924 h 128229"/>
              <a:gd name="csX152" fmla="*/ 529494 w 2690255"/>
              <a:gd name="csY152" fmla="*/ 89305 h 128229"/>
              <a:gd name="csX153" fmla="*/ 519899 w 2690255"/>
              <a:gd name="csY153" fmla="*/ 98782 h 128229"/>
              <a:gd name="csX154" fmla="*/ 505970 w 2690255"/>
              <a:gd name="csY154" fmla="*/ 101751 h 128229"/>
              <a:gd name="csX155" fmla="*/ 488388 w 2690255"/>
              <a:gd name="csY155" fmla="*/ 95584 h 128229"/>
              <a:gd name="csX156" fmla="*/ 481876 w 2690255"/>
              <a:gd name="csY156" fmla="*/ 79028 h 128229"/>
              <a:gd name="csX157" fmla="*/ 489871 w 2690255"/>
              <a:gd name="csY157" fmla="*/ 60758 h 128229"/>
              <a:gd name="csX158" fmla="*/ 513622 w 2690255"/>
              <a:gd name="csY158" fmla="*/ 54478 h 128229"/>
              <a:gd name="csX159" fmla="*/ 529494 w 2690255"/>
              <a:gd name="csY159" fmla="*/ 54478 h 128229"/>
              <a:gd name="csX160" fmla="*/ 529494 w 2690255"/>
              <a:gd name="csY160" fmla="*/ 52651 h 128229"/>
              <a:gd name="csX161" fmla="*/ 525044 w 2690255"/>
              <a:gd name="csY161" fmla="*/ 40205 h 128229"/>
              <a:gd name="csX162" fmla="*/ 511342 w 2690255"/>
              <a:gd name="csY162" fmla="*/ 36323 h 128229"/>
              <a:gd name="csX163" fmla="*/ 499123 w 2690255"/>
              <a:gd name="csY163" fmla="*/ 38035 h 128229"/>
              <a:gd name="csX164" fmla="*/ 487131 w 2690255"/>
              <a:gd name="csY164" fmla="*/ 43060 h 128229"/>
              <a:gd name="csX165" fmla="*/ 487131 w 2690255"/>
              <a:gd name="csY165" fmla="*/ 31299 h 128229"/>
              <a:gd name="csX166" fmla="*/ 499693 w 2690255"/>
              <a:gd name="csY166" fmla="*/ 27531 h 128229"/>
              <a:gd name="csX167" fmla="*/ 511342 w 2690255"/>
              <a:gd name="csY167" fmla="*/ 26275 h 128229"/>
              <a:gd name="csX168" fmla="*/ 526527 w 2690255"/>
              <a:gd name="csY168" fmla="*/ 28901 h 128229"/>
              <a:gd name="csX169" fmla="*/ 536802 w 2690255"/>
              <a:gd name="csY169" fmla="*/ 36780 h 128229"/>
              <a:gd name="csX170" fmla="*/ 540339 w 2690255"/>
              <a:gd name="csY170" fmla="*/ 44772 h 128229"/>
              <a:gd name="csX171" fmla="*/ 541369 w 2690255"/>
              <a:gd name="csY171" fmla="*/ 58931 h 128229"/>
              <a:gd name="csX172" fmla="*/ 591903 w 2690255"/>
              <a:gd name="csY172" fmla="*/ 7549 h 128229"/>
              <a:gd name="csX173" fmla="*/ 591903 w 2690255"/>
              <a:gd name="csY173" fmla="*/ 27987 h 128229"/>
              <a:gd name="csX174" fmla="*/ 618854 w 2690255"/>
              <a:gd name="csY174" fmla="*/ 27987 h 128229"/>
              <a:gd name="csX175" fmla="*/ 618854 w 2690255"/>
              <a:gd name="csY175" fmla="*/ 37122 h 128229"/>
              <a:gd name="csX176" fmla="*/ 591903 w 2690255"/>
              <a:gd name="csY176" fmla="*/ 37122 h 128229"/>
              <a:gd name="csX177" fmla="*/ 591903 w 2690255"/>
              <a:gd name="csY177" fmla="*/ 76173 h 128229"/>
              <a:gd name="csX178" fmla="*/ 594870 w 2690255"/>
              <a:gd name="csY178" fmla="*/ 87363 h 128229"/>
              <a:gd name="csX179" fmla="*/ 605488 w 2690255"/>
              <a:gd name="csY179" fmla="*/ 90446 h 128229"/>
              <a:gd name="csX180" fmla="*/ 618854 w 2690255"/>
              <a:gd name="csY180" fmla="*/ 90446 h 128229"/>
              <a:gd name="csX181" fmla="*/ 618854 w 2690255"/>
              <a:gd name="csY181" fmla="*/ 99924 h 128229"/>
              <a:gd name="csX182" fmla="*/ 604348 w 2690255"/>
              <a:gd name="csY182" fmla="*/ 99924 h 128229"/>
              <a:gd name="csX183" fmla="*/ 585626 w 2690255"/>
              <a:gd name="csY183" fmla="*/ 94671 h 128229"/>
              <a:gd name="csX184" fmla="*/ 580145 w 2690255"/>
              <a:gd name="csY184" fmla="*/ 76173 h 128229"/>
              <a:gd name="csX185" fmla="*/ 580145 w 2690255"/>
              <a:gd name="csY185" fmla="*/ 37122 h 128229"/>
              <a:gd name="csX186" fmla="*/ 560962 w 2690255"/>
              <a:gd name="csY186" fmla="*/ 37122 h 128229"/>
              <a:gd name="csX187" fmla="*/ 560962 w 2690255"/>
              <a:gd name="csY187" fmla="*/ 27987 h 128229"/>
              <a:gd name="csX188" fmla="*/ 580145 w 2690255"/>
              <a:gd name="csY188" fmla="*/ 27987 h 128229"/>
              <a:gd name="csX189" fmla="*/ 580145 w 2690255"/>
              <a:gd name="csY189" fmla="*/ 7549 h 128229"/>
              <a:gd name="csX190" fmla="*/ 703186 w 2690255"/>
              <a:gd name="csY190" fmla="*/ 60987 h 128229"/>
              <a:gd name="csX191" fmla="*/ 703186 w 2690255"/>
              <a:gd name="csY191" fmla="*/ 66811 h 128229"/>
              <a:gd name="csX192" fmla="*/ 651915 w 2690255"/>
              <a:gd name="csY192" fmla="*/ 66811 h 128229"/>
              <a:gd name="csX193" fmla="*/ 651915 w 2690255"/>
              <a:gd name="csY193" fmla="*/ 67153 h 128229"/>
              <a:gd name="csX194" fmla="*/ 658083 w 2690255"/>
              <a:gd name="csY194" fmla="*/ 85422 h 128229"/>
              <a:gd name="csX195" fmla="*/ 675439 w 2690255"/>
              <a:gd name="csY195" fmla="*/ 91817 h 128229"/>
              <a:gd name="csX196" fmla="*/ 687197 w 2690255"/>
              <a:gd name="csY196" fmla="*/ 89990 h 128229"/>
              <a:gd name="csX197" fmla="*/ 700329 w 2690255"/>
              <a:gd name="csY197" fmla="*/ 84509 h 128229"/>
              <a:gd name="csX198" fmla="*/ 700329 w 2690255"/>
              <a:gd name="csY198" fmla="*/ 96270 h 128229"/>
              <a:gd name="csX199" fmla="*/ 687314 w 2690255"/>
              <a:gd name="csY199" fmla="*/ 100381 h 128229"/>
              <a:gd name="csX200" fmla="*/ 675205 w 2690255"/>
              <a:gd name="csY200" fmla="*/ 101751 h 128229"/>
              <a:gd name="csX201" fmla="*/ 649057 w 2690255"/>
              <a:gd name="csY201" fmla="*/ 91703 h 128229"/>
              <a:gd name="csX202" fmla="*/ 639579 w 2690255"/>
              <a:gd name="csY202" fmla="*/ 64070 h 128229"/>
              <a:gd name="csX203" fmla="*/ 648831 w 2690255"/>
              <a:gd name="csY203" fmla="*/ 36551 h 128229"/>
              <a:gd name="csX204" fmla="*/ 673495 w 2690255"/>
              <a:gd name="csY204" fmla="*/ 26275 h 128229"/>
              <a:gd name="csX205" fmla="*/ 695192 w 2690255"/>
              <a:gd name="csY205" fmla="*/ 35638 h 128229"/>
              <a:gd name="csX206" fmla="*/ 703186 w 2690255"/>
              <a:gd name="csY206" fmla="*/ 60987 h 128229"/>
              <a:gd name="csX207" fmla="*/ 691311 w 2690255"/>
              <a:gd name="csY207" fmla="*/ 57561 h 128229"/>
              <a:gd name="csX208" fmla="*/ 686400 w 2690255"/>
              <a:gd name="csY208" fmla="*/ 41804 h 128229"/>
              <a:gd name="csX209" fmla="*/ 673042 w 2690255"/>
              <a:gd name="csY209" fmla="*/ 36323 h 128229"/>
              <a:gd name="csX210" fmla="*/ 658879 w 2690255"/>
              <a:gd name="csY210" fmla="*/ 42032 h 128229"/>
              <a:gd name="csX211" fmla="*/ 652368 w 2690255"/>
              <a:gd name="csY211" fmla="*/ 57561 h 128229"/>
              <a:gd name="csX212" fmla="*/ 845243 w 2690255"/>
              <a:gd name="csY212" fmla="*/ 37122 h 128229"/>
              <a:gd name="csX213" fmla="*/ 845243 w 2690255"/>
              <a:gd name="csY213" fmla="*/ 12 h 128229"/>
              <a:gd name="csX214" fmla="*/ 857001 w 2690255"/>
              <a:gd name="csY214" fmla="*/ 12 h 128229"/>
              <a:gd name="csX215" fmla="*/ 857001 w 2690255"/>
              <a:gd name="csY215" fmla="*/ 99924 h 128229"/>
              <a:gd name="csX216" fmla="*/ 845243 w 2690255"/>
              <a:gd name="csY216" fmla="*/ 99924 h 128229"/>
              <a:gd name="csX217" fmla="*/ 845243 w 2690255"/>
              <a:gd name="csY217" fmla="*/ 90903 h 128229"/>
              <a:gd name="csX218" fmla="*/ 837365 w 2690255"/>
              <a:gd name="csY218" fmla="*/ 99010 h 128229"/>
              <a:gd name="csX219" fmla="*/ 825943 w 2690255"/>
              <a:gd name="csY219" fmla="*/ 101751 h 128229"/>
              <a:gd name="csX220" fmla="*/ 805394 w 2690255"/>
              <a:gd name="csY220" fmla="*/ 91703 h 128229"/>
              <a:gd name="csX221" fmla="*/ 797969 w 2690255"/>
              <a:gd name="csY221" fmla="*/ 63727 h 128229"/>
              <a:gd name="csX222" fmla="*/ 805510 w 2690255"/>
              <a:gd name="csY222" fmla="*/ 36323 h 128229"/>
              <a:gd name="csX223" fmla="*/ 825943 w 2690255"/>
              <a:gd name="csY223" fmla="*/ 26275 h 128229"/>
              <a:gd name="csX224" fmla="*/ 837365 w 2690255"/>
              <a:gd name="csY224" fmla="*/ 29129 h 128229"/>
              <a:gd name="csX225" fmla="*/ 845243 w 2690255"/>
              <a:gd name="csY225" fmla="*/ 37122 h 128229"/>
              <a:gd name="csX226" fmla="*/ 810414 w 2690255"/>
              <a:gd name="csY226" fmla="*/ 64070 h 128229"/>
              <a:gd name="csX227" fmla="*/ 814755 w 2690255"/>
              <a:gd name="csY227" fmla="*/ 84851 h 128229"/>
              <a:gd name="csX228" fmla="*/ 827770 w 2690255"/>
              <a:gd name="csY228" fmla="*/ 91817 h 128229"/>
              <a:gd name="csX229" fmla="*/ 840676 w 2690255"/>
              <a:gd name="csY229" fmla="*/ 84737 h 128229"/>
              <a:gd name="csX230" fmla="*/ 845243 w 2690255"/>
              <a:gd name="csY230" fmla="*/ 64070 h 128229"/>
              <a:gd name="csX231" fmla="*/ 840676 w 2690255"/>
              <a:gd name="csY231" fmla="*/ 43402 h 128229"/>
              <a:gd name="csX232" fmla="*/ 827770 w 2690255"/>
              <a:gd name="csY232" fmla="*/ 36323 h 128229"/>
              <a:gd name="csX233" fmla="*/ 814755 w 2690255"/>
              <a:gd name="csY233" fmla="*/ 43288 h 128229"/>
              <a:gd name="csX234" fmla="*/ 810414 w 2690255"/>
              <a:gd name="csY234" fmla="*/ 64070 h 128229"/>
              <a:gd name="csX235" fmla="*/ 940764 w 2690255"/>
              <a:gd name="csY235" fmla="*/ 60987 h 128229"/>
              <a:gd name="csX236" fmla="*/ 940764 w 2690255"/>
              <a:gd name="csY236" fmla="*/ 66811 h 128229"/>
              <a:gd name="csX237" fmla="*/ 889499 w 2690255"/>
              <a:gd name="csY237" fmla="*/ 66811 h 128229"/>
              <a:gd name="csX238" fmla="*/ 889499 w 2690255"/>
              <a:gd name="csY238" fmla="*/ 67153 h 128229"/>
              <a:gd name="csX239" fmla="*/ 895660 w 2690255"/>
              <a:gd name="csY239" fmla="*/ 85422 h 128229"/>
              <a:gd name="csX240" fmla="*/ 913016 w 2690255"/>
              <a:gd name="csY240" fmla="*/ 91817 h 128229"/>
              <a:gd name="csX241" fmla="*/ 924781 w 2690255"/>
              <a:gd name="csY241" fmla="*/ 89990 h 128229"/>
              <a:gd name="csX242" fmla="*/ 937914 w 2690255"/>
              <a:gd name="csY242" fmla="*/ 84509 h 128229"/>
              <a:gd name="csX243" fmla="*/ 937914 w 2690255"/>
              <a:gd name="csY243" fmla="*/ 96270 h 128229"/>
              <a:gd name="csX244" fmla="*/ 924891 w 2690255"/>
              <a:gd name="csY244" fmla="*/ 100381 h 128229"/>
              <a:gd name="csX245" fmla="*/ 912789 w 2690255"/>
              <a:gd name="csY245" fmla="*/ 101751 h 128229"/>
              <a:gd name="csX246" fmla="*/ 886642 w 2690255"/>
              <a:gd name="csY246" fmla="*/ 91703 h 128229"/>
              <a:gd name="csX247" fmla="*/ 877164 w 2690255"/>
              <a:gd name="csY247" fmla="*/ 64070 h 128229"/>
              <a:gd name="csX248" fmla="*/ 886415 w 2690255"/>
              <a:gd name="csY248" fmla="*/ 36551 h 128229"/>
              <a:gd name="csX249" fmla="*/ 911079 w 2690255"/>
              <a:gd name="csY249" fmla="*/ 26275 h 128229"/>
              <a:gd name="csX250" fmla="*/ 932776 w 2690255"/>
              <a:gd name="csY250" fmla="*/ 35638 h 128229"/>
              <a:gd name="csX251" fmla="*/ 940764 w 2690255"/>
              <a:gd name="csY251" fmla="*/ 60987 h 128229"/>
              <a:gd name="csX252" fmla="*/ 928888 w 2690255"/>
              <a:gd name="csY252" fmla="*/ 57561 h 128229"/>
              <a:gd name="csX253" fmla="*/ 923978 w 2690255"/>
              <a:gd name="csY253" fmla="*/ 41804 h 128229"/>
              <a:gd name="csX254" fmla="*/ 910619 w 2690255"/>
              <a:gd name="csY254" fmla="*/ 36323 h 128229"/>
              <a:gd name="csX255" fmla="*/ 896464 w 2690255"/>
              <a:gd name="csY255" fmla="*/ 42032 h 128229"/>
              <a:gd name="csX256" fmla="*/ 889952 w 2690255"/>
              <a:gd name="csY256" fmla="*/ 57561 h 128229"/>
              <a:gd name="csX257" fmla="*/ 991867 w 2690255"/>
              <a:gd name="csY257" fmla="*/ 35295 h 128229"/>
              <a:gd name="csX258" fmla="*/ 997348 w 2690255"/>
              <a:gd name="csY258" fmla="*/ 28559 h 128229"/>
              <a:gd name="csX259" fmla="*/ 1005569 w 2690255"/>
              <a:gd name="csY259" fmla="*/ 26275 h 128229"/>
              <a:gd name="csX260" fmla="*/ 1017788 w 2690255"/>
              <a:gd name="csY260" fmla="*/ 33012 h 128229"/>
              <a:gd name="csX261" fmla="*/ 1021332 w 2690255"/>
              <a:gd name="csY261" fmla="*/ 58247 h 128229"/>
              <a:gd name="csX262" fmla="*/ 1021332 w 2690255"/>
              <a:gd name="csY262" fmla="*/ 99924 h 128229"/>
              <a:gd name="csX263" fmla="*/ 1010597 w 2690255"/>
              <a:gd name="csY263" fmla="*/ 99924 h 128229"/>
              <a:gd name="csX264" fmla="*/ 1010597 w 2690255"/>
              <a:gd name="csY264" fmla="*/ 58703 h 128229"/>
              <a:gd name="csX265" fmla="*/ 1008887 w 2690255"/>
              <a:gd name="csY265" fmla="*/ 39862 h 128229"/>
              <a:gd name="csX266" fmla="*/ 1002719 w 2690255"/>
              <a:gd name="csY266" fmla="*/ 36094 h 128229"/>
              <a:gd name="csX267" fmla="*/ 995638 w 2690255"/>
              <a:gd name="csY267" fmla="*/ 40091 h 128229"/>
              <a:gd name="csX268" fmla="*/ 993811 w 2690255"/>
              <a:gd name="csY268" fmla="*/ 58703 h 128229"/>
              <a:gd name="csX269" fmla="*/ 993811 w 2690255"/>
              <a:gd name="csY269" fmla="*/ 99924 h 128229"/>
              <a:gd name="csX270" fmla="*/ 982966 w 2690255"/>
              <a:gd name="csY270" fmla="*/ 99924 h 128229"/>
              <a:gd name="csX271" fmla="*/ 982966 w 2690255"/>
              <a:gd name="csY271" fmla="*/ 58703 h 128229"/>
              <a:gd name="csX272" fmla="*/ 981139 w 2690255"/>
              <a:gd name="csY272" fmla="*/ 39748 h 128229"/>
              <a:gd name="csX273" fmla="*/ 974511 w 2690255"/>
              <a:gd name="csY273" fmla="*/ 36094 h 128229"/>
              <a:gd name="csX274" fmla="*/ 968007 w 2690255"/>
              <a:gd name="csY274" fmla="*/ 40091 h 128229"/>
              <a:gd name="csX275" fmla="*/ 966180 w 2690255"/>
              <a:gd name="csY275" fmla="*/ 58703 h 128229"/>
              <a:gd name="csX276" fmla="*/ 966180 w 2690255"/>
              <a:gd name="csY276" fmla="*/ 99924 h 128229"/>
              <a:gd name="csX277" fmla="*/ 955445 w 2690255"/>
              <a:gd name="csY277" fmla="*/ 99924 h 128229"/>
              <a:gd name="csX278" fmla="*/ 955445 w 2690255"/>
              <a:gd name="csY278" fmla="*/ 27987 h 128229"/>
              <a:gd name="csX279" fmla="*/ 966180 w 2690255"/>
              <a:gd name="csY279" fmla="*/ 27987 h 128229"/>
              <a:gd name="csX280" fmla="*/ 966180 w 2690255"/>
              <a:gd name="csY280" fmla="*/ 34153 h 128229"/>
              <a:gd name="csX281" fmla="*/ 971544 w 2690255"/>
              <a:gd name="csY281" fmla="*/ 28330 h 128229"/>
              <a:gd name="csX282" fmla="*/ 978742 w 2690255"/>
              <a:gd name="csY282" fmla="*/ 26275 h 128229"/>
              <a:gd name="csX283" fmla="*/ 986847 w 2690255"/>
              <a:gd name="csY283" fmla="*/ 28559 h 128229"/>
              <a:gd name="csX284" fmla="*/ 991867 w 2690255"/>
              <a:gd name="csY284" fmla="*/ 35295 h 128229"/>
              <a:gd name="csX285" fmla="*/ 1072779 w 2690255"/>
              <a:gd name="csY285" fmla="*/ 63727 h 128229"/>
              <a:gd name="csX286" fmla="*/ 1068892 w 2690255"/>
              <a:gd name="csY286" fmla="*/ 63727 h 128229"/>
              <a:gd name="csX287" fmla="*/ 1053253 w 2690255"/>
              <a:gd name="csY287" fmla="*/ 67381 h 128229"/>
              <a:gd name="csX288" fmla="*/ 1047998 w 2690255"/>
              <a:gd name="csY288" fmla="*/ 78228 h 128229"/>
              <a:gd name="csX289" fmla="*/ 1051879 w 2690255"/>
              <a:gd name="csY289" fmla="*/ 88391 h 128229"/>
              <a:gd name="csX290" fmla="*/ 1062841 w 2690255"/>
              <a:gd name="csY290" fmla="*/ 91931 h 128229"/>
              <a:gd name="csX291" fmla="*/ 1078143 w 2690255"/>
              <a:gd name="csY291" fmla="*/ 85194 h 128229"/>
              <a:gd name="csX292" fmla="*/ 1083851 w 2690255"/>
              <a:gd name="csY292" fmla="*/ 66353 h 128229"/>
              <a:gd name="csX293" fmla="*/ 1083851 w 2690255"/>
              <a:gd name="csY293" fmla="*/ 63727 h 128229"/>
              <a:gd name="csX294" fmla="*/ 1095726 w 2690255"/>
              <a:gd name="csY294" fmla="*/ 58931 h 128229"/>
              <a:gd name="csX295" fmla="*/ 1095726 w 2690255"/>
              <a:gd name="csY295" fmla="*/ 99924 h 128229"/>
              <a:gd name="csX296" fmla="*/ 1083851 w 2690255"/>
              <a:gd name="csY296" fmla="*/ 99924 h 128229"/>
              <a:gd name="csX297" fmla="*/ 1083851 w 2690255"/>
              <a:gd name="csY297" fmla="*/ 89305 h 128229"/>
              <a:gd name="csX298" fmla="*/ 1074263 w 2690255"/>
              <a:gd name="csY298" fmla="*/ 98782 h 128229"/>
              <a:gd name="csX299" fmla="*/ 1060334 w 2690255"/>
              <a:gd name="csY299" fmla="*/ 101751 h 128229"/>
              <a:gd name="csX300" fmla="*/ 1042744 w 2690255"/>
              <a:gd name="csY300" fmla="*/ 95584 h 128229"/>
              <a:gd name="csX301" fmla="*/ 1036240 w 2690255"/>
              <a:gd name="csY301" fmla="*/ 79028 h 128229"/>
              <a:gd name="csX302" fmla="*/ 1044228 w 2690255"/>
              <a:gd name="csY302" fmla="*/ 60758 h 128229"/>
              <a:gd name="csX303" fmla="*/ 1067978 w 2690255"/>
              <a:gd name="csY303" fmla="*/ 54478 h 128229"/>
              <a:gd name="csX304" fmla="*/ 1083851 w 2690255"/>
              <a:gd name="csY304" fmla="*/ 54478 h 128229"/>
              <a:gd name="csX305" fmla="*/ 1083851 w 2690255"/>
              <a:gd name="csY305" fmla="*/ 52651 h 128229"/>
              <a:gd name="csX306" fmla="*/ 1079400 w 2690255"/>
              <a:gd name="csY306" fmla="*/ 40205 h 128229"/>
              <a:gd name="csX307" fmla="*/ 1065698 w 2690255"/>
              <a:gd name="csY307" fmla="*/ 36323 h 128229"/>
              <a:gd name="csX308" fmla="*/ 1053479 w 2690255"/>
              <a:gd name="csY308" fmla="*/ 38035 h 128229"/>
              <a:gd name="csX309" fmla="*/ 1041487 w 2690255"/>
              <a:gd name="csY309" fmla="*/ 43060 h 128229"/>
              <a:gd name="csX310" fmla="*/ 1041487 w 2690255"/>
              <a:gd name="csY310" fmla="*/ 31299 h 128229"/>
              <a:gd name="csX311" fmla="*/ 1054049 w 2690255"/>
              <a:gd name="csY311" fmla="*/ 27531 h 128229"/>
              <a:gd name="csX312" fmla="*/ 1065698 w 2690255"/>
              <a:gd name="csY312" fmla="*/ 26275 h 128229"/>
              <a:gd name="csX313" fmla="*/ 1080884 w 2690255"/>
              <a:gd name="csY313" fmla="*/ 28901 h 128229"/>
              <a:gd name="csX314" fmla="*/ 1091158 w 2690255"/>
              <a:gd name="csY314" fmla="*/ 36780 h 128229"/>
              <a:gd name="csX315" fmla="*/ 1094703 w 2690255"/>
              <a:gd name="csY315" fmla="*/ 44772 h 128229"/>
              <a:gd name="csX316" fmla="*/ 1095726 w 2690255"/>
              <a:gd name="csY316" fmla="*/ 58931 h 128229"/>
              <a:gd name="csX317" fmla="*/ 1174351 w 2690255"/>
              <a:gd name="csY317" fmla="*/ 55391 h 128229"/>
              <a:gd name="csX318" fmla="*/ 1174351 w 2690255"/>
              <a:gd name="csY318" fmla="*/ 99924 h 128229"/>
              <a:gd name="csX319" fmla="*/ 1162475 w 2690255"/>
              <a:gd name="csY319" fmla="*/ 99924 h 128229"/>
              <a:gd name="csX320" fmla="*/ 1162475 w 2690255"/>
              <a:gd name="csY320" fmla="*/ 55391 h 128229"/>
              <a:gd name="csX321" fmla="*/ 1159048 w 2690255"/>
              <a:gd name="csY321" fmla="*/ 41119 h 128229"/>
              <a:gd name="csX322" fmla="*/ 1148430 w 2690255"/>
              <a:gd name="csY322" fmla="*/ 36551 h 128229"/>
              <a:gd name="csX323" fmla="*/ 1135641 w 2690255"/>
              <a:gd name="csY323" fmla="*/ 42489 h 128229"/>
              <a:gd name="csX324" fmla="*/ 1131191 w 2690255"/>
              <a:gd name="csY324" fmla="*/ 59274 h 128229"/>
              <a:gd name="csX325" fmla="*/ 1131191 w 2690255"/>
              <a:gd name="csY325" fmla="*/ 99924 h 128229"/>
              <a:gd name="csX326" fmla="*/ 1119432 w 2690255"/>
              <a:gd name="csY326" fmla="*/ 99924 h 128229"/>
              <a:gd name="csX327" fmla="*/ 1119432 w 2690255"/>
              <a:gd name="csY327" fmla="*/ 27987 h 128229"/>
              <a:gd name="csX328" fmla="*/ 1131191 w 2690255"/>
              <a:gd name="csY328" fmla="*/ 27987 h 128229"/>
              <a:gd name="csX329" fmla="*/ 1131191 w 2690255"/>
              <a:gd name="csY329" fmla="*/ 38721 h 128229"/>
              <a:gd name="csX330" fmla="*/ 1139755 w 2690255"/>
              <a:gd name="csY330" fmla="*/ 29472 h 128229"/>
              <a:gd name="csX331" fmla="*/ 1152544 w 2690255"/>
              <a:gd name="csY331" fmla="*/ 26275 h 128229"/>
              <a:gd name="csX332" fmla="*/ 1168870 w 2690255"/>
              <a:gd name="csY332" fmla="*/ 33468 h 128229"/>
              <a:gd name="csX333" fmla="*/ 1174351 w 2690255"/>
              <a:gd name="csY333" fmla="*/ 55391 h 128229"/>
              <a:gd name="csX334" fmla="*/ 1241217 w 2690255"/>
              <a:gd name="csY334" fmla="*/ 37122 h 128229"/>
              <a:gd name="csX335" fmla="*/ 1241217 w 2690255"/>
              <a:gd name="csY335" fmla="*/ 12 h 128229"/>
              <a:gd name="csX336" fmla="*/ 1252976 w 2690255"/>
              <a:gd name="csY336" fmla="*/ 12 h 128229"/>
              <a:gd name="csX337" fmla="*/ 1252976 w 2690255"/>
              <a:gd name="csY337" fmla="*/ 99924 h 128229"/>
              <a:gd name="csX338" fmla="*/ 1241217 w 2690255"/>
              <a:gd name="csY338" fmla="*/ 99924 h 128229"/>
              <a:gd name="csX339" fmla="*/ 1241217 w 2690255"/>
              <a:gd name="csY339" fmla="*/ 90903 h 128229"/>
              <a:gd name="csX340" fmla="*/ 1233339 w 2690255"/>
              <a:gd name="csY340" fmla="*/ 99010 h 128229"/>
              <a:gd name="csX341" fmla="*/ 1221917 w 2690255"/>
              <a:gd name="csY341" fmla="*/ 101751 h 128229"/>
              <a:gd name="csX342" fmla="*/ 1201368 w 2690255"/>
              <a:gd name="csY342" fmla="*/ 91703 h 128229"/>
              <a:gd name="csX343" fmla="*/ 1193943 w 2690255"/>
              <a:gd name="csY343" fmla="*/ 63727 h 128229"/>
              <a:gd name="csX344" fmla="*/ 1201477 w 2690255"/>
              <a:gd name="csY344" fmla="*/ 36323 h 128229"/>
              <a:gd name="csX345" fmla="*/ 1221917 w 2690255"/>
              <a:gd name="csY345" fmla="*/ 26275 h 128229"/>
              <a:gd name="csX346" fmla="*/ 1233339 w 2690255"/>
              <a:gd name="csY346" fmla="*/ 29129 h 128229"/>
              <a:gd name="csX347" fmla="*/ 1241217 w 2690255"/>
              <a:gd name="csY347" fmla="*/ 37122 h 128229"/>
              <a:gd name="csX348" fmla="*/ 1206388 w 2690255"/>
              <a:gd name="csY348" fmla="*/ 64070 h 128229"/>
              <a:gd name="csX349" fmla="*/ 1210729 w 2690255"/>
              <a:gd name="csY349" fmla="*/ 84851 h 128229"/>
              <a:gd name="csX350" fmla="*/ 1223744 w 2690255"/>
              <a:gd name="csY350" fmla="*/ 91817 h 128229"/>
              <a:gd name="csX351" fmla="*/ 1236650 w 2690255"/>
              <a:gd name="csY351" fmla="*/ 84737 h 128229"/>
              <a:gd name="csX352" fmla="*/ 1241217 w 2690255"/>
              <a:gd name="csY352" fmla="*/ 64070 h 128229"/>
              <a:gd name="csX353" fmla="*/ 1236650 w 2690255"/>
              <a:gd name="csY353" fmla="*/ 43402 h 128229"/>
              <a:gd name="csX354" fmla="*/ 1223744 w 2690255"/>
              <a:gd name="csY354" fmla="*/ 36323 h 128229"/>
              <a:gd name="csX355" fmla="*/ 1210729 w 2690255"/>
              <a:gd name="csY355" fmla="*/ 43288 h 128229"/>
              <a:gd name="csX356" fmla="*/ 1206388 w 2690255"/>
              <a:gd name="csY356" fmla="*/ 64070 h 128229"/>
              <a:gd name="csX357" fmla="*/ 1399600 w 2690255"/>
              <a:gd name="csY357" fmla="*/ 63385 h 128229"/>
              <a:gd name="csX358" fmla="*/ 1395266 w 2690255"/>
              <a:gd name="csY358" fmla="*/ 43174 h 128229"/>
              <a:gd name="csX359" fmla="*/ 1382587 w 2690255"/>
              <a:gd name="csY359" fmla="*/ 36323 h 128229"/>
              <a:gd name="csX360" fmla="*/ 1369345 w 2690255"/>
              <a:gd name="csY360" fmla="*/ 43174 h 128229"/>
              <a:gd name="csX361" fmla="*/ 1364778 w 2690255"/>
              <a:gd name="csY361" fmla="*/ 63385 h 128229"/>
              <a:gd name="csX362" fmla="*/ 1369345 w 2690255"/>
              <a:gd name="csY362" fmla="*/ 83595 h 128229"/>
              <a:gd name="csX363" fmla="*/ 1382704 w 2690255"/>
              <a:gd name="csY363" fmla="*/ 90561 h 128229"/>
              <a:gd name="csX364" fmla="*/ 1395266 w 2690255"/>
              <a:gd name="csY364" fmla="*/ 83595 h 128229"/>
              <a:gd name="csX365" fmla="*/ 1399600 w 2690255"/>
              <a:gd name="csY365" fmla="*/ 63385 h 128229"/>
              <a:gd name="csX366" fmla="*/ 1411365 w 2690255"/>
              <a:gd name="csY366" fmla="*/ 95242 h 128229"/>
              <a:gd name="csX367" fmla="*/ 1403714 w 2690255"/>
              <a:gd name="csY367" fmla="*/ 119792 h 128229"/>
              <a:gd name="csX368" fmla="*/ 1381220 w 2690255"/>
              <a:gd name="csY368" fmla="*/ 128242 h 128229"/>
              <a:gd name="csX369" fmla="*/ 1371055 w 2690255"/>
              <a:gd name="csY369" fmla="*/ 127328 h 128229"/>
              <a:gd name="csX370" fmla="*/ 1360437 w 2690255"/>
              <a:gd name="csY370" fmla="*/ 124702 h 128229"/>
              <a:gd name="csX371" fmla="*/ 1360437 w 2690255"/>
              <a:gd name="csY371" fmla="*/ 112941 h 128229"/>
              <a:gd name="csX372" fmla="*/ 1371852 w 2690255"/>
              <a:gd name="csY372" fmla="*/ 117280 h 128229"/>
              <a:gd name="csX373" fmla="*/ 1381220 w 2690255"/>
              <a:gd name="csY373" fmla="*/ 118764 h 128229"/>
              <a:gd name="csX374" fmla="*/ 1395149 w 2690255"/>
              <a:gd name="csY374" fmla="*/ 113512 h 128229"/>
              <a:gd name="csX375" fmla="*/ 1399600 w 2690255"/>
              <a:gd name="csY375" fmla="*/ 97069 h 128229"/>
              <a:gd name="csX376" fmla="*/ 1399600 w 2690255"/>
              <a:gd name="csY376" fmla="*/ 96498 h 128229"/>
              <a:gd name="csX377" fmla="*/ 1399600 w 2690255"/>
              <a:gd name="csY377" fmla="*/ 88505 h 128229"/>
              <a:gd name="csX378" fmla="*/ 1391839 w 2690255"/>
              <a:gd name="csY378" fmla="*/ 97526 h 128229"/>
              <a:gd name="csX379" fmla="*/ 1379963 w 2690255"/>
              <a:gd name="csY379" fmla="*/ 100495 h 128229"/>
              <a:gd name="csX380" fmla="*/ 1359867 w 2690255"/>
              <a:gd name="csY380" fmla="*/ 90446 h 128229"/>
              <a:gd name="csX381" fmla="*/ 1352333 w 2690255"/>
              <a:gd name="csY381" fmla="*/ 63385 h 128229"/>
              <a:gd name="csX382" fmla="*/ 1359867 w 2690255"/>
              <a:gd name="csY382" fmla="*/ 36323 h 128229"/>
              <a:gd name="csX383" fmla="*/ 1379963 w 2690255"/>
              <a:gd name="csY383" fmla="*/ 26275 h 128229"/>
              <a:gd name="csX384" fmla="*/ 1391722 w 2690255"/>
              <a:gd name="csY384" fmla="*/ 29015 h 128229"/>
              <a:gd name="csX385" fmla="*/ 1399600 w 2690255"/>
              <a:gd name="csY385" fmla="*/ 37579 h 128229"/>
              <a:gd name="csX386" fmla="*/ 1399600 w 2690255"/>
              <a:gd name="csY386" fmla="*/ 28216 h 128229"/>
              <a:gd name="csX387" fmla="*/ 1411365 w 2690255"/>
              <a:gd name="csY387" fmla="*/ 28216 h 128229"/>
              <a:gd name="csX388" fmla="*/ 1497868 w 2690255"/>
              <a:gd name="csY388" fmla="*/ 42832 h 128229"/>
              <a:gd name="csX389" fmla="*/ 1490100 w 2690255"/>
              <a:gd name="csY389" fmla="*/ 38493 h 128229"/>
              <a:gd name="csX390" fmla="*/ 1481535 w 2690255"/>
              <a:gd name="csY390" fmla="*/ 37122 h 128229"/>
              <a:gd name="csX391" fmla="*/ 1464639 w 2690255"/>
              <a:gd name="csY391" fmla="*/ 44088 h 128229"/>
              <a:gd name="csX392" fmla="*/ 1458815 w 2690255"/>
              <a:gd name="csY392" fmla="*/ 64184 h 128229"/>
              <a:gd name="csX393" fmla="*/ 1458815 w 2690255"/>
              <a:gd name="csY393" fmla="*/ 99924 h 128229"/>
              <a:gd name="csX394" fmla="*/ 1446940 w 2690255"/>
              <a:gd name="csY394" fmla="*/ 99924 h 128229"/>
              <a:gd name="csX395" fmla="*/ 1446940 w 2690255"/>
              <a:gd name="csY395" fmla="*/ 27987 h 128229"/>
              <a:gd name="csX396" fmla="*/ 1458815 w 2690255"/>
              <a:gd name="csY396" fmla="*/ 27987 h 128229"/>
              <a:gd name="csX397" fmla="*/ 1458815 w 2690255"/>
              <a:gd name="csY397" fmla="*/ 42032 h 128229"/>
              <a:gd name="csX398" fmla="*/ 1467833 w 2690255"/>
              <a:gd name="csY398" fmla="*/ 30386 h 128229"/>
              <a:gd name="csX399" fmla="*/ 1482448 w 2690255"/>
              <a:gd name="csY399" fmla="*/ 26275 h 128229"/>
              <a:gd name="csX400" fmla="*/ 1490560 w 2690255"/>
              <a:gd name="csY400" fmla="*/ 27416 h 128229"/>
              <a:gd name="csX401" fmla="*/ 1497868 w 2690255"/>
              <a:gd name="csY401" fmla="*/ 30728 h 128229"/>
              <a:gd name="csX402" fmla="*/ 1542460 w 2690255"/>
              <a:gd name="csY402" fmla="*/ 36323 h 128229"/>
              <a:gd name="csX403" fmla="*/ 1528758 w 2690255"/>
              <a:gd name="csY403" fmla="*/ 43288 h 128229"/>
              <a:gd name="csX404" fmla="*/ 1524190 w 2690255"/>
              <a:gd name="csY404" fmla="*/ 64070 h 128229"/>
              <a:gd name="csX405" fmla="*/ 1528758 w 2690255"/>
              <a:gd name="csY405" fmla="*/ 84737 h 128229"/>
              <a:gd name="csX406" fmla="*/ 1542460 w 2690255"/>
              <a:gd name="csY406" fmla="*/ 91817 h 128229"/>
              <a:gd name="csX407" fmla="*/ 1556053 w 2690255"/>
              <a:gd name="csY407" fmla="*/ 84737 h 128229"/>
              <a:gd name="csX408" fmla="*/ 1560730 w 2690255"/>
              <a:gd name="csY408" fmla="*/ 64070 h 128229"/>
              <a:gd name="csX409" fmla="*/ 1556053 w 2690255"/>
              <a:gd name="csY409" fmla="*/ 43288 h 128229"/>
              <a:gd name="csX410" fmla="*/ 1542460 w 2690255"/>
              <a:gd name="csY410" fmla="*/ 36323 h 128229"/>
              <a:gd name="csX411" fmla="*/ 1542460 w 2690255"/>
              <a:gd name="csY411" fmla="*/ 26275 h 128229"/>
              <a:gd name="csX412" fmla="*/ 1565297 w 2690255"/>
              <a:gd name="csY412" fmla="*/ 35980 h 128229"/>
              <a:gd name="csX413" fmla="*/ 1573292 w 2690255"/>
              <a:gd name="csY413" fmla="*/ 64070 h 128229"/>
              <a:gd name="csX414" fmla="*/ 1565297 w 2690255"/>
              <a:gd name="csY414" fmla="*/ 92159 h 128229"/>
              <a:gd name="csX415" fmla="*/ 1542460 w 2690255"/>
              <a:gd name="csY415" fmla="*/ 101751 h 128229"/>
              <a:gd name="csX416" fmla="*/ 1519513 w 2690255"/>
              <a:gd name="csY416" fmla="*/ 92159 h 128229"/>
              <a:gd name="csX417" fmla="*/ 1511636 w 2690255"/>
              <a:gd name="csY417" fmla="*/ 64070 h 128229"/>
              <a:gd name="csX418" fmla="*/ 1519513 w 2690255"/>
              <a:gd name="csY418" fmla="*/ 35980 h 128229"/>
              <a:gd name="csX419" fmla="*/ 1542460 w 2690255"/>
              <a:gd name="csY419" fmla="*/ 26275 h 128229"/>
              <a:gd name="csX420" fmla="*/ 1594594 w 2690255"/>
              <a:gd name="csY420" fmla="*/ 72634 h 128229"/>
              <a:gd name="csX421" fmla="*/ 1594594 w 2690255"/>
              <a:gd name="csY421" fmla="*/ 28102 h 128229"/>
              <a:gd name="csX422" fmla="*/ 1606352 w 2690255"/>
              <a:gd name="csY422" fmla="*/ 28102 h 128229"/>
              <a:gd name="csX423" fmla="*/ 1606352 w 2690255"/>
              <a:gd name="csY423" fmla="*/ 72634 h 128229"/>
              <a:gd name="csX424" fmla="*/ 1609780 w 2690255"/>
              <a:gd name="csY424" fmla="*/ 86907 h 128229"/>
              <a:gd name="csX425" fmla="*/ 1620398 w 2690255"/>
              <a:gd name="csY425" fmla="*/ 91475 h 128229"/>
              <a:gd name="csX426" fmla="*/ 1633187 w 2690255"/>
              <a:gd name="csY426" fmla="*/ 85651 h 128229"/>
              <a:gd name="csX427" fmla="*/ 1637644 w 2690255"/>
              <a:gd name="csY427" fmla="*/ 68752 h 128229"/>
              <a:gd name="csX428" fmla="*/ 1637644 w 2690255"/>
              <a:gd name="csY428" fmla="*/ 28102 h 128229"/>
              <a:gd name="csX429" fmla="*/ 1649520 w 2690255"/>
              <a:gd name="csY429" fmla="*/ 28102 h 128229"/>
              <a:gd name="csX430" fmla="*/ 1649520 w 2690255"/>
              <a:gd name="csY430" fmla="*/ 99924 h 128229"/>
              <a:gd name="csX431" fmla="*/ 1637644 w 2690255"/>
              <a:gd name="csY431" fmla="*/ 99924 h 128229"/>
              <a:gd name="csX432" fmla="*/ 1637644 w 2690255"/>
              <a:gd name="csY432" fmla="*/ 89076 h 128229"/>
              <a:gd name="csX433" fmla="*/ 1629080 w 2690255"/>
              <a:gd name="csY433" fmla="*/ 98554 h 128229"/>
              <a:gd name="csX434" fmla="*/ 1616401 w 2690255"/>
              <a:gd name="csY434" fmla="*/ 101751 h 128229"/>
              <a:gd name="csX435" fmla="*/ 1599958 w 2690255"/>
              <a:gd name="csY435" fmla="*/ 94557 h 128229"/>
              <a:gd name="csX436" fmla="*/ 1594594 w 2690255"/>
              <a:gd name="csY436" fmla="*/ 72634 h 128229"/>
              <a:gd name="csX437" fmla="*/ 1685321 w 2690255"/>
              <a:gd name="csY437" fmla="*/ 90903 h 128229"/>
              <a:gd name="csX438" fmla="*/ 1685321 w 2690255"/>
              <a:gd name="csY438" fmla="*/ 127328 h 128229"/>
              <a:gd name="csX439" fmla="*/ 1673445 w 2690255"/>
              <a:gd name="csY439" fmla="*/ 127328 h 128229"/>
              <a:gd name="csX440" fmla="*/ 1673445 w 2690255"/>
              <a:gd name="csY440" fmla="*/ 27987 h 128229"/>
              <a:gd name="csX441" fmla="*/ 1685321 w 2690255"/>
              <a:gd name="csY441" fmla="*/ 27987 h 128229"/>
              <a:gd name="csX442" fmla="*/ 1685321 w 2690255"/>
              <a:gd name="csY442" fmla="*/ 37122 h 128229"/>
              <a:gd name="csX443" fmla="*/ 1693198 w 2690255"/>
              <a:gd name="csY443" fmla="*/ 29129 h 128229"/>
              <a:gd name="csX444" fmla="*/ 1704504 w 2690255"/>
              <a:gd name="csY444" fmla="*/ 26275 h 128229"/>
              <a:gd name="csX445" fmla="*/ 1724944 w 2690255"/>
              <a:gd name="csY445" fmla="*/ 36323 h 128229"/>
              <a:gd name="csX446" fmla="*/ 1732368 w 2690255"/>
              <a:gd name="csY446" fmla="*/ 64298 h 128229"/>
              <a:gd name="csX447" fmla="*/ 1724944 w 2690255"/>
              <a:gd name="csY447" fmla="*/ 91817 h 128229"/>
              <a:gd name="csX448" fmla="*/ 1704504 w 2690255"/>
              <a:gd name="csY448" fmla="*/ 101751 h 128229"/>
              <a:gd name="csX449" fmla="*/ 1693089 w 2690255"/>
              <a:gd name="csY449" fmla="*/ 99010 h 128229"/>
              <a:gd name="csX450" fmla="*/ 1685321 w 2690255"/>
              <a:gd name="csY450" fmla="*/ 90903 h 128229"/>
              <a:gd name="csX451" fmla="*/ 1720033 w 2690255"/>
              <a:gd name="csY451" fmla="*/ 64070 h 128229"/>
              <a:gd name="csX452" fmla="*/ 1715692 w 2690255"/>
              <a:gd name="csY452" fmla="*/ 43288 h 128229"/>
              <a:gd name="csX453" fmla="*/ 1702794 w 2690255"/>
              <a:gd name="csY453" fmla="*/ 36323 h 128229"/>
              <a:gd name="csX454" fmla="*/ 1689771 w 2690255"/>
              <a:gd name="csY454" fmla="*/ 43402 h 128229"/>
              <a:gd name="csX455" fmla="*/ 1685321 w 2690255"/>
              <a:gd name="csY455" fmla="*/ 64070 h 128229"/>
              <a:gd name="csX456" fmla="*/ 1689771 w 2690255"/>
              <a:gd name="csY456" fmla="*/ 84737 h 128229"/>
              <a:gd name="csX457" fmla="*/ 1702794 w 2690255"/>
              <a:gd name="csY457" fmla="*/ 91817 h 128229"/>
              <a:gd name="csX458" fmla="*/ 1715692 w 2690255"/>
              <a:gd name="csY458" fmla="*/ 84851 h 128229"/>
              <a:gd name="csX459" fmla="*/ 1720033 w 2690255"/>
              <a:gd name="csY459" fmla="*/ 64070 h 128229"/>
              <a:gd name="csX460" fmla="*/ 1833436 w 2690255"/>
              <a:gd name="csY460" fmla="*/ 4009 h 128229"/>
              <a:gd name="csX461" fmla="*/ 1846451 w 2690255"/>
              <a:gd name="csY461" fmla="*/ 4009 h 128229"/>
              <a:gd name="csX462" fmla="*/ 1846451 w 2690255"/>
              <a:gd name="csY462" fmla="*/ 88962 h 128229"/>
              <a:gd name="csX463" fmla="*/ 1892812 w 2690255"/>
              <a:gd name="csY463" fmla="*/ 88962 h 128229"/>
              <a:gd name="csX464" fmla="*/ 1892812 w 2690255"/>
              <a:gd name="csY464" fmla="*/ 99924 h 128229"/>
              <a:gd name="csX465" fmla="*/ 1833436 w 2690255"/>
              <a:gd name="csY465" fmla="*/ 99924 h 128229"/>
              <a:gd name="csX466" fmla="*/ 2022993 w 2690255"/>
              <a:gd name="csY466" fmla="*/ 24676 h 128229"/>
              <a:gd name="csX467" fmla="*/ 2022993 w 2690255"/>
              <a:gd name="csY467" fmla="*/ 53222 h 128229"/>
              <a:gd name="csX468" fmla="*/ 2051537 w 2690255"/>
              <a:gd name="csY468" fmla="*/ 53222 h 128229"/>
              <a:gd name="csX469" fmla="*/ 2051537 w 2690255"/>
              <a:gd name="csY469" fmla="*/ 64184 h 128229"/>
              <a:gd name="csX470" fmla="*/ 2022993 w 2690255"/>
              <a:gd name="csY470" fmla="*/ 64184 h 128229"/>
              <a:gd name="csX471" fmla="*/ 2022993 w 2690255"/>
              <a:gd name="csY471" fmla="*/ 92616 h 128229"/>
              <a:gd name="csX472" fmla="*/ 2012148 w 2690255"/>
              <a:gd name="csY472" fmla="*/ 92616 h 128229"/>
              <a:gd name="csX473" fmla="*/ 2012148 w 2690255"/>
              <a:gd name="csY473" fmla="*/ 64184 h 128229"/>
              <a:gd name="csX474" fmla="*/ 1983713 w 2690255"/>
              <a:gd name="csY474" fmla="*/ 64184 h 128229"/>
              <a:gd name="csX475" fmla="*/ 1983713 w 2690255"/>
              <a:gd name="csY475" fmla="*/ 53222 h 128229"/>
              <a:gd name="csX476" fmla="*/ 2012148 w 2690255"/>
              <a:gd name="csY476" fmla="*/ 53222 h 128229"/>
              <a:gd name="csX477" fmla="*/ 2012148 w 2690255"/>
              <a:gd name="csY477" fmla="*/ 24676 h 128229"/>
              <a:gd name="csX478" fmla="*/ 2191548 w 2690255"/>
              <a:gd name="csY478" fmla="*/ 63385 h 128229"/>
              <a:gd name="csX479" fmla="*/ 2187207 w 2690255"/>
              <a:gd name="csY479" fmla="*/ 43174 h 128229"/>
              <a:gd name="csX480" fmla="*/ 2174528 w 2690255"/>
              <a:gd name="csY480" fmla="*/ 36323 h 128229"/>
              <a:gd name="csX481" fmla="*/ 2161286 w 2690255"/>
              <a:gd name="csY481" fmla="*/ 43174 h 128229"/>
              <a:gd name="csX482" fmla="*/ 2156719 w 2690255"/>
              <a:gd name="csY482" fmla="*/ 63385 h 128229"/>
              <a:gd name="csX483" fmla="*/ 2161286 w 2690255"/>
              <a:gd name="csY483" fmla="*/ 83595 h 128229"/>
              <a:gd name="csX484" fmla="*/ 2174645 w 2690255"/>
              <a:gd name="csY484" fmla="*/ 90561 h 128229"/>
              <a:gd name="csX485" fmla="*/ 2187207 w 2690255"/>
              <a:gd name="csY485" fmla="*/ 83595 h 128229"/>
              <a:gd name="csX486" fmla="*/ 2191548 w 2690255"/>
              <a:gd name="csY486" fmla="*/ 63385 h 128229"/>
              <a:gd name="csX487" fmla="*/ 2203306 w 2690255"/>
              <a:gd name="csY487" fmla="*/ 95242 h 128229"/>
              <a:gd name="csX488" fmla="*/ 2195655 w 2690255"/>
              <a:gd name="csY488" fmla="*/ 119792 h 128229"/>
              <a:gd name="csX489" fmla="*/ 2173161 w 2690255"/>
              <a:gd name="csY489" fmla="*/ 128242 h 128229"/>
              <a:gd name="csX490" fmla="*/ 2162996 w 2690255"/>
              <a:gd name="csY490" fmla="*/ 127328 h 128229"/>
              <a:gd name="csX491" fmla="*/ 2152378 w 2690255"/>
              <a:gd name="csY491" fmla="*/ 124702 h 128229"/>
              <a:gd name="csX492" fmla="*/ 2152378 w 2690255"/>
              <a:gd name="csY492" fmla="*/ 112941 h 128229"/>
              <a:gd name="csX493" fmla="*/ 2163800 w 2690255"/>
              <a:gd name="csY493" fmla="*/ 117280 h 128229"/>
              <a:gd name="csX494" fmla="*/ 2173161 w 2690255"/>
              <a:gd name="csY494" fmla="*/ 118764 h 128229"/>
              <a:gd name="csX495" fmla="*/ 2187090 w 2690255"/>
              <a:gd name="csY495" fmla="*/ 113512 h 128229"/>
              <a:gd name="csX496" fmla="*/ 2191548 w 2690255"/>
              <a:gd name="csY496" fmla="*/ 97069 h 128229"/>
              <a:gd name="csX497" fmla="*/ 2191548 w 2690255"/>
              <a:gd name="csY497" fmla="*/ 96498 h 128229"/>
              <a:gd name="csX498" fmla="*/ 2191548 w 2690255"/>
              <a:gd name="csY498" fmla="*/ 88505 h 128229"/>
              <a:gd name="csX499" fmla="*/ 2183780 w 2690255"/>
              <a:gd name="csY499" fmla="*/ 97526 h 128229"/>
              <a:gd name="csX500" fmla="*/ 2171904 w 2690255"/>
              <a:gd name="csY500" fmla="*/ 100495 h 128229"/>
              <a:gd name="csX501" fmla="*/ 2151808 w 2690255"/>
              <a:gd name="csY501" fmla="*/ 90446 h 128229"/>
              <a:gd name="csX502" fmla="*/ 2144273 w 2690255"/>
              <a:gd name="csY502" fmla="*/ 63385 h 128229"/>
              <a:gd name="csX503" fmla="*/ 2151808 w 2690255"/>
              <a:gd name="csY503" fmla="*/ 36323 h 128229"/>
              <a:gd name="csX504" fmla="*/ 2171904 w 2690255"/>
              <a:gd name="csY504" fmla="*/ 26275 h 128229"/>
              <a:gd name="csX505" fmla="*/ 2183663 w 2690255"/>
              <a:gd name="csY505" fmla="*/ 29015 h 128229"/>
              <a:gd name="csX506" fmla="*/ 2191548 w 2690255"/>
              <a:gd name="csY506" fmla="*/ 37579 h 128229"/>
              <a:gd name="csX507" fmla="*/ 2191548 w 2690255"/>
              <a:gd name="csY507" fmla="*/ 28216 h 128229"/>
              <a:gd name="csX508" fmla="*/ 2203306 w 2690255"/>
              <a:gd name="csY508" fmla="*/ 28216 h 128229"/>
              <a:gd name="csX509" fmla="*/ 2289809 w 2690255"/>
              <a:gd name="csY509" fmla="*/ 42832 h 128229"/>
              <a:gd name="csX510" fmla="*/ 2282041 w 2690255"/>
              <a:gd name="csY510" fmla="*/ 38493 h 128229"/>
              <a:gd name="csX511" fmla="*/ 2273476 w 2690255"/>
              <a:gd name="csY511" fmla="*/ 37122 h 128229"/>
              <a:gd name="csX512" fmla="*/ 2256580 w 2690255"/>
              <a:gd name="csY512" fmla="*/ 44088 h 128229"/>
              <a:gd name="csX513" fmla="*/ 2250756 w 2690255"/>
              <a:gd name="csY513" fmla="*/ 64184 h 128229"/>
              <a:gd name="csX514" fmla="*/ 2250756 w 2690255"/>
              <a:gd name="csY514" fmla="*/ 99924 h 128229"/>
              <a:gd name="csX515" fmla="*/ 2238881 w 2690255"/>
              <a:gd name="csY515" fmla="*/ 99924 h 128229"/>
              <a:gd name="csX516" fmla="*/ 2238881 w 2690255"/>
              <a:gd name="csY516" fmla="*/ 27987 h 128229"/>
              <a:gd name="csX517" fmla="*/ 2250756 w 2690255"/>
              <a:gd name="csY517" fmla="*/ 27987 h 128229"/>
              <a:gd name="csX518" fmla="*/ 2250756 w 2690255"/>
              <a:gd name="csY518" fmla="*/ 42032 h 128229"/>
              <a:gd name="csX519" fmla="*/ 2259774 w 2690255"/>
              <a:gd name="csY519" fmla="*/ 30386 h 128229"/>
              <a:gd name="csX520" fmla="*/ 2274389 w 2690255"/>
              <a:gd name="csY520" fmla="*/ 26275 h 128229"/>
              <a:gd name="csX521" fmla="*/ 2282501 w 2690255"/>
              <a:gd name="csY521" fmla="*/ 27416 h 128229"/>
              <a:gd name="csX522" fmla="*/ 2289809 w 2690255"/>
              <a:gd name="csY522" fmla="*/ 30728 h 128229"/>
              <a:gd name="csX523" fmla="*/ 2334401 w 2690255"/>
              <a:gd name="csY523" fmla="*/ 36323 h 128229"/>
              <a:gd name="csX524" fmla="*/ 2320699 w 2690255"/>
              <a:gd name="csY524" fmla="*/ 43288 h 128229"/>
              <a:gd name="csX525" fmla="*/ 2316131 w 2690255"/>
              <a:gd name="csY525" fmla="*/ 64070 h 128229"/>
              <a:gd name="csX526" fmla="*/ 2320699 w 2690255"/>
              <a:gd name="csY526" fmla="*/ 84737 h 128229"/>
              <a:gd name="csX527" fmla="*/ 2334401 w 2690255"/>
              <a:gd name="csY527" fmla="*/ 91817 h 128229"/>
              <a:gd name="csX528" fmla="*/ 2347994 w 2690255"/>
              <a:gd name="csY528" fmla="*/ 84737 h 128229"/>
              <a:gd name="csX529" fmla="*/ 2352670 w 2690255"/>
              <a:gd name="csY529" fmla="*/ 64070 h 128229"/>
              <a:gd name="csX530" fmla="*/ 2347994 w 2690255"/>
              <a:gd name="csY530" fmla="*/ 43288 h 128229"/>
              <a:gd name="csX531" fmla="*/ 2334401 w 2690255"/>
              <a:gd name="csY531" fmla="*/ 36323 h 128229"/>
              <a:gd name="csX532" fmla="*/ 2334401 w 2690255"/>
              <a:gd name="csY532" fmla="*/ 26275 h 128229"/>
              <a:gd name="csX533" fmla="*/ 2357238 w 2690255"/>
              <a:gd name="csY533" fmla="*/ 35980 h 128229"/>
              <a:gd name="csX534" fmla="*/ 2365233 w 2690255"/>
              <a:gd name="csY534" fmla="*/ 64070 h 128229"/>
              <a:gd name="csX535" fmla="*/ 2357238 w 2690255"/>
              <a:gd name="csY535" fmla="*/ 92159 h 128229"/>
              <a:gd name="csX536" fmla="*/ 2334401 w 2690255"/>
              <a:gd name="csY536" fmla="*/ 101751 h 128229"/>
              <a:gd name="csX537" fmla="*/ 2311454 w 2690255"/>
              <a:gd name="csY537" fmla="*/ 92159 h 128229"/>
              <a:gd name="csX538" fmla="*/ 2303577 w 2690255"/>
              <a:gd name="csY538" fmla="*/ 64070 h 128229"/>
              <a:gd name="csX539" fmla="*/ 2311454 w 2690255"/>
              <a:gd name="csY539" fmla="*/ 35980 h 128229"/>
              <a:gd name="csX540" fmla="*/ 2334401 w 2690255"/>
              <a:gd name="csY540" fmla="*/ 26275 h 128229"/>
              <a:gd name="csX541" fmla="*/ 2386535 w 2690255"/>
              <a:gd name="csY541" fmla="*/ 72634 h 128229"/>
              <a:gd name="csX542" fmla="*/ 2386535 w 2690255"/>
              <a:gd name="csY542" fmla="*/ 28102 h 128229"/>
              <a:gd name="csX543" fmla="*/ 2398293 w 2690255"/>
              <a:gd name="csY543" fmla="*/ 28102 h 128229"/>
              <a:gd name="csX544" fmla="*/ 2398293 w 2690255"/>
              <a:gd name="csY544" fmla="*/ 72634 h 128229"/>
              <a:gd name="csX545" fmla="*/ 2401721 w 2690255"/>
              <a:gd name="csY545" fmla="*/ 86907 h 128229"/>
              <a:gd name="csX546" fmla="*/ 2412339 w 2690255"/>
              <a:gd name="csY546" fmla="*/ 91475 h 128229"/>
              <a:gd name="csX547" fmla="*/ 2425127 w 2690255"/>
              <a:gd name="csY547" fmla="*/ 85651 h 128229"/>
              <a:gd name="csX548" fmla="*/ 2429585 w 2690255"/>
              <a:gd name="csY548" fmla="*/ 68752 h 128229"/>
              <a:gd name="csX549" fmla="*/ 2429585 w 2690255"/>
              <a:gd name="csY549" fmla="*/ 28102 h 128229"/>
              <a:gd name="csX550" fmla="*/ 2441461 w 2690255"/>
              <a:gd name="csY550" fmla="*/ 28102 h 128229"/>
              <a:gd name="csX551" fmla="*/ 2441461 w 2690255"/>
              <a:gd name="csY551" fmla="*/ 99924 h 128229"/>
              <a:gd name="csX552" fmla="*/ 2429585 w 2690255"/>
              <a:gd name="csY552" fmla="*/ 99924 h 128229"/>
              <a:gd name="csX553" fmla="*/ 2429585 w 2690255"/>
              <a:gd name="csY553" fmla="*/ 89076 h 128229"/>
              <a:gd name="csX554" fmla="*/ 2421021 w 2690255"/>
              <a:gd name="csY554" fmla="*/ 98554 h 128229"/>
              <a:gd name="csX555" fmla="*/ 2408341 w 2690255"/>
              <a:gd name="csY555" fmla="*/ 101751 h 128229"/>
              <a:gd name="csX556" fmla="*/ 2391899 w 2690255"/>
              <a:gd name="csY556" fmla="*/ 94557 h 128229"/>
              <a:gd name="csX557" fmla="*/ 2386535 w 2690255"/>
              <a:gd name="csY557" fmla="*/ 72634 h 128229"/>
              <a:gd name="csX558" fmla="*/ 2477261 w 2690255"/>
              <a:gd name="csY558" fmla="*/ 90903 h 128229"/>
              <a:gd name="csX559" fmla="*/ 2477261 w 2690255"/>
              <a:gd name="csY559" fmla="*/ 127328 h 128229"/>
              <a:gd name="csX560" fmla="*/ 2465386 w 2690255"/>
              <a:gd name="csY560" fmla="*/ 127328 h 128229"/>
              <a:gd name="csX561" fmla="*/ 2465386 w 2690255"/>
              <a:gd name="csY561" fmla="*/ 27987 h 128229"/>
              <a:gd name="csX562" fmla="*/ 2477261 w 2690255"/>
              <a:gd name="csY562" fmla="*/ 27987 h 128229"/>
              <a:gd name="csX563" fmla="*/ 2477261 w 2690255"/>
              <a:gd name="csY563" fmla="*/ 37122 h 128229"/>
              <a:gd name="csX564" fmla="*/ 2485139 w 2690255"/>
              <a:gd name="csY564" fmla="*/ 29129 h 128229"/>
              <a:gd name="csX565" fmla="*/ 2496444 w 2690255"/>
              <a:gd name="csY565" fmla="*/ 26275 h 128229"/>
              <a:gd name="csX566" fmla="*/ 2516884 w 2690255"/>
              <a:gd name="csY566" fmla="*/ 36323 h 128229"/>
              <a:gd name="csX567" fmla="*/ 2524309 w 2690255"/>
              <a:gd name="csY567" fmla="*/ 64298 h 128229"/>
              <a:gd name="csX568" fmla="*/ 2516884 w 2690255"/>
              <a:gd name="csY568" fmla="*/ 91817 h 128229"/>
              <a:gd name="csX569" fmla="*/ 2496444 w 2690255"/>
              <a:gd name="csY569" fmla="*/ 101751 h 128229"/>
              <a:gd name="csX570" fmla="*/ 2485030 w 2690255"/>
              <a:gd name="csY570" fmla="*/ 99010 h 128229"/>
              <a:gd name="csX571" fmla="*/ 2477261 w 2690255"/>
              <a:gd name="csY571" fmla="*/ 90903 h 128229"/>
              <a:gd name="csX572" fmla="*/ 2511974 w 2690255"/>
              <a:gd name="csY572" fmla="*/ 64070 h 128229"/>
              <a:gd name="csX573" fmla="*/ 2507633 w 2690255"/>
              <a:gd name="csY573" fmla="*/ 43288 h 128229"/>
              <a:gd name="csX574" fmla="*/ 2494734 w 2690255"/>
              <a:gd name="csY574" fmla="*/ 36323 h 128229"/>
              <a:gd name="csX575" fmla="*/ 2481719 w 2690255"/>
              <a:gd name="csY575" fmla="*/ 43402 h 128229"/>
              <a:gd name="csX576" fmla="*/ 2477261 w 2690255"/>
              <a:gd name="csY576" fmla="*/ 64070 h 128229"/>
              <a:gd name="csX577" fmla="*/ 2481719 w 2690255"/>
              <a:gd name="csY577" fmla="*/ 84737 h 128229"/>
              <a:gd name="csX578" fmla="*/ 2494734 w 2690255"/>
              <a:gd name="csY578" fmla="*/ 91817 h 128229"/>
              <a:gd name="csX579" fmla="*/ 2507633 w 2690255"/>
              <a:gd name="csY579" fmla="*/ 84851 h 128229"/>
              <a:gd name="csX580" fmla="*/ 2511974 w 2690255"/>
              <a:gd name="csY580" fmla="*/ 64070 h 128229"/>
              <a:gd name="csX581" fmla="*/ 2660432 w 2690255"/>
              <a:gd name="csY581" fmla="*/ 54593 h 128229"/>
              <a:gd name="csX582" fmla="*/ 2668880 w 2690255"/>
              <a:gd name="csY582" fmla="*/ 59503 h 128229"/>
              <a:gd name="csX583" fmla="*/ 2677671 w 2690255"/>
              <a:gd name="csY583" fmla="*/ 73661 h 128229"/>
              <a:gd name="csX584" fmla="*/ 2690803 w 2690255"/>
              <a:gd name="csY584" fmla="*/ 99924 h 128229"/>
              <a:gd name="csX585" fmla="*/ 2676875 w 2690255"/>
              <a:gd name="csY585" fmla="*/ 99924 h 128229"/>
              <a:gd name="csX586" fmla="*/ 2665343 w 2690255"/>
              <a:gd name="csY586" fmla="*/ 75717 h 128229"/>
              <a:gd name="csX587" fmla="*/ 2656435 w 2690255"/>
              <a:gd name="csY587" fmla="*/ 62357 h 128229"/>
              <a:gd name="csX588" fmla="*/ 2646160 w 2690255"/>
              <a:gd name="csY588" fmla="*/ 59388 h 128229"/>
              <a:gd name="csX589" fmla="*/ 2633824 w 2690255"/>
              <a:gd name="csY589" fmla="*/ 59388 h 128229"/>
              <a:gd name="csX590" fmla="*/ 2633824 w 2690255"/>
              <a:gd name="csY590" fmla="*/ 99924 h 128229"/>
              <a:gd name="csX591" fmla="*/ 2620692 w 2690255"/>
              <a:gd name="csY591" fmla="*/ 99924 h 128229"/>
              <a:gd name="csX592" fmla="*/ 2620692 w 2690255"/>
              <a:gd name="csY592" fmla="*/ 4009 h 128229"/>
              <a:gd name="csX593" fmla="*/ 2647409 w 2690255"/>
              <a:gd name="csY593" fmla="*/ 4009 h 128229"/>
              <a:gd name="csX594" fmla="*/ 2671620 w 2690255"/>
              <a:gd name="csY594" fmla="*/ 11203 h 128229"/>
              <a:gd name="csX595" fmla="*/ 2680068 w 2690255"/>
              <a:gd name="csY595" fmla="*/ 31756 h 128229"/>
              <a:gd name="csX596" fmla="*/ 2674931 w 2690255"/>
              <a:gd name="csY596" fmla="*/ 47285 h 128229"/>
              <a:gd name="csX597" fmla="*/ 2660432 w 2690255"/>
              <a:gd name="csY597" fmla="*/ 54593 h 128229"/>
              <a:gd name="csX598" fmla="*/ 2633824 w 2690255"/>
              <a:gd name="csY598" fmla="*/ 14742 h 128229"/>
              <a:gd name="csX599" fmla="*/ 2633824 w 2690255"/>
              <a:gd name="csY599" fmla="*/ 48769 h 128229"/>
              <a:gd name="csX600" fmla="*/ 2647987 w 2690255"/>
              <a:gd name="csY600" fmla="*/ 48769 h 128229"/>
              <a:gd name="csX601" fmla="*/ 2661799 w 2690255"/>
              <a:gd name="csY601" fmla="*/ 44658 h 128229"/>
              <a:gd name="csX602" fmla="*/ 2666366 w 2690255"/>
              <a:gd name="csY602" fmla="*/ 31756 h 128229"/>
              <a:gd name="csX603" fmla="*/ 2661455 w 2690255"/>
              <a:gd name="csY603" fmla="*/ 19195 h 128229"/>
              <a:gd name="csX604" fmla="*/ 2647409 w 2690255"/>
              <a:gd name="csY604" fmla="*/ 14742 h 1282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Lst>
            <a:rect l="l" t="t" r="r" b="b"/>
            <a:pathLst>
              <a:path w="2690255" h="128229">
                <a:moveTo>
                  <a:pt x="37772" y="15427"/>
                </a:moveTo>
                <a:lnTo>
                  <a:pt x="24070" y="64526"/>
                </a:lnTo>
                <a:lnTo>
                  <a:pt x="51360" y="64526"/>
                </a:lnTo>
                <a:close/>
                <a:moveTo>
                  <a:pt x="29894" y="4009"/>
                </a:moveTo>
                <a:lnTo>
                  <a:pt x="45651" y="4009"/>
                </a:lnTo>
                <a:lnTo>
                  <a:pt x="74996" y="99924"/>
                </a:lnTo>
                <a:lnTo>
                  <a:pt x="61523" y="99924"/>
                </a:lnTo>
                <a:lnTo>
                  <a:pt x="54443" y="74917"/>
                </a:lnTo>
                <a:lnTo>
                  <a:pt x="20873" y="74917"/>
                </a:lnTo>
                <a:lnTo>
                  <a:pt x="13907" y="99924"/>
                </a:lnTo>
                <a:lnTo>
                  <a:pt x="548" y="99924"/>
                </a:lnTo>
                <a:close/>
                <a:moveTo>
                  <a:pt x="132496" y="63385"/>
                </a:moveTo>
                <a:cubicBezTo>
                  <a:pt x="132496" y="54479"/>
                  <a:pt x="131049" y="47742"/>
                  <a:pt x="128156" y="43174"/>
                </a:cubicBezTo>
                <a:cubicBezTo>
                  <a:pt x="125264" y="38607"/>
                  <a:pt x="121039" y="36323"/>
                  <a:pt x="115482" y="36323"/>
                </a:cubicBezTo>
                <a:cubicBezTo>
                  <a:pt x="109697" y="36323"/>
                  <a:pt x="105282" y="38607"/>
                  <a:pt x="102237" y="43174"/>
                </a:cubicBezTo>
                <a:cubicBezTo>
                  <a:pt x="99192" y="47742"/>
                  <a:pt x="97669" y="54479"/>
                  <a:pt x="97669" y="63385"/>
                </a:cubicBezTo>
                <a:cubicBezTo>
                  <a:pt x="97669" y="72215"/>
                  <a:pt x="99192" y="78952"/>
                  <a:pt x="102237" y="83595"/>
                </a:cubicBezTo>
                <a:cubicBezTo>
                  <a:pt x="105358" y="88239"/>
                  <a:pt x="109811" y="90561"/>
                  <a:pt x="115596" y="90561"/>
                </a:cubicBezTo>
                <a:cubicBezTo>
                  <a:pt x="121077" y="90561"/>
                  <a:pt x="125264" y="88239"/>
                  <a:pt x="128156" y="83595"/>
                </a:cubicBezTo>
                <a:cubicBezTo>
                  <a:pt x="131049" y="78952"/>
                  <a:pt x="132496" y="72215"/>
                  <a:pt x="132496" y="63385"/>
                </a:cubicBezTo>
                <a:close/>
                <a:moveTo>
                  <a:pt x="144257" y="95242"/>
                </a:moveTo>
                <a:cubicBezTo>
                  <a:pt x="144257" y="106051"/>
                  <a:pt x="141706" y="114235"/>
                  <a:pt x="136606" y="119792"/>
                </a:cubicBezTo>
                <a:cubicBezTo>
                  <a:pt x="131506" y="125425"/>
                  <a:pt x="124008" y="128242"/>
                  <a:pt x="114112" y="128242"/>
                </a:cubicBezTo>
                <a:cubicBezTo>
                  <a:pt x="110915" y="128242"/>
                  <a:pt x="107527" y="127937"/>
                  <a:pt x="103949" y="127328"/>
                </a:cubicBezTo>
                <a:cubicBezTo>
                  <a:pt x="100372" y="126719"/>
                  <a:pt x="96832" y="125844"/>
                  <a:pt x="93330" y="124702"/>
                </a:cubicBezTo>
                <a:lnTo>
                  <a:pt x="93330" y="112941"/>
                </a:lnTo>
                <a:cubicBezTo>
                  <a:pt x="97517" y="114920"/>
                  <a:pt x="101323" y="116366"/>
                  <a:pt x="104748" y="117280"/>
                </a:cubicBezTo>
                <a:cubicBezTo>
                  <a:pt x="108174" y="118269"/>
                  <a:pt x="111295" y="118764"/>
                  <a:pt x="114112" y="118764"/>
                </a:cubicBezTo>
                <a:cubicBezTo>
                  <a:pt x="120506" y="118764"/>
                  <a:pt x="125150" y="117013"/>
                  <a:pt x="128042" y="113512"/>
                </a:cubicBezTo>
                <a:cubicBezTo>
                  <a:pt x="131011" y="110086"/>
                  <a:pt x="132496" y="104605"/>
                  <a:pt x="132496" y="97069"/>
                </a:cubicBezTo>
                <a:lnTo>
                  <a:pt x="132496" y="96498"/>
                </a:lnTo>
                <a:lnTo>
                  <a:pt x="132496" y="88505"/>
                </a:lnTo>
                <a:cubicBezTo>
                  <a:pt x="130593" y="92540"/>
                  <a:pt x="128004" y="95546"/>
                  <a:pt x="124731" y="97526"/>
                </a:cubicBezTo>
                <a:cubicBezTo>
                  <a:pt x="121458" y="99505"/>
                  <a:pt x="117499" y="100495"/>
                  <a:pt x="112856" y="100495"/>
                </a:cubicBezTo>
                <a:cubicBezTo>
                  <a:pt x="104482" y="100495"/>
                  <a:pt x="97783" y="97145"/>
                  <a:pt x="92759" y="90446"/>
                </a:cubicBezTo>
                <a:cubicBezTo>
                  <a:pt x="87735" y="83671"/>
                  <a:pt x="85223" y="74651"/>
                  <a:pt x="85223" y="63385"/>
                </a:cubicBezTo>
                <a:cubicBezTo>
                  <a:pt x="85223" y="52042"/>
                  <a:pt x="87735" y="43022"/>
                  <a:pt x="92759" y="36323"/>
                </a:cubicBezTo>
                <a:cubicBezTo>
                  <a:pt x="97783" y="29624"/>
                  <a:pt x="104482" y="26275"/>
                  <a:pt x="112856" y="26275"/>
                </a:cubicBezTo>
                <a:cubicBezTo>
                  <a:pt x="117499" y="26275"/>
                  <a:pt x="121420" y="27188"/>
                  <a:pt x="124617" y="29015"/>
                </a:cubicBezTo>
                <a:cubicBezTo>
                  <a:pt x="127814" y="30842"/>
                  <a:pt x="130440" y="33697"/>
                  <a:pt x="132496" y="37579"/>
                </a:cubicBezTo>
                <a:lnTo>
                  <a:pt x="132496" y="28216"/>
                </a:lnTo>
                <a:lnTo>
                  <a:pt x="144257" y="28216"/>
                </a:lnTo>
                <a:close/>
                <a:moveTo>
                  <a:pt x="211690" y="63385"/>
                </a:moveTo>
                <a:cubicBezTo>
                  <a:pt x="211690" y="54479"/>
                  <a:pt x="210243" y="47742"/>
                  <a:pt x="207351" y="43174"/>
                </a:cubicBezTo>
                <a:cubicBezTo>
                  <a:pt x="204458" y="38607"/>
                  <a:pt x="200233" y="36323"/>
                  <a:pt x="194676" y="36323"/>
                </a:cubicBezTo>
                <a:cubicBezTo>
                  <a:pt x="188891" y="36323"/>
                  <a:pt x="184476" y="38607"/>
                  <a:pt x="181431" y="43174"/>
                </a:cubicBezTo>
                <a:cubicBezTo>
                  <a:pt x="178386" y="47742"/>
                  <a:pt x="176863" y="54479"/>
                  <a:pt x="176863" y="63385"/>
                </a:cubicBezTo>
                <a:cubicBezTo>
                  <a:pt x="176863" y="72215"/>
                  <a:pt x="178386" y="78952"/>
                  <a:pt x="181431" y="83595"/>
                </a:cubicBezTo>
                <a:cubicBezTo>
                  <a:pt x="184552" y="88239"/>
                  <a:pt x="189005" y="90561"/>
                  <a:pt x="194790" y="90561"/>
                </a:cubicBezTo>
                <a:cubicBezTo>
                  <a:pt x="200271" y="90561"/>
                  <a:pt x="204458" y="88239"/>
                  <a:pt x="207351" y="83595"/>
                </a:cubicBezTo>
                <a:cubicBezTo>
                  <a:pt x="210243" y="78952"/>
                  <a:pt x="211690" y="72215"/>
                  <a:pt x="211690" y="63385"/>
                </a:cubicBezTo>
                <a:close/>
                <a:moveTo>
                  <a:pt x="223451" y="95242"/>
                </a:moveTo>
                <a:cubicBezTo>
                  <a:pt x="223451" y="106051"/>
                  <a:pt x="220900" y="114235"/>
                  <a:pt x="215800" y="119792"/>
                </a:cubicBezTo>
                <a:cubicBezTo>
                  <a:pt x="210700" y="125425"/>
                  <a:pt x="203202" y="128242"/>
                  <a:pt x="193306" y="128242"/>
                </a:cubicBezTo>
                <a:cubicBezTo>
                  <a:pt x="190109" y="128242"/>
                  <a:pt x="186721" y="127937"/>
                  <a:pt x="183144" y="127328"/>
                </a:cubicBezTo>
                <a:cubicBezTo>
                  <a:pt x="179566" y="126719"/>
                  <a:pt x="176026" y="125844"/>
                  <a:pt x="172524" y="124702"/>
                </a:cubicBezTo>
                <a:lnTo>
                  <a:pt x="172524" y="112941"/>
                </a:lnTo>
                <a:cubicBezTo>
                  <a:pt x="176711" y="114920"/>
                  <a:pt x="180517" y="116366"/>
                  <a:pt x="183943" y="117280"/>
                </a:cubicBezTo>
                <a:cubicBezTo>
                  <a:pt x="187368" y="118269"/>
                  <a:pt x="190490" y="118764"/>
                  <a:pt x="193306" y="118764"/>
                </a:cubicBezTo>
                <a:cubicBezTo>
                  <a:pt x="199700" y="118764"/>
                  <a:pt x="204344" y="117013"/>
                  <a:pt x="207236" y="113512"/>
                </a:cubicBezTo>
                <a:cubicBezTo>
                  <a:pt x="210205" y="110086"/>
                  <a:pt x="211690" y="104605"/>
                  <a:pt x="211690" y="97069"/>
                </a:cubicBezTo>
                <a:lnTo>
                  <a:pt x="211690" y="96498"/>
                </a:lnTo>
                <a:lnTo>
                  <a:pt x="211690" y="88505"/>
                </a:lnTo>
                <a:cubicBezTo>
                  <a:pt x="209787" y="92540"/>
                  <a:pt x="207198" y="95546"/>
                  <a:pt x="203925" y="97526"/>
                </a:cubicBezTo>
                <a:cubicBezTo>
                  <a:pt x="200652" y="99505"/>
                  <a:pt x="196693" y="100495"/>
                  <a:pt x="192050" y="100495"/>
                </a:cubicBezTo>
                <a:cubicBezTo>
                  <a:pt x="183677" y="100495"/>
                  <a:pt x="176978" y="97145"/>
                  <a:pt x="171953" y="90446"/>
                </a:cubicBezTo>
                <a:cubicBezTo>
                  <a:pt x="166929" y="83671"/>
                  <a:pt x="164418" y="74651"/>
                  <a:pt x="164418" y="63385"/>
                </a:cubicBezTo>
                <a:cubicBezTo>
                  <a:pt x="164418" y="52042"/>
                  <a:pt x="166929" y="43022"/>
                  <a:pt x="171953" y="36323"/>
                </a:cubicBezTo>
                <a:cubicBezTo>
                  <a:pt x="176978" y="29624"/>
                  <a:pt x="183677" y="26275"/>
                  <a:pt x="192050" y="26275"/>
                </a:cubicBezTo>
                <a:cubicBezTo>
                  <a:pt x="196693" y="26275"/>
                  <a:pt x="200614" y="27188"/>
                  <a:pt x="203811" y="29015"/>
                </a:cubicBezTo>
                <a:cubicBezTo>
                  <a:pt x="207008" y="30842"/>
                  <a:pt x="209634" y="33697"/>
                  <a:pt x="211690" y="37579"/>
                </a:cubicBezTo>
                <a:lnTo>
                  <a:pt x="211690" y="28216"/>
                </a:lnTo>
                <a:lnTo>
                  <a:pt x="223451" y="28216"/>
                </a:lnTo>
                <a:close/>
                <a:moveTo>
                  <a:pt x="309953" y="42832"/>
                </a:moveTo>
                <a:cubicBezTo>
                  <a:pt x="307441" y="40852"/>
                  <a:pt x="304853" y="39406"/>
                  <a:pt x="302188" y="38493"/>
                </a:cubicBezTo>
                <a:cubicBezTo>
                  <a:pt x="299600" y="37579"/>
                  <a:pt x="296745" y="37122"/>
                  <a:pt x="293624" y="37122"/>
                </a:cubicBezTo>
                <a:cubicBezTo>
                  <a:pt x="286240" y="37122"/>
                  <a:pt x="280607" y="39444"/>
                  <a:pt x="276725" y="44088"/>
                </a:cubicBezTo>
                <a:cubicBezTo>
                  <a:pt x="272842" y="48731"/>
                  <a:pt x="270901" y="55430"/>
                  <a:pt x="270901" y="64184"/>
                </a:cubicBezTo>
                <a:lnTo>
                  <a:pt x="270901" y="99924"/>
                </a:lnTo>
                <a:lnTo>
                  <a:pt x="259026" y="99924"/>
                </a:lnTo>
                <a:lnTo>
                  <a:pt x="259026" y="27987"/>
                </a:lnTo>
                <a:lnTo>
                  <a:pt x="270901" y="27987"/>
                </a:lnTo>
                <a:lnTo>
                  <a:pt x="270901" y="42032"/>
                </a:lnTo>
                <a:cubicBezTo>
                  <a:pt x="272881" y="36932"/>
                  <a:pt x="275887" y="33049"/>
                  <a:pt x="279922" y="30386"/>
                </a:cubicBezTo>
                <a:cubicBezTo>
                  <a:pt x="284033" y="27645"/>
                  <a:pt x="288905" y="26275"/>
                  <a:pt x="294538" y="26275"/>
                </a:cubicBezTo>
                <a:cubicBezTo>
                  <a:pt x="297431" y="26275"/>
                  <a:pt x="300133" y="26655"/>
                  <a:pt x="302645" y="27416"/>
                </a:cubicBezTo>
                <a:cubicBezTo>
                  <a:pt x="305157" y="28102"/>
                  <a:pt x="307593" y="29206"/>
                  <a:pt x="309953" y="30728"/>
                </a:cubicBezTo>
                <a:close/>
                <a:moveTo>
                  <a:pt x="386406" y="60987"/>
                </a:moveTo>
                <a:lnTo>
                  <a:pt x="386406" y="66811"/>
                </a:lnTo>
                <a:lnTo>
                  <a:pt x="335138" y="66811"/>
                </a:lnTo>
                <a:lnTo>
                  <a:pt x="335138" y="67153"/>
                </a:lnTo>
                <a:cubicBezTo>
                  <a:pt x="335138" y="74993"/>
                  <a:pt x="337193" y="81084"/>
                  <a:pt x="341303" y="85422"/>
                </a:cubicBezTo>
                <a:cubicBezTo>
                  <a:pt x="345414" y="89685"/>
                  <a:pt x="351200" y="91817"/>
                  <a:pt x="358659" y="91817"/>
                </a:cubicBezTo>
                <a:cubicBezTo>
                  <a:pt x="362390" y="91817"/>
                  <a:pt x="366310" y="91208"/>
                  <a:pt x="370421" y="89990"/>
                </a:cubicBezTo>
                <a:cubicBezTo>
                  <a:pt x="374531" y="88771"/>
                  <a:pt x="378909" y="86944"/>
                  <a:pt x="383552" y="84509"/>
                </a:cubicBezTo>
                <a:lnTo>
                  <a:pt x="383552" y="96270"/>
                </a:lnTo>
                <a:cubicBezTo>
                  <a:pt x="379061" y="98097"/>
                  <a:pt x="374721" y="99467"/>
                  <a:pt x="370535" y="100381"/>
                </a:cubicBezTo>
                <a:cubicBezTo>
                  <a:pt x="366424" y="101294"/>
                  <a:pt x="362390" y="101751"/>
                  <a:pt x="358431" y="101751"/>
                </a:cubicBezTo>
                <a:cubicBezTo>
                  <a:pt x="347317" y="101751"/>
                  <a:pt x="338601" y="98402"/>
                  <a:pt x="332283" y="91703"/>
                </a:cubicBezTo>
                <a:cubicBezTo>
                  <a:pt x="325965" y="85003"/>
                  <a:pt x="322806" y="75793"/>
                  <a:pt x="322806" y="64070"/>
                </a:cubicBezTo>
                <a:cubicBezTo>
                  <a:pt x="322806" y="52576"/>
                  <a:pt x="325889" y="43402"/>
                  <a:pt x="332054" y="36551"/>
                </a:cubicBezTo>
                <a:cubicBezTo>
                  <a:pt x="338220" y="29700"/>
                  <a:pt x="346441" y="26275"/>
                  <a:pt x="356718" y="26275"/>
                </a:cubicBezTo>
                <a:cubicBezTo>
                  <a:pt x="365929" y="26275"/>
                  <a:pt x="373161" y="29396"/>
                  <a:pt x="378414" y="35638"/>
                </a:cubicBezTo>
                <a:cubicBezTo>
                  <a:pt x="383742" y="41804"/>
                  <a:pt x="386406" y="50254"/>
                  <a:pt x="386406" y="60987"/>
                </a:cubicBezTo>
                <a:close/>
                <a:moveTo>
                  <a:pt x="374531" y="57561"/>
                </a:moveTo>
                <a:cubicBezTo>
                  <a:pt x="374379" y="50634"/>
                  <a:pt x="372742" y="45381"/>
                  <a:pt x="369621" y="41804"/>
                </a:cubicBezTo>
                <a:cubicBezTo>
                  <a:pt x="366500" y="38150"/>
                  <a:pt x="362047" y="36323"/>
                  <a:pt x="356262" y="36323"/>
                </a:cubicBezTo>
                <a:cubicBezTo>
                  <a:pt x="350552" y="36323"/>
                  <a:pt x="345833" y="38226"/>
                  <a:pt x="342103" y="42032"/>
                </a:cubicBezTo>
                <a:cubicBezTo>
                  <a:pt x="338449" y="45762"/>
                  <a:pt x="336279" y="50939"/>
                  <a:pt x="335594" y="57561"/>
                </a:cubicBezTo>
                <a:close/>
                <a:moveTo>
                  <a:pt x="449269" y="63385"/>
                </a:moveTo>
                <a:cubicBezTo>
                  <a:pt x="449269" y="54479"/>
                  <a:pt x="447829" y="47742"/>
                  <a:pt x="444935" y="43174"/>
                </a:cubicBezTo>
                <a:cubicBezTo>
                  <a:pt x="442042" y="38607"/>
                  <a:pt x="437818" y="36323"/>
                  <a:pt x="432256" y="36323"/>
                </a:cubicBezTo>
                <a:cubicBezTo>
                  <a:pt x="426476" y="36323"/>
                  <a:pt x="422055" y="38607"/>
                  <a:pt x="419013" y="43174"/>
                </a:cubicBezTo>
                <a:cubicBezTo>
                  <a:pt x="415968" y="47742"/>
                  <a:pt x="414446" y="54479"/>
                  <a:pt x="414446" y="63385"/>
                </a:cubicBezTo>
                <a:cubicBezTo>
                  <a:pt x="414446" y="72215"/>
                  <a:pt x="415968" y="78952"/>
                  <a:pt x="419013" y="83595"/>
                </a:cubicBezTo>
                <a:cubicBezTo>
                  <a:pt x="422135" y="88239"/>
                  <a:pt x="426585" y="90561"/>
                  <a:pt x="432373" y="90561"/>
                </a:cubicBezTo>
                <a:cubicBezTo>
                  <a:pt x="437854" y="90561"/>
                  <a:pt x="442042" y="88239"/>
                  <a:pt x="444935" y="83595"/>
                </a:cubicBezTo>
                <a:cubicBezTo>
                  <a:pt x="447829" y="78952"/>
                  <a:pt x="449269" y="72215"/>
                  <a:pt x="449269" y="63385"/>
                </a:cubicBezTo>
                <a:close/>
                <a:moveTo>
                  <a:pt x="461035" y="95242"/>
                </a:moveTo>
                <a:cubicBezTo>
                  <a:pt x="461035" y="106051"/>
                  <a:pt x="458484" y="114235"/>
                  <a:pt x="453383" y="119792"/>
                </a:cubicBezTo>
                <a:cubicBezTo>
                  <a:pt x="448282" y="125425"/>
                  <a:pt x="440785" y="128242"/>
                  <a:pt x="430890" y="128242"/>
                </a:cubicBezTo>
                <a:cubicBezTo>
                  <a:pt x="427689" y="128242"/>
                  <a:pt x="424305" y="127937"/>
                  <a:pt x="420726" y="127328"/>
                </a:cubicBezTo>
                <a:cubicBezTo>
                  <a:pt x="417148" y="126719"/>
                  <a:pt x="413608" y="125844"/>
                  <a:pt x="410107" y="124702"/>
                </a:cubicBezTo>
                <a:lnTo>
                  <a:pt x="410107" y="112941"/>
                </a:lnTo>
                <a:cubicBezTo>
                  <a:pt x="414294" y="114920"/>
                  <a:pt x="418100" y="116366"/>
                  <a:pt x="421526" y="117280"/>
                </a:cubicBezTo>
                <a:cubicBezTo>
                  <a:pt x="424949" y="118269"/>
                  <a:pt x="428069" y="118764"/>
                  <a:pt x="430890" y="118764"/>
                </a:cubicBezTo>
                <a:cubicBezTo>
                  <a:pt x="437284" y="118764"/>
                  <a:pt x="441925" y="117013"/>
                  <a:pt x="444819" y="113512"/>
                </a:cubicBezTo>
                <a:cubicBezTo>
                  <a:pt x="447785" y="110086"/>
                  <a:pt x="449269" y="104605"/>
                  <a:pt x="449269" y="97069"/>
                </a:cubicBezTo>
                <a:lnTo>
                  <a:pt x="449269" y="96498"/>
                </a:lnTo>
                <a:lnTo>
                  <a:pt x="449269" y="88505"/>
                </a:lnTo>
                <a:cubicBezTo>
                  <a:pt x="447369" y="92540"/>
                  <a:pt x="444782" y="95546"/>
                  <a:pt x="441508" y="97526"/>
                </a:cubicBezTo>
                <a:cubicBezTo>
                  <a:pt x="438234" y="99505"/>
                  <a:pt x="434273" y="100495"/>
                  <a:pt x="429633" y="100495"/>
                </a:cubicBezTo>
                <a:cubicBezTo>
                  <a:pt x="421259" y="100495"/>
                  <a:pt x="414560" y="97145"/>
                  <a:pt x="409536" y="90446"/>
                </a:cubicBezTo>
                <a:cubicBezTo>
                  <a:pt x="404512" y="83671"/>
                  <a:pt x="402000" y="74651"/>
                  <a:pt x="402000" y="63385"/>
                </a:cubicBezTo>
                <a:cubicBezTo>
                  <a:pt x="402000" y="52042"/>
                  <a:pt x="404512" y="43022"/>
                  <a:pt x="409536" y="36323"/>
                </a:cubicBezTo>
                <a:cubicBezTo>
                  <a:pt x="414560" y="29624"/>
                  <a:pt x="421259" y="26275"/>
                  <a:pt x="429633" y="26275"/>
                </a:cubicBezTo>
                <a:cubicBezTo>
                  <a:pt x="434273" y="26275"/>
                  <a:pt x="438198" y="27188"/>
                  <a:pt x="441391" y="29015"/>
                </a:cubicBezTo>
                <a:cubicBezTo>
                  <a:pt x="444592" y="30842"/>
                  <a:pt x="447215" y="33697"/>
                  <a:pt x="449269" y="37579"/>
                </a:cubicBezTo>
                <a:lnTo>
                  <a:pt x="449269" y="28216"/>
                </a:lnTo>
                <a:lnTo>
                  <a:pt x="461035" y="28216"/>
                </a:lnTo>
                <a:close/>
                <a:moveTo>
                  <a:pt x="518416" y="63727"/>
                </a:moveTo>
                <a:lnTo>
                  <a:pt x="514535" y="63727"/>
                </a:lnTo>
                <a:cubicBezTo>
                  <a:pt x="507607" y="63727"/>
                  <a:pt x="502397" y="64946"/>
                  <a:pt x="498889" y="67381"/>
                </a:cubicBezTo>
                <a:cubicBezTo>
                  <a:pt x="495389" y="69817"/>
                  <a:pt x="493642" y="73433"/>
                  <a:pt x="493642" y="78228"/>
                </a:cubicBezTo>
                <a:cubicBezTo>
                  <a:pt x="493642" y="82568"/>
                  <a:pt x="494936" y="85956"/>
                  <a:pt x="497522" y="88391"/>
                </a:cubicBezTo>
                <a:cubicBezTo>
                  <a:pt x="500190" y="90751"/>
                  <a:pt x="503844" y="91931"/>
                  <a:pt x="508484" y="91931"/>
                </a:cubicBezTo>
                <a:cubicBezTo>
                  <a:pt x="514952" y="91931"/>
                  <a:pt x="520052" y="89685"/>
                  <a:pt x="523787" y="85194"/>
                </a:cubicBezTo>
                <a:cubicBezTo>
                  <a:pt x="527514" y="80627"/>
                  <a:pt x="529421" y="74346"/>
                  <a:pt x="529494" y="66353"/>
                </a:cubicBezTo>
                <a:lnTo>
                  <a:pt x="529494" y="63727"/>
                </a:lnTo>
                <a:close/>
                <a:moveTo>
                  <a:pt x="541369" y="58931"/>
                </a:moveTo>
                <a:lnTo>
                  <a:pt x="541369" y="99924"/>
                </a:lnTo>
                <a:lnTo>
                  <a:pt x="529494" y="99924"/>
                </a:lnTo>
                <a:lnTo>
                  <a:pt x="529494" y="89305"/>
                </a:lnTo>
                <a:cubicBezTo>
                  <a:pt x="526907" y="93567"/>
                  <a:pt x="523706" y="96727"/>
                  <a:pt x="519899" y="98782"/>
                </a:cubicBezTo>
                <a:cubicBezTo>
                  <a:pt x="516099" y="100761"/>
                  <a:pt x="511451" y="101751"/>
                  <a:pt x="505970" y="101751"/>
                </a:cubicBezTo>
                <a:cubicBezTo>
                  <a:pt x="498662" y="101751"/>
                  <a:pt x="492802" y="99695"/>
                  <a:pt x="488388" y="95584"/>
                </a:cubicBezTo>
                <a:cubicBezTo>
                  <a:pt x="484047" y="91474"/>
                  <a:pt x="481876" y="85955"/>
                  <a:pt x="481876" y="79028"/>
                </a:cubicBezTo>
                <a:cubicBezTo>
                  <a:pt x="481876" y="70959"/>
                  <a:pt x="484544" y="64869"/>
                  <a:pt x="489871" y="60758"/>
                </a:cubicBezTo>
                <a:cubicBezTo>
                  <a:pt x="495279" y="56572"/>
                  <a:pt x="503193" y="54478"/>
                  <a:pt x="513622" y="54478"/>
                </a:cubicBezTo>
                <a:lnTo>
                  <a:pt x="529494" y="54478"/>
                </a:lnTo>
                <a:lnTo>
                  <a:pt x="529494" y="52651"/>
                </a:lnTo>
                <a:cubicBezTo>
                  <a:pt x="529421" y="46942"/>
                  <a:pt x="527930" y="42794"/>
                  <a:pt x="525044" y="40205"/>
                </a:cubicBezTo>
                <a:cubicBezTo>
                  <a:pt x="522223" y="37617"/>
                  <a:pt x="517655" y="36323"/>
                  <a:pt x="511342" y="36323"/>
                </a:cubicBezTo>
                <a:cubicBezTo>
                  <a:pt x="507308" y="36323"/>
                  <a:pt x="503230" y="36894"/>
                  <a:pt x="499123" y="38035"/>
                </a:cubicBezTo>
                <a:cubicBezTo>
                  <a:pt x="495009" y="39177"/>
                  <a:pt x="491011" y="40852"/>
                  <a:pt x="487131" y="43060"/>
                </a:cubicBezTo>
                <a:lnTo>
                  <a:pt x="487131" y="31299"/>
                </a:lnTo>
                <a:cubicBezTo>
                  <a:pt x="491472" y="29624"/>
                  <a:pt x="495659" y="28368"/>
                  <a:pt x="499693" y="27531"/>
                </a:cubicBezTo>
                <a:cubicBezTo>
                  <a:pt x="503727" y="26694"/>
                  <a:pt x="507607" y="26275"/>
                  <a:pt x="511342" y="26275"/>
                </a:cubicBezTo>
                <a:cubicBezTo>
                  <a:pt x="517276" y="26275"/>
                  <a:pt x="522340" y="27150"/>
                  <a:pt x="526527" y="28901"/>
                </a:cubicBezTo>
                <a:cubicBezTo>
                  <a:pt x="530788" y="30652"/>
                  <a:pt x="534215" y="33278"/>
                  <a:pt x="536802" y="36780"/>
                </a:cubicBezTo>
                <a:cubicBezTo>
                  <a:pt x="538476" y="38911"/>
                  <a:pt x="539659" y="41576"/>
                  <a:pt x="540339" y="44772"/>
                </a:cubicBezTo>
                <a:cubicBezTo>
                  <a:pt x="541026" y="47894"/>
                  <a:pt x="541369" y="52614"/>
                  <a:pt x="541369" y="58931"/>
                </a:cubicBezTo>
                <a:close/>
                <a:moveTo>
                  <a:pt x="591903" y="7549"/>
                </a:moveTo>
                <a:lnTo>
                  <a:pt x="591903" y="27987"/>
                </a:lnTo>
                <a:lnTo>
                  <a:pt x="618854" y="27987"/>
                </a:lnTo>
                <a:lnTo>
                  <a:pt x="618854" y="37122"/>
                </a:lnTo>
                <a:lnTo>
                  <a:pt x="591903" y="37122"/>
                </a:lnTo>
                <a:lnTo>
                  <a:pt x="591903" y="76173"/>
                </a:lnTo>
                <a:cubicBezTo>
                  <a:pt x="591903" y="81502"/>
                  <a:pt x="592890" y="85232"/>
                  <a:pt x="594870" y="87363"/>
                </a:cubicBezTo>
                <a:cubicBezTo>
                  <a:pt x="596931" y="89419"/>
                  <a:pt x="600468" y="90446"/>
                  <a:pt x="605488" y="90446"/>
                </a:cubicBezTo>
                <a:lnTo>
                  <a:pt x="618854" y="90446"/>
                </a:lnTo>
                <a:lnTo>
                  <a:pt x="618854" y="99924"/>
                </a:lnTo>
                <a:lnTo>
                  <a:pt x="604348" y="99924"/>
                </a:lnTo>
                <a:cubicBezTo>
                  <a:pt x="595520" y="99924"/>
                  <a:pt x="589279" y="98173"/>
                  <a:pt x="585626" y="94671"/>
                </a:cubicBezTo>
                <a:cubicBezTo>
                  <a:pt x="581972" y="91094"/>
                  <a:pt x="580145" y="84927"/>
                  <a:pt x="580145" y="76173"/>
                </a:cubicBezTo>
                <a:lnTo>
                  <a:pt x="580145" y="37122"/>
                </a:lnTo>
                <a:lnTo>
                  <a:pt x="560962" y="37122"/>
                </a:lnTo>
                <a:lnTo>
                  <a:pt x="560962" y="27987"/>
                </a:lnTo>
                <a:lnTo>
                  <a:pt x="580145" y="27987"/>
                </a:lnTo>
                <a:lnTo>
                  <a:pt x="580145" y="7549"/>
                </a:lnTo>
                <a:close/>
                <a:moveTo>
                  <a:pt x="703186" y="60987"/>
                </a:moveTo>
                <a:lnTo>
                  <a:pt x="703186" y="66811"/>
                </a:lnTo>
                <a:lnTo>
                  <a:pt x="651915" y="66811"/>
                </a:lnTo>
                <a:lnTo>
                  <a:pt x="651915" y="67153"/>
                </a:lnTo>
                <a:cubicBezTo>
                  <a:pt x="651915" y="74993"/>
                  <a:pt x="653968" y="81084"/>
                  <a:pt x="658083" y="85422"/>
                </a:cubicBezTo>
                <a:cubicBezTo>
                  <a:pt x="662190" y="89685"/>
                  <a:pt x="667977" y="91817"/>
                  <a:pt x="675439" y="91817"/>
                </a:cubicBezTo>
                <a:cubicBezTo>
                  <a:pt x="679166" y="91817"/>
                  <a:pt x="683090" y="91208"/>
                  <a:pt x="687197" y="89990"/>
                </a:cubicBezTo>
                <a:cubicBezTo>
                  <a:pt x="691311" y="88771"/>
                  <a:pt x="695689" y="86944"/>
                  <a:pt x="700329" y="84509"/>
                </a:cubicBezTo>
                <a:lnTo>
                  <a:pt x="700329" y="96270"/>
                </a:lnTo>
                <a:cubicBezTo>
                  <a:pt x="695835" y="98097"/>
                  <a:pt x="691501" y="99467"/>
                  <a:pt x="687314" y="100381"/>
                </a:cubicBezTo>
                <a:cubicBezTo>
                  <a:pt x="683200" y="101294"/>
                  <a:pt x="679166" y="101751"/>
                  <a:pt x="675205" y="101751"/>
                </a:cubicBezTo>
                <a:cubicBezTo>
                  <a:pt x="664097" y="101751"/>
                  <a:pt x="655379" y="98402"/>
                  <a:pt x="649057" y="91703"/>
                </a:cubicBezTo>
                <a:cubicBezTo>
                  <a:pt x="642743" y="85003"/>
                  <a:pt x="639579" y="75793"/>
                  <a:pt x="639579" y="64070"/>
                </a:cubicBezTo>
                <a:cubicBezTo>
                  <a:pt x="639579" y="52576"/>
                  <a:pt x="642663" y="43402"/>
                  <a:pt x="648831" y="36551"/>
                </a:cubicBezTo>
                <a:cubicBezTo>
                  <a:pt x="654999" y="29700"/>
                  <a:pt x="663220" y="26275"/>
                  <a:pt x="673495" y="26275"/>
                </a:cubicBezTo>
                <a:cubicBezTo>
                  <a:pt x="682703" y="26275"/>
                  <a:pt x="689937" y="29396"/>
                  <a:pt x="695192" y="35638"/>
                </a:cubicBezTo>
                <a:cubicBezTo>
                  <a:pt x="700519" y="41804"/>
                  <a:pt x="703186" y="50254"/>
                  <a:pt x="703186" y="60987"/>
                </a:cubicBezTo>
                <a:close/>
                <a:moveTo>
                  <a:pt x="691311" y="57561"/>
                </a:moveTo>
                <a:cubicBezTo>
                  <a:pt x="691158" y="50634"/>
                  <a:pt x="689521" y="45381"/>
                  <a:pt x="686400" y="41804"/>
                </a:cubicBezTo>
                <a:cubicBezTo>
                  <a:pt x="683280" y="38150"/>
                  <a:pt x="678822" y="36323"/>
                  <a:pt x="673042" y="36323"/>
                </a:cubicBezTo>
                <a:cubicBezTo>
                  <a:pt x="667327" y="36323"/>
                  <a:pt x="662606" y="38226"/>
                  <a:pt x="658879" y="42032"/>
                </a:cubicBezTo>
                <a:cubicBezTo>
                  <a:pt x="655225" y="45762"/>
                  <a:pt x="653055" y="50939"/>
                  <a:pt x="652368" y="57561"/>
                </a:cubicBezTo>
                <a:close/>
                <a:moveTo>
                  <a:pt x="845243" y="37122"/>
                </a:moveTo>
                <a:lnTo>
                  <a:pt x="845243" y="12"/>
                </a:lnTo>
                <a:lnTo>
                  <a:pt x="857001" y="12"/>
                </a:lnTo>
                <a:lnTo>
                  <a:pt x="857001" y="99924"/>
                </a:lnTo>
                <a:lnTo>
                  <a:pt x="845243" y="99924"/>
                </a:lnTo>
                <a:lnTo>
                  <a:pt x="845243" y="90903"/>
                </a:lnTo>
                <a:cubicBezTo>
                  <a:pt x="843263" y="94405"/>
                  <a:pt x="840639" y="97107"/>
                  <a:pt x="837365" y="99010"/>
                </a:cubicBezTo>
                <a:cubicBezTo>
                  <a:pt x="834091" y="100837"/>
                  <a:pt x="830284" y="101751"/>
                  <a:pt x="825943" y="101751"/>
                </a:cubicBezTo>
                <a:cubicBezTo>
                  <a:pt x="817269" y="101751"/>
                  <a:pt x="810414" y="98402"/>
                  <a:pt x="805394" y="91703"/>
                </a:cubicBezTo>
                <a:cubicBezTo>
                  <a:pt x="800446" y="84927"/>
                  <a:pt x="797969" y="75603"/>
                  <a:pt x="797969" y="63727"/>
                </a:cubicBezTo>
                <a:cubicBezTo>
                  <a:pt x="797969" y="52080"/>
                  <a:pt x="800483" y="42946"/>
                  <a:pt x="805510" y="36323"/>
                </a:cubicBezTo>
                <a:cubicBezTo>
                  <a:pt x="810531" y="29624"/>
                  <a:pt x="817342" y="26275"/>
                  <a:pt x="825943" y="26275"/>
                </a:cubicBezTo>
                <a:cubicBezTo>
                  <a:pt x="830284" y="26275"/>
                  <a:pt x="834091" y="27226"/>
                  <a:pt x="837365" y="29129"/>
                </a:cubicBezTo>
                <a:cubicBezTo>
                  <a:pt x="840712" y="30956"/>
                  <a:pt x="843343" y="33621"/>
                  <a:pt x="845243" y="37122"/>
                </a:cubicBezTo>
                <a:close/>
                <a:moveTo>
                  <a:pt x="810414" y="64070"/>
                </a:moveTo>
                <a:cubicBezTo>
                  <a:pt x="810414" y="73205"/>
                  <a:pt x="811861" y="80132"/>
                  <a:pt x="814755" y="84851"/>
                </a:cubicBezTo>
                <a:cubicBezTo>
                  <a:pt x="817722" y="89495"/>
                  <a:pt x="822063" y="91817"/>
                  <a:pt x="827770" y="91817"/>
                </a:cubicBezTo>
                <a:cubicBezTo>
                  <a:pt x="833404" y="91817"/>
                  <a:pt x="837709" y="89457"/>
                  <a:pt x="840676" y="84737"/>
                </a:cubicBezTo>
                <a:cubicBezTo>
                  <a:pt x="843723" y="80017"/>
                  <a:pt x="845243" y="73128"/>
                  <a:pt x="845243" y="64070"/>
                </a:cubicBezTo>
                <a:cubicBezTo>
                  <a:pt x="845243" y="54935"/>
                  <a:pt x="843723" y="48046"/>
                  <a:pt x="840676" y="43402"/>
                </a:cubicBezTo>
                <a:cubicBezTo>
                  <a:pt x="837709" y="38683"/>
                  <a:pt x="833404" y="36323"/>
                  <a:pt x="827770" y="36323"/>
                </a:cubicBezTo>
                <a:cubicBezTo>
                  <a:pt x="822063" y="36323"/>
                  <a:pt x="817722" y="38645"/>
                  <a:pt x="814755" y="43288"/>
                </a:cubicBezTo>
                <a:cubicBezTo>
                  <a:pt x="811861" y="47932"/>
                  <a:pt x="810414" y="54859"/>
                  <a:pt x="810414" y="64070"/>
                </a:cubicBezTo>
                <a:close/>
                <a:moveTo>
                  <a:pt x="940764" y="60987"/>
                </a:moveTo>
                <a:lnTo>
                  <a:pt x="940764" y="66811"/>
                </a:lnTo>
                <a:lnTo>
                  <a:pt x="889499" y="66811"/>
                </a:lnTo>
                <a:lnTo>
                  <a:pt x="889499" y="67153"/>
                </a:lnTo>
                <a:cubicBezTo>
                  <a:pt x="889499" y="74993"/>
                  <a:pt x="891553" y="81084"/>
                  <a:pt x="895660" y="85422"/>
                </a:cubicBezTo>
                <a:cubicBezTo>
                  <a:pt x="899774" y="89685"/>
                  <a:pt x="905562" y="91817"/>
                  <a:pt x="913016" y="91817"/>
                </a:cubicBezTo>
                <a:cubicBezTo>
                  <a:pt x="916750" y="91817"/>
                  <a:pt x="920667" y="91208"/>
                  <a:pt x="924781" y="89990"/>
                </a:cubicBezTo>
                <a:cubicBezTo>
                  <a:pt x="928888" y="88771"/>
                  <a:pt x="933266" y="86944"/>
                  <a:pt x="937914" y="84509"/>
                </a:cubicBezTo>
                <a:lnTo>
                  <a:pt x="937914" y="96270"/>
                </a:lnTo>
                <a:cubicBezTo>
                  <a:pt x="933419" y="98097"/>
                  <a:pt x="929078" y="99467"/>
                  <a:pt x="924891" y="100381"/>
                </a:cubicBezTo>
                <a:cubicBezTo>
                  <a:pt x="920784" y="101294"/>
                  <a:pt x="916750" y="101751"/>
                  <a:pt x="912789" y="101751"/>
                </a:cubicBezTo>
                <a:cubicBezTo>
                  <a:pt x="901674" y="101751"/>
                  <a:pt x="892963" y="98402"/>
                  <a:pt x="886642" y="91703"/>
                </a:cubicBezTo>
                <a:cubicBezTo>
                  <a:pt x="880328" y="85003"/>
                  <a:pt x="877164" y="75793"/>
                  <a:pt x="877164" y="64070"/>
                </a:cubicBezTo>
                <a:cubicBezTo>
                  <a:pt x="877164" y="52576"/>
                  <a:pt x="880247" y="43402"/>
                  <a:pt x="886415" y="36551"/>
                </a:cubicBezTo>
                <a:cubicBezTo>
                  <a:pt x="892583" y="29700"/>
                  <a:pt x="900804" y="26275"/>
                  <a:pt x="911079" y="26275"/>
                </a:cubicBezTo>
                <a:cubicBezTo>
                  <a:pt x="920287" y="26275"/>
                  <a:pt x="927522" y="29396"/>
                  <a:pt x="932776" y="35638"/>
                </a:cubicBezTo>
                <a:cubicBezTo>
                  <a:pt x="938104" y="41804"/>
                  <a:pt x="940764" y="50254"/>
                  <a:pt x="940764" y="60987"/>
                </a:cubicBezTo>
                <a:close/>
                <a:moveTo>
                  <a:pt x="928888" y="57561"/>
                </a:moveTo>
                <a:cubicBezTo>
                  <a:pt x="928742" y="50634"/>
                  <a:pt x="927105" y="45381"/>
                  <a:pt x="923978" y="41804"/>
                </a:cubicBezTo>
                <a:cubicBezTo>
                  <a:pt x="920857" y="38150"/>
                  <a:pt x="916407" y="36323"/>
                  <a:pt x="910619" y="36323"/>
                </a:cubicBezTo>
                <a:cubicBezTo>
                  <a:pt x="904911" y="36323"/>
                  <a:pt x="900191" y="38226"/>
                  <a:pt x="896464" y="42032"/>
                </a:cubicBezTo>
                <a:cubicBezTo>
                  <a:pt x="892810" y="45762"/>
                  <a:pt x="890639" y="50939"/>
                  <a:pt x="889952" y="57561"/>
                </a:cubicBezTo>
                <a:close/>
                <a:moveTo>
                  <a:pt x="991867" y="35295"/>
                </a:moveTo>
                <a:cubicBezTo>
                  <a:pt x="993314" y="32250"/>
                  <a:pt x="995141" y="30005"/>
                  <a:pt x="997348" y="28559"/>
                </a:cubicBezTo>
                <a:cubicBezTo>
                  <a:pt x="999635" y="27036"/>
                  <a:pt x="1002376" y="26275"/>
                  <a:pt x="1005569" y="26275"/>
                </a:cubicBezTo>
                <a:cubicBezTo>
                  <a:pt x="1011357" y="26275"/>
                  <a:pt x="1015427" y="28521"/>
                  <a:pt x="1017788" y="33012"/>
                </a:cubicBezTo>
                <a:cubicBezTo>
                  <a:pt x="1020148" y="37427"/>
                  <a:pt x="1021332" y="45838"/>
                  <a:pt x="1021332" y="58247"/>
                </a:cubicBezTo>
                <a:lnTo>
                  <a:pt x="1021332" y="99924"/>
                </a:lnTo>
                <a:lnTo>
                  <a:pt x="1010597" y="99924"/>
                </a:lnTo>
                <a:lnTo>
                  <a:pt x="1010597" y="58703"/>
                </a:lnTo>
                <a:cubicBezTo>
                  <a:pt x="1010597" y="48579"/>
                  <a:pt x="1010027" y="42298"/>
                  <a:pt x="1008887" y="39862"/>
                </a:cubicBezTo>
                <a:cubicBezTo>
                  <a:pt x="1007740" y="37350"/>
                  <a:pt x="1005686" y="36094"/>
                  <a:pt x="1002719" y="36094"/>
                </a:cubicBezTo>
                <a:cubicBezTo>
                  <a:pt x="999292" y="36094"/>
                  <a:pt x="996931" y="37427"/>
                  <a:pt x="995638" y="40091"/>
                </a:cubicBezTo>
                <a:cubicBezTo>
                  <a:pt x="994418" y="42756"/>
                  <a:pt x="993811" y="48960"/>
                  <a:pt x="993811" y="58703"/>
                </a:cubicBezTo>
                <a:lnTo>
                  <a:pt x="993811" y="99924"/>
                </a:lnTo>
                <a:lnTo>
                  <a:pt x="982966" y="99924"/>
                </a:lnTo>
                <a:lnTo>
                  <a:pt x="982966" y="58703"/>
                </a:lnTo>
                <a:cubicBezTo>
                  <a:pt x="982966" y="48427"/>
                  <a:pt x="982352" y="42108"/>
                  <a:pt x="981139" y="39748"/>
                </a:cubicBezTo>
                <a:cubicBezTo>
                  <a:pt x="979919" y="37312"/>
                  <a:pt x="977712" y="36094"/>
                  <a:pt x="974511" y="36094"/>
                </a:cubicBezTo>
                <a:cubicBezTo>
                  <a:pt x="971391" y="36094"/>
                  <a:pt x="969220" y="37427"/>
                  <a:pt x="968007" y="40091"/>
                </a:cubicBezTo>
                <a:cubicBezTo>
                  <a:pt x="966787" y="42756"/>
                  <a:pt x="966180" y="48960"/>
                  <a:pt x="966180" y="58703"/>
                </a:cubicBezTo>
                <a:lnTo>
                  <a:pt x="966180" y="99924"/>
                </a:lnTo>
                <a:lnTo>
                  <a:pt x="955445" y="99924"/>
                </a:lnTo>
                <a:lnTo>
                  <a:pt x="955445" y="27987"/>
                </a:lnTo>
                <a:lnTo>
                  <a:pt x="966180" y="27987"/>
                </a:lnTo>
                <a:lnTo>
                  <a:pt x="966180" y="34153"/>
                </a:lnTo>
                <a:cubicBezTo>
                  <a:pt x="967627" y="31566"/>
                  <a:pt x="969418" y="29624"/>
                  <a:pt x="971544" y="28330"/>
                </a:cubicBezTo>
                <a:cubicBezTo>
                  <a:pt x="973678" y="26960"/>
                  <a:pt x="976075" y="26275"/>
                  <a:pt x="978742" y="26275"/>
                </a:cubicBezTo>
                <a:cubicBezTo>
                  <a:pt x="982016" y="26275"/>
                  <a:pt x="984713" y="27036"/>
                  <a:pt x="986847" y="28559"/>
                </a:cubicBezTo>
                <a:cubicBezTo>
                  <a:pt x="989054" y="30005"/>
                  <a:pt x="990727" y="32250"/>
                  <a:pt x="991867" y="35295"/>
                </a:cubicBezTo>
                <a:close/>
                <a:moveTo>
                  <a:pt x="1072779" y="63727"/>
                </a:moveTo>
                <a:lnTo>
                  <a:pt x="1068892" y="63727"/>
                </a:lnTo>
                <a:cubicBezTo>
                  <a:pt x="1061971" y="63727"/>
                  <a:pt x="1056753" y="64946"/>
                  <a:pt x="1053253" y="67381"/>
                </a:cubicBezTo>
                <a:cubicBezTo>
                  <a:pt x="1049752" y="69817"/>
                  <a:pt x="1047998" y="73433"/>
                  <a:pt x="1047998" y="78228"/>
                </a:cubicBezTo>
                <a:cubicBezTo>
                  <a:pt x="1047998" y="82568"/>
                  <a:pt x="1049292" y="85956"/>
                  <a:pt x="1051879" y="88391"/>
                </a:cubicBezTo>
                <a:cubicBezTo>
                  <a:pt x="1054546" y="90751"/>
                  <a:pt x="1058200" y="91931"/>
                  <a:pt x="1062841" y="91931"/>
                </a:cubicBezTo>
                <a:cubicBezTo>
                  <a:pt x="1069315" y="91931"/>
                  <a:pt x="1074416" y="89685"/>
                  <a:pt x="1078143" y="85194"/>
                </a:cubicBezTo>
                <a:cubicBezTo>
                  <a:pt x="1081878" y="80627"/>
                  <a:pt x="1083778" y="74346"/>
                  <a:pt x="1083851" y="66353"/>
                </a:cubicBezTo>
                <a:lnTo>
                  <a:pt x="1083851" y="63727"/>
                </a:lnTo>
                <a:close/>
                <a:moveTo>
                  <a:pt x="1095726" y="58931"/>
                </a:moveTo>
                <a:lnTo>
                  <a:pt x="1095726" y="99924"/>
                </a:lnTo>
                <a:lnTo>
                  <a:pt x="1083851" y="99924"/>
                </a:lnTo>
                <a:lnTo>
                  <a:pt x="1083851" y="89305"/>
                </a:lnTo>
                <a:cubicBezTo>
                  <a:pt x="1081264" y="93567"/>
                  <a:pt x="1078070" y="96727"/>
                  <a:pt x="1074263" y="98782"/>
                </a:cubicBezTo>
                <a:cubicBezTo>
                  <a:pt x="1070455" y="100761"/>
                  <a:pt x="1065815" y="101751"/>
                  <a:pt x="1060334" y="101751"/>
                </a:cubicBezTo>
                <a:cubicBezTo>
                  <a:pt x="1053026" y="101751"/>
                  <a:pt x="1047165" y="99695"/>
                  <a:pt x="1042744" y="95584"/>
                </a:cubicBezTo>
                <a:cubicBezTo>
                  <a:pt x="1038411" y="91474"/>
                  <a:pt x="1036240" y="85955"/>
                  <a:pt x="1036240" y="79028"/>
                </a:cubicBezTo>
                <a:cubicBezTo>
                  <a:pt x="1036240" y="70959"/>
                  <a:pt x="1038900" y="64869"/>
                  <a:pt x="1044228" y="60758"/>
                </a:cubicBezTo>
                <a:cubicBezTo>
                  <a:pt x="1049635" y="56572"/>
                  <a:pt x="1057550" y="54478"/>
                  <a:pt x="1067978" y="54478"/>
                </a:cubicBezTo>
                <a:lnTo>
                  <a:pt x="1083851" y="54478"/>
                </a:lnTo>
                <a:lnTo>
                  <a:pt x="1083851" y="52651"/>
                </a:lnTo>
                <a:cubicBezTo>
                  <a:pt x="1083778" y="46942"/>
                  <a:pt x="1082294" y="42794"/>
                  <a:pt x="1079400" y="40205"/>
                </a:cubicBezTo>
                <a:cubicBezTo>
                  <a:pt x="1076587" y="37617"/>
                  <a:pt x="1072019" y="36323"/>
                  <a:pt x="1065698" y="36323"/>
                </a:cubicBezTo>
                <a:cubicBezTo>
                  <a:pt x="1061664" y="36323"/>
                  <a:pt x="1057594" y="36894"/>
                  <a:pt x="1053479" y="38035"/>
                </a:cubicBezTo>
                <a:cubicBezTo>
                  <a:pt x="1049372" y="39177"/>
                  <a:pt x="1045375" y="40852"/>
                  <a:pt x="1041487" y="43060"/>
                </a:cubicBezTo>
                <a:lnTo>
                  <a:pt x="1041487" y="31299"/>
                </a:lnTo>
                <a:cubicBezTo>
                  <a:pt x="1045828" y="29624"/>
                  <a:pt x="1050015" y="28368"/>
                  <a:pt x="1054049" y="27531"/>
                </a:cubicBezTo>
                <a:cubicBezTo>
                  <a:pt x="1058083" y="26694"/>
                  <a:pt x="1061971" y="26275"/>
                  <a:pt x="1065698" y="26275"/>
                </a:cubicBezTo>
                <a:cubicBezTo>
                  <a:pt x="1071639" y="26275"/>
                  <a:pt x="1076696" y="27150"/>
                  <a:pt x="1080884" y="28901"/>
                </a:cubicBezTo>
                <a:cubicBezTo>
                  <a:pt x="1085144" y="30652"/>
                  <a:pt x="1088571" y="33278"/>
                  <a:pt x="1091158" y="36780"/>
                </a:cubicBezTo>
                <a:cubicBezTo>
                  <a:pt x="1092839" y="38911"/>
                  <a:pt x="1094016" y="41576"/>
                  <a:pt x="1094703" y="44772"/>
                </a:cubicBezTo>
                <a:cubicBezTo>
                  <a:pt x="1095390" y="47894"/>
                  <a:pt x="1095726" y="52614"/>
                  <a:pt x="1095726" y="58931"/>
                </a:cubicBezTo>
                <a:close/>
                <a:moveTo>
                  <a:pt x="1174351" y="55391"/>
                </a:moveTo>
                <a:lnTo>
                  <a:pt x="1174351" y="99924"/>
                </a:lnTo>
                <a:lnTo>
                  <a:pt x="1162475" y="99924"/>
                </a:lnTo>
                <a:lnTo>
                  <a:pt x="1162475" y="55391"/>
                </a:lnTo>
                <a:cubicBezTo>
                  <a:pt x="1162475" y="48921"/>
                  <a:pt x="1161335" y="44164"/>
                  <a:pt x="1159048" y="41119"/>
                </a:cubicBezTo>
                <a:cubicBezTo>
                  <a:pt x="1156841" y="38074"/>
                  <a:pt x="1153304" y="36551"/>
                  <a:pt x="1148430" y="36551"/>
                </a:cubicBezTo>
                <a:cubicBezTo>
                  <a:pt x="1142876" y="36551"/>
                  <a:pt x="1138615" y="38530"/>
                  <a:pt x="1135641" y="42489"/>
                </a:cubicBezTo>
                <a:cubicBezTo>
                  <a:pt x="1132674" y="46371"/>
                  <a:pt x="1131191" y="51966"/>
                  <a:pt x="1131191" y="59274"/>
                </a:cubicBezTo>
                <a:lnTo>
                  <a:pt x="1131191" y="99924"/>
                </a:lnTo>
                <a:lnTo>
                  <a:pt x="1119432" y="99924"/>
                </a:lnTo>
                <a:lnTo>
                  <a:pt x="1119432" y="27987"/>
                </a:lnTo>
                <a:lnTo>
                  <a:pt x="1131191" y="27987"/>
                </a:lnTo>
                <a:lnTo>
                  <a:pt x="1131191" y="38721"/>
                </a:lnTo>
                <a:cubicBezTo>
                  <a:pt x="1133325" y="34610"/>
                  <a:pt x="1136175" y="31527"/>
                  <a:pt x="1139755" y="29472"/>
                </a:cubicBezTo>
                <a:cubicBezTo>
                  <a:pt x="1143329" y="27341"/>
                  <a:pt x="1147597" y="26275"/>
                  <a:pt x="1152544" y="26275"/>
                </a:cubicBezTo>
                <a:cubicBezTo>
                  <a:pt x="1159852" y="26275"/>
                  <a:pt x="1165296" y="28673"/>
                  <a:pt x="1168870" y="33468"/>
                </a:cubicBezTo>
                <a:cubicBezTo>
                  <a:pt x="1172524" y="38264"/>
                  <a:pt x="1174351" y="45572"/>
                  <a:pt x="1174351" y="55391"/>
                </a:cubicBezTo>
                <a:close/>
                <a:moveTo>
                  <a:pt x="1241217" y="37122"/>
                </a:moveTo>
                <a:lnTo>
                  <a:pt x="1241217" y="12"/>
                </a:lnTo>
                <a:lnTo>
                  <a:pt x="1252976" y="12"/>
                </a:lnTo>
                <a:lnTo>
                  <a:pt x="1252976" y="99924"/>
                </a:lnTo>
                <a:lnTo>
                  <a:pt x="1241217" y="99924"/>
                </a:lnTo>
                <a:lnTo>
                  <a:pt x="1241217" y="90903"/>
                </a:lnTo>
                <a:cubicBezTo>
                  <a:pt x="1239237" y="94405"/>
                  <a:pt x="1236606" y="97107"/>
                  <a:pt x="1233339" y="99010"/>
                </a:cubicBezTo>
                <a:cubicBezTo>
                  <a:pt x="1230065" y="100837"/>
                  <a:pt x="1226258" y="101751"/>
                  <a:pt x="1221917" y="101751"/>
                </a:cubicBezTo>
                <a:cubicBezTo>
                  <a:pt x="1213236" y="101751"/>
                  <a:pt x="1206388" y="98402"/>
                  <a:pt x="1201368" y="91703"/>
                </a:cubicBezTo>
                <a:cubicBezTo>
                  <a:pt x="1196413" y="84927"/>
                  <a:pt x="1193943" y="75603"/>
                  <a:pt x="1193943" y="63727"/>
                </a:cubicBezTo>
                <a:cubicBezTo>
                  <a:pt x="1193943" y="52080"/>
                  <a:pt x="1196457" y="42946"/>
                  <a:pt x="1201477" y="36323"/>
                </a:cubicBezTo>
                <a:cubicBezTo>
                  <a:pt x="1206505" y="29624"/>
                  <a:pt x="1213316" y="26275"/>
                  <a:pt x="1221917" y="26275"/>
                </a:cubicBezTo>
                <a:cubicBezTo>
                  <a:pt x="1226258" y="26275"/>
                  <a:pt x="1230065" y="27226"/>
                  <a:pt x="1233339" y="29129"/>
                </a:cubicBezTo>
                <a:cubicBezTo>
                  <a:pt x="1236686" y="30956"/>
                  <a:pt x="1239310" y="33621"/>
                  <a:pt x="1241217" y="37122"/>
                </a:cubicBezTo>
                <a:close/>
                <a:moveTo>
                  <a:pt x="1206388" y="64070"/>
                </a:moveTo>
                <a:cubicBezTo>
                  <a:pt x="1206388" y="73205"/>
                  <a:pt x="1207835" y="80132"/>
                  <a:pt x="1210729" y="84851"/>
                </a:cubicBezTo>
                <a:cubicBezTo>
                  <a:pt x="1213696" y="89495"/>
                  <a:pt x="1218037" y="91817"/>
                  <a:pt x="1223744" y="91817"/>
                </a:cubicBezTo>
                <a:cubicBezTo>
                  <a:pt x="1229379" y="91817"/>
                  <a:pt x="1233676" y="89457"/>
                  <a:pt x="1236650" y="84737"/>
                </a:cubicBezTo>
                <a:cubicBezTo>
                  <a:pt x="1239690" y="80017"/>
                  <a:pt x="1241217" y="73128"/>
                  <a:pt x="1241217" y="64070"/>
                </a:cubicBezTo>
                <a:cubicBezTo>
                  <a:pt x="1241217" y="54935"/>
                  <a:pt x="1239690" y="48046"/>
                  <a:pt x="1236650" y="43402"/>
                </a:cubicBezTo>
                <a:cubicBezTo>
                  <a:pt x="1233676" y="38683"/>
                  <a:pt x="1229379" y="36323"/>
                  <a:pt x="1223744" y="36323"/>
                </a:cubicBezTo>
                <a:cubicBezTo>
                  <a:pt x="1218037" y="36323"/>
                  <a:pt x="1213696" y="38645"/>
                  <a:pt x="1210729" y="43288"/>
                </a:cubicBezTo>
                <a:cubicBezTo>
                  <a:pt x="1207835" y="47932"/>
                  <a:pt x="1206388" y="54859"/>
                  <a:pt x="1206388" y="64070"/>
                </a:cubicBezTo>
                <a:close/>
                <a:moveTo>
                  <a:pt x="1399600" y="63385"/>
                </a:moveTo>
                <a:cubicBezTo>
                  <a:pt x="1399600" y="54479"/>
                  <a:pt x="1398160" y="47742"/>
                  <a:pt x="1395266" y="43174"/>
                </a:cubicBezTo>
                <a:cubicBezTo>
                  <a:pt x="1392372" y="38607"/>
                  <a:pt x="1388148" y="36323"/>
                  <a:pt x="1382587" y="36323"/>
                </a:cubicBezTo>
                <a:cubicBezTo>
                  <a:pt x="1376806" y="36323"/>
                  <a:pt x="1372385" y="38607"/>
                  <a:pt x="1369345" y="43174"/>
                </a:cubicBezTo>
                <a:cubicBezTo>
                  <a:pt x="1366298" y="47742"/>
                  <a:pt x="1364778" y="54479"/>
                  <a:pt x="1364778" y="63385"/>
                </a:cubicBezTo>
                <a:cubicBezTo>
                  <a:pt x="1364778" y="72215"/>
                  <a:pt x="1366298" y="78952"/>
                  <a:pt x="1369345" y="83595"/>
                </a:cubicBezTo>
                <a:cubicBezTo>
                  <a:pt x="1372466" y="88239"/>
                  <a:pt x="1376916" y="90561"/>
                  <a:pt x="1382704" y="90561"/>
                </a:cubicBezTo>
                <a:cubicBezTo>
                  <a:pt x="1388185" y="90561"/>
                  <a:pt x="1392372" y="88239"/>
                  <a:pt x="1395266" y="83595"/>
                </a:cubicBezTo>
                <a:cubicBezTo>
                  <a:pt x="1398153" y="78952"/>
                  <a:pt x="1399600" y="72215"/>
                  <a:pt x="1399600" y="63385"/>
                </a:cubicBezTo>
                <a:close/>
                <a:moveTo>
                  <a:pt x="1411365" y="95242"/>
                </a:moveTo>
                <a:cubicBezTo>
                  <a:pt x="1411365" y="106051"/>
                  <a:pt x="1408815" y="114235"/>
                  <a:pt x="1403714" y="119792"/>
                </a:cubicBezTo>
                <a:cubicBezTo>
                  <a:pt x="1398613" y="125425"/>
                  <a:pt x="1391115" y="128242"/>
                  <a:pt x="1381220" y="128242"/>
                </a:cubicBezTo>
                <a:cubicBezTo>
                  <a:pt x="1378020" y="128242"/>
                  <a:pt x="1374636" y="127937"/>
                  <a:pt x="1371055" y="127328"/>
                </a:cubicBezTo>
                <a:cubicBezTo>
                  <a:pt x="1367482" y="126719"/>
                  <a:pt x="1363937" y="125844"/>
                  <a:pt x="1360437" y="124702"/>
                </a:cubicBezTo>
                <a:lnTo>
                  <a:pt x="1360437" y="112941"/>
                </a:lnTo>
                <a:cubicBezTo>
                  <a:pt x="1364624" y="114920"/>
                  <a:pt x="1368432" y="116366"/>
                  <a:pt x="1371852" y="117280"/>
                </a:cubicBezTo>
                <a:cubicBezTo>
                  <a:pt x="1375279" y="118269"/>
                  <a:pt x="1378400" y="118764"/>
                  <a:pt x="1381220" y="118764"/>
                </a:cubicBezTo>
                <a:cubicBezTo>
                  <a:pt x="1387615" y="118764"/>
                  <a:pt x="1392255" y="117013"/>
                  <a:pt x="1395149" y="113512"/>
                </a:cubicBezTo>
                <a:cubicBezTo>
                  <a:pt x="1398116" y="110086"/>
                  <a:pt x="1399600" y="104605"/>
                  <a:pt x="1399600" y="97069"/>
                </a:cubicBezTo>
                <a:lnTo>
                  <a:pt x="1399600" y="96498"/>
                </a:lnTo>
                <a:lnTo>
                  <a:pt x="1399600" y="88505"/>
                </a:lnTo>
                <a:cubicBezTo>
                  <a:pt x="1397700" y="92540"/>
                  <a:pt x="1395113" y="95546"/>
                  <a:pt x="1391839" y="97526"/>
                </a:cubicBezTo>
                <a:cubicBezTo>
                  <a:pt x="1388565" y="99505"/>
                  <a:pt x="1384604" y="100495"/>
                  <a:pt x="1379963" y="100495"/>
                </a:cubicBezTo>
                <a:cubicBezTo>
                  <a:pt x="1371589" y="100495"/>
                  <a:pt x="1364887" y="97145"/>
                  <a:pt x="1359867" y="90446"/>
                </a:cubicBezTo>
                <a:cubicBezTo>
                  <a:pt x="1354839" y="83671"/>
                  <a:pt x="1352333" y="74651"/>
                  <a:pt x="1352333" y="63385"/>
                </a:cubicBezTo>
                <a:cubicBezTo>
                  <a:pt x="1352333" y="52042"/>
                  <a:pt x="1354839" y="43022"/>
                  <a:pt x="1359867" y="36323"/>
                </a:cubicBezTo>
                <a:cubicBezTo>
                  <a:pt x="1364887" y="29624"/>
                  <a:pt x="1371589" y="26275"/>
                  <a:pt x="1379963" y="26275"/>
                </a:cubicBezTo>
                <a:cubicBezTo>
                  <a:pt x="1384604" y="26275"/>
                  <a:pt x="1388528" y="27188"/>
                  <a:pt x="1391722" y="29015"/>
                </a:cubicBezTo>
                <a:cubicBezTo>
                  <a:pt x="1394923" y="30842"/>
                  <a:pt x="1397546" y="33697"/>
                  <a:pt x="1399600" y="37579"/>
                </a:cubicBezTo>
                <a:lnTo>
                  <a:pt x="1399600" y="28216"/>
                </a:lnTo>
                <a:lnTo>
                  <a:pt x="1411365" y="28216"/>
                </a:lnTo>
                <a:close/>
                <a:moveTo>
                  <a:pt x="1497868" y="42832"/>
                </a:moveTo>
                <a:cubicBezTo>
                  <a:pt x="1495354" y="40852"/>
                  <a:pt x="1492767" y="39406"/>
                  <a:pt x="1490100" y="38493"/>
                </a:cubicBezTo>
                <a:cubicBezTo>
                  <a:pt x="1487513" y="37579"/>
                  <a:pt x="1484655" y="37122"/>
                  <a:pt x="1481535" y="37122"/>
                </a:cubicBezTo>
                <a:cubicBezTo>
                  <a:pt x="1474154" y="37122"/>
                  <a:pt x="1468520" y="39444"/>
                  <a:pt x="1464639" y="44088"/>
                </a:cubicBezTo>
                <a:cubicBezTo>
                  <a:pt x="1460759" y="48731"/>
                  <a:pt x="1458815" y="55430"/>
                  <a:pt x="1458815" y="64184"/>
                </a:cubicBezTo>
                <a:lnTo>
                  <a:pt x="1458815" y="99924"/>
                </a:lnTo>
                <a:lnTo>
                  <a:pt x="1446940" y="99924"/>
                </a:lnTo>
                <a:lnTo>
                  <a:pt x="1446940" y="27987"/>
                </a:lnTo>
                <a:lnTo>
                  <a:pt x="1458815" y="27987"/>
                </a:lnTo>
                <a:lnTo>
                  <a:pt x="1458815" y="42032"/>
                </a:lnTo>
                <a:cubicBezTo>
                  <a:pt x="1460795" y="36932"/>
                  <a:pt x="1463799" y="33049"/>
                  <a:pt x="1467833" y="30386"/>
                </a:cubicBezTo>
                <a:cubicBezTo>
                  <a:pt x="1471947" y="27645"/>
                  <a:pt x="1476814" y="26275"/>
                  <a:pt x="1482448" y="26275"/>
                </a:cubicBezTo>
                <a:cubicBezTo>
                  <a:pt x="1485342" y="26275"/>
                  <a:pt x="1488046" y="26655"/>
                  <a:pt x="1490560" y="27416"/>
                </a:cubicBezTo>
                <a:cubicBezTo>
                  <a:pt x="1493066" y="28102"/>
                  <a:pt x="1495507" y="29206"/>
                  <a:pt x="1497868" y="30728"/>
                </a:cubicBezTo>
                <a:close/>
                <a:moveTo>
                  <a:pt x="1542460" y="36323"/>
                </a:moveTo>
                <a:cubicBezTo>
                  <a:pt x="1536446" y="36323"/>
                  <a:pt x="1531878" y="38645"/>
                  <a:pt x="1528758" y="43288"/>
                </a:cubicBezTo>
                <a:cubicBezTo>
                  <a:pt x="1525718" y="47932"/>
                  <a:pt x="1524190" y="54859"/>
                  <a:pt x="1524190" y="64070"/>
                </a:cubicBezTo>
                <a:cubicBezTo>
                  <a:pt x="1524190" y="73128"/>
                  <a:pt x="1525718" y="80017"/>
                  <a:pt x="1528758" y="84737"/>
                </a:cubicBezTo>
                <a:cubicBezTo>
                  <a:pt x="1531878" y="89457"/>
                  <a:pt x="1536446" y="91817"/>
                  <a:pt x="1542460" y="91817"/>
                </a:cubicBezTo>
                <a:cubicBezTo>
                  <a:pt x="1548474" y="91817"/>
                  <a:pt x="1553005" y="89457"/>
                  <a:pt x="1556053" y="84737"/>
                </a:cubicBezTo>
                <a:cubicBezTo>
                  <a:pt x="1559173" y="80017"/>
                  <a:pt x="1560730" y="73128"/>
                  <a:pt x="1560730" y="64070"/>
                </a:cubicBezTo>
                <a:cubicBezTo>
                  <a:pt x="1560730" y="54859"/>
                  <a:pt x="1559173" y="47932"/>
                  <a:pt x="1556053" y="43288"/>
                </a:cubicBezTo>
                <a:cubicBezTo>
                  <a:pt x="1553005" y="38645"/>
                  <a:pt x="1548474" y="36323"/>
                  <a:pt x="1542460" y="36323"/>
                </a:cubicBezTo>
                <a:close/>
                <a:moveTo>
                  <a:pt x="1542460" y="26275"/>
                </a:moveTo>
                <a:cubicBezTo>
                  <a:pt x="1552435" y="26275"/>
                  <a:pt x="1560043" y="29510"/>
                  <a:pt x="1565297" y="35980"/>
                </a:cubicBezTo>
                <a:cubicBezTo>
                  <a:pt x="1570624" y="42451"/>
                  <a:pt x="1573292" y="51814"/>
                  <a:pt x="1573292" y="64070"/>
                </a:cubicBezTo>
                <a:cubicBezTo>
                  <a:pt x="1573292" y="76326"/>
                  <a:pt x="1570624" y="85689"/>
                  <a:pt x="1565297" y="92159"/>
                </a:cubicBezTo>
                <a:cubicBezTo>
                  <a:pt x="1560043" y="98554"/>
                  <a:pt x="1552435" y="101751"/>
                  <a:pt x="1542460" y="101751"/>
                </a:cubicBezTo>
                <a:cubicBezTo>
                  <a:pt x="1532412" y="101751"/>
                  <a:pt x="1524761" y="98554"/>
                  <a:pt x="1519513" y="92159"/>
                </a:cubicBezTo>
                <a:cubicBezTo>
                  <a:pt x="1514259" y="85689"/>
                  <a:pt x="1511636" y="76326"/>
                  <a:pt x="1511636" y="64070"/>
                </a:cubicBezTo>
                <a:cubicBezTo>
                  <a:pt x="1511636" y="51814"/>
                  <a:pt x="1514259" y="42451"/>
                  <a:pt x="1519513" y="35980"/>
                </a:cubicBezTo>
                <a:cubicBezTo>
                  <a:pt x="1524761" y="29510"/>
                  <a:pt x="1532412" y="26275"/>
                  <a:pt x="1542460" y="26275"/>
                </a:cubicBezTo>
                <a:close/>
                <a:moveTo>
                  <a:pt x="1594594" y="72634"/>
                </a:moveTo>
                <a:lnTo>
                  <a:pt x="1594594" y="28102"/>
                </a:lnTo>
                <a:lnTo>
                  <a:pt x="1606352" y="28102"/>
                </a:lnTo>
                <a:lnTo>
                  <a:pt x="1606352" y="72634"/>
                </a:lnTo>
                <a:cubicBezTo>
                  <a:pt x="1606352" y="79105"/>
                  <a:pt x="1607500" y="83862"/>
                  <a:pt x="1609780" y="86907"/>
                </a:cubicBezTo>
                <a:cubicBezTo>
                  <a:pt x="1612067" y="89952"/>
                  <a:pt x="1615604" y="91475"/>
                  <a:pt x="1620398" y="91475"/>
                </a:cubicBezTo>
                <a:cubicBezTo>
                  <a:pt x="1626032" y="91475"/>
                  <a:pt x="1630293" y="89534"/>
                  <a:pt x="1633187" y="85651"/>
                </a:cubicBezTo>
                <a:cubicBezTo>
                  <a:pt x="1636161" y="81692"/>
                  <a:pt x="1637644" y="76059"/>
                  <a:pt x="1637644" y="68752"/>
                </a:cubicBezTo>
                <a:lnTo>
                  <a:pt x="1637644" y="28102"/>
                </a:lnTo>
                <a:lnTo>
                  <a:pt x="1649520" y="28102"/>
                </a:lnTo>
                <a:lnTo>
                  <a:pt x="1649520" y="99924"/>
                </a:lnTo>
                <a:lnTo>
                  <a:pt x="1637644" y="99924"/>
                </a:lnTo>
                <a:lnTo>
                  <a:pt x="1637644" y="89076"/>
                </a:lnTo>
                <a:cubicBezTo>
                  <a:pt x="1635584" y="93263"/>
                  <a:pt x="1632733" y="96422"/>
                  <a:pt x="1629080" y="98554"/>
                </a:cubicBezTo>
                <a:cubicBezTo>
                  <a:pt x="1625499" y="100685"/>
                  <a:pt x="1621275" y="101751"/>
                  <a:pt x="1616401" y="101751"/>
                </a:cubicBezTo>
                <a:cubicBezTo>
                  <a:pt x="1609020" y="101751"/>
                  <a:pt x="1603539" y="99353"/>
                  <a:pt x="1599958" y="94557"/>
                </a:cubicBezTo>
                <a:cubicBezTo>
                  <a:pt x="1596384" y="89761"/>
                  <a:pt x="1594594" y="82453"/>
                  <a:pt x="1594594" y="72634"/>
                </a:cubicBezTo>
                <a:close/>
                <a:moveTo>
                  <a:pt x="1685321" y="90903"/>
                </a:moveTo>
                <a:lnTo>
                  <a:pt x="1685321" y="127328"/>
                </a:lnTo>
                <a:lnTo>
                  <a:pt x="1673445" y="127328"/>
                </a:lnTo>
                <a:lnTo>
                  <a:pt x="1673445" y="27987"/>
                </a:lnTo>
                <a:lnTo>
                  <a:pt x="1685321" y="27987"/>
                </a:lnTo>
                <a:lnTo>
                  <a:pt x="1685321" y="37122"/>
                </a:lnTo>
                <a:cubicBezTo>
                  <a:pt x="1687301" y="33621"/>
                  <a:pt x="1689925" y="30956"/>
                  <a:pt x="1693198" y="29129"/>
                </a:cubicBezTo>
                <a:cubicBezTo>
                  <a:pt x="1696472" y="27226"/>
                  <a:pt x="1700243" y="26275"/>
                  <a:pt x="1704504" y="26275"/>
                </a:cubicBezTo>
                <a:cubicBezTo>
                  <a:pt x="1713185" y="26275"/>
                  <a:pt x="1719996" y="29624"/>
                  <a:pt x="1724944" y="36323"/>
                </a:cubicBezTo>
                <a:cubicBezTo>
                  <a:pt x="1729891" y="43022"/>
                  <a:pt x="1732368" y="52347"/>
                  <a:pt x="1732368" y="64298"/>
                </a:cubicBezTo>
                <a:cubicBezTo>
                  <a:pt x="1732368" y="75945"/>
                  <a:pt x="1729891" y="85117"/>
                  <a:pt x="1724944" y="91817"/>
                </a:cubicBezTo>
                <a:cubicBezTo>
                  <a:pt x="1719996" y="98440"/>
                  <a:pt x="1713185" y="101751"/>
                  <a:pt x="1704504" y="101751"/>
                </a:cubicBezTo>
                <a:cubicBezTo>
                  <a:pt x="1700163" y="101751"/>
                  <a:pt x="1696355" y="100837"/>
                  <a:pt x="1693089" y="99010"/>
                </a:cubicBezTo>
                <a:cubicBezTo>
                  <a:pt x="1689815" y="97107"/>
                  <a:pt x="1687228" y="94405"/>
                  <a:pt x="1685321" y="90903"/>
                </a:cubicBezTo>
                <a:close/>
                <a:moveTo>
                  <a:pt x="1720033" y="64070"/>
                </a:moveTo>
                <a:cubicBezTo>
                  <a:pt x="1720033" y="54859"/>
                  <a:pt x="1718586" y="47932"/>
                  <a:pt x="1715692" y="43288"/>
                </a:cubicBezTo>
                <a:cubicBezTo>
                  <a:pt x="1712805" y="38645"/>
                  <a:pt x="1708501" y="36323"/>
                  <a:pt x="1702794" y="36323"/>
                </a:cubicBezTo>
                <a:cubicBezTo>
                  <a:pt x="1697079" y="36323"/>
                  <a:pt x="1692745" y="38683"/>
                  <a:pt x="1689771" y="43402"/>
                </a:cubicBezTo>
                <a:cubicBezTo>
                  <a:pt x="1686804" y="48046"/>
                  <a:pt x="1685321" y="54935"/>
                  <a:pt x="1685321" y="64070"/>
                </a:cubicBezTo>
                <a:cubicBezTo>
                  <a:pt x="1685321" y="73128"/>
                  <a:pt x="1686804" y="80017"/>
                  <a:pt x="1689771" y="84737"/>
                </a:cubicBezTo>
                <a:cubicBezTo>
                  <a:pt x="1692745" y="89457"/>
                  <a:pt x="1697079" y="91817"/>
                  <a:pt x="1702794" y="91817"/>
                </a:cubicBezTo>
                <a:cubicBezTo>
                  <a:pt x="1708501" y="91817"/>
                  <a:pt x="1712805" y="89495"/>
                  <a:pt x="1715692" y="84851"/>
                </a:cubicBezTo>
                <a:cubicBezTo>
                  <a:pt x="1718586" y="80132"/>
                  <a:pt x="1720033" y="73205"/>
                  <a:pt x="1720033" y="64070"/>
                </a:cubicBezTo>
                <a:close/>
                <a:moveTo>
                  <a:pt x="1833436" y="4009"/>
                </a:moveTo>
                <a:lnTo>
                  <a:pt x="1846451" y="4009"/>
                </a:lnTo>
                <a:lnTo>
                  <a:pt x="1846451" y="88962"/>
                </a:lnTo>
                <a:lnTo>
                  <a:pt x="1892812" y="88962"/>
                </a:lnTo>
                <a:lnTo>
                  <a:pt x="1892812" y="99924"/>
                </a:lnTo>
                <a:lnTo>
                  <a:pt x="1833436" y="99924"/>
                </a:lnTo>
                <a:close/>
                <a:moveTo>
                  <a:pt x="2022993" y="24676"/>
                </a:moveTo>
                <a:lnTo>
                  <a:pt x="2022993" y="53222"/>
                </a:lnTo>
                <a:lnTo>
                  <a:pt x="2051537" y="53222"/>
                </a:lnTo>
                <a:lnTo>
                  <a:pt x="2051537" y="64184"/>
                </a:lnTo>
                <a:lnTo>
                  <a:pt x="2022993" y="64184"/>
                </a:lnTo>
                <a:lnTo>
                  <a:pt x="2022993" y="92616"/>
                </a:lnTo>
                <a:lnTo>
                  <a:pt x="2012148" y="92616"/>
                </a:lnTo>
                <a:lnTo>
                  <a:pt x="2012148" y="64184"/>
                </a:lnTo>
                <a:lnTo>
                  <a:pt x="1983713" y="64184"/>
                </a:lnTo>
                <a:lnTo>
                  <a:pt x="1983713" y="53222"/>
                </a:lnTo>
                <a:lnTo>
                  <a:pt x="2012148" y="53222"/>
                </a:lnTo>
                <a:lnTo>
                  <a:pt x="2012148" y="24676"/>
                </a:lnTo>
                <a:close/>
                <a:moveTo>
                  <a:pt x="2191548" y="63385"/>
                </a:moveTo>
                <a:cubicBezTo>
                  <a:pt x="2191548" y="54479"/>
                  <a:pt x="2190101" y="47742"/>
                  <a:pt x="2187207" y="43174"/>
                </a:cubicBezTo>
                <a:cubicBezTo>
                  <a:pt x="2184313" y="38607"/>
                  <a:pt x="2180089" y="36323"/>
                  <a:pt x="2174528" y="36323"/>
                </a:cubicBezTo>
                <a:cubicBezTo>
                  <a:pt x="2168747" y="36323"/>
                  <a:pt x="2164334" y="38607"/>
                  <a:pt x="2161286" y="43174"/>
                </a:cubicBezTo>
                <a:cubicBezTo>
                  <a:pt x="2158239" y="47742"/>
                  <a:pt x="2156719" y="54479"/>
                  <a:pt x="2156719" y="63385"/>
                </a:cubicBezTo>
                <a:cubicBezTo>
                  <a:pt x="2156719" y="72215"/>
                  <a:pt x="2158239" y="78952"/>
                  <a:pt x="2161286" y="83595"/>
                </a:cubicBezTo>
                <a:cubicBezTo>
                  <a:pt x="2164406" y="88239"/>
                  <a:pt x="2168857" y="90561"/>
                  <a:pt x="2174645" y="90561"/>
                </a:cubicBezTo>
                <a:cubicBezTo>
                  <a:pt x="2180126" y="90561"/>
                  <a:pt x="2184313" y="88239"/>
                  <a:pt x="2187207" y="83595"/>
                </a:cubicBezTo>
                <a:cubicBezTo>
                  <a:pt x="2190101" y="78952"/>
                  <a:pt x="2191548" y="72215"/>
                  <a:pt x="2191548" y="63385"/>
                </a:cubicBezTo>
                <a:close/>
                <a:moveTo>
                  <a:pt x="2203306" y="95242"/>
                </a:moveTo>
                <a:cubicBezTo>
                  <a:pt x="2203306" y="106051"/>
                  <a:pt x="2200756" y="114235"/>
                  <a:pt x="2195655" y="119792"/>
                </a:cubicBezTo>
                <a:cubicBezTo>
                  <a:pt x="2190554" y="125425"/>
                  <a:pt x="2183056" y="128242"/>
                  <a:pt x="2173161" y="128242"/>
                </a:cubicBezTo>
                <a:cubicBezTo>
                  <a:pt x="2169960" y="128242"/>
                  <a:pt x="2166577" y="127937"/>
                  <a:pt x="2162996" y="127328"/>
                </a:cubicBezTo>
                <a:cubicBezTo>
                  <a:pt x="2159422" y="126719"/>
                  <a:pt x="2155878" y="125844"/>
                  <a:pt x="2152378" y="124702"/>
                </a:cubicBezTo>
                <a:lnTo>
                  <a:pt x="2152378" y="112941"/>
                </a:lnTo>
                <a:cubicBezTo>
                  <a:pt x="2156565" y="114920"/>
                  <a:pt x="2160373" y="116366"/>
                  <a:pt x="2163800" y="117280"/>
                </a:cubicBezTo>
                <a:cubicBezTo>
                  <a:pt x="2167220" y="118269"/>
                  <a:pt x="2170341" y="118764"/>
                  <a:pt x="2173161" y="118764"/>
                </a:cubicBezTo>
                <a:cubicBezTo>
                  <a:pt x="2179556" y="118764"/>
                  <a:pt x="2184196" y="117013"/>
                  <a:pt x="2187090" y="113512"/>
                </a:cubicBezTo>
                <a:cubicBezTo>
                  <a:pt x="2190057" y="110086"/>
                  <a:pt x="2191548" y="104605"/>
                  <a:pt x="2191548" y="97069"/>
                </a:cubicBezTo>
                <a:lnTo>
                  <a:pt x="2191548" y="96498"/>
                </a:lnTo>
                <a:lnTo>
                  <a:pt x="2191548" y="88505"/>
                </a:lnTo>
                <a:cubicBezTo>
                  <a:pt x="2189640" y="92540"/>
                  <a:pt x="2187053" y="95546"/>
                  <a:pt x="2183780" y="97526"/>
                </a:cubicBezTo>
                <a:cubicBezTo>
                  <a:pt x="2180506" y="99505"/>
                  <a:pt x="2176545" y="100495"/>
                  <a:pt x="2171904" y="100495"/>
                </a:cubicBezTo>
                <a:cubicBezTo>
                  <a:pt x="2163530" y="100495"/>
                  <a:pt x="2156836" y="97145"/>
                  <a:pt x="2151808" y="90446"/>
                </a:cubicBezTo>
                <a:cubicBezTo>
                  <a:pt x="2146787" y="83671"/>
                  <a:pt x="2144273" y="74651"/>
                  <a:pt x="2144273" y="63385"/>
                </a:cubicBezTo>
                <a:cubicBezTo>
                  <a:pt x="2144273" y="52042"/>
                  <a:pt x="2146787" y="43022"/>
                  <a:pt x="2151808" y="36323"/>
                </a:cubicBezTo>
                <a:cubicBezTo>
                  <a:pt x="2156836" y="29624"/>
                  <a:pt x="2163530" y="26275"/>
                  <a:pt x="2171904" y="26275"/>
                </a:cubicBezTo>
                <a:cubicBezTo>
                  <a:pt x="2176545" y="26275"/>
                  <a:pt x="2180469" y="27188"/>
                  <a:pt x="2183663" y="29015"/>
                </a:cubicBezTo>
                <a:cubicBezTo>
                  <a:pt x="2186863" y="30842"/>
                  <a:pt x="2189487" y="33697"/>
                  <a:pt x="2191548" y="37579"/>
                </a:cubicBezTo>
                <a:lnTo>
                  <a:pt x="2191548" y="28216"/>
                </a:lnTo>
                <a:lnTo>
                  <a:pt x="2203306" y="28216"/>
                </a:lnTo>
                <a:close/>
                <a:moveTo>
                  <a:pt x="2289809" y="42832"/>
                </a:moveTo>
                <a:cubicBezTo>
                  <a:pt x="2287295" y="40852"/>
                  <a:pt x="2284708" y="39406"/>
                  <a:pt x="2282041" y="38493"/>
                </a:cubicBezTo>
                <a:cubicBezTo>
                  <a:pt x="2279454" y="37579"/>
                  <a:pt x="2276603" y="37122"/>
                  <a:pt x="2273476" y="37122"/>
                </a:cubicBezTo>
                <a:cubicBezTo>
                  <a:pt x="2266095" y="37122"/>
                  <a:pt x="2260461" y="39444"/>
                  <a:pt x="2256580" y="44088"/>
                </a:cubicBezTo>
                <a:cubicBezTo>
                  <a:pt x="2252700" y="48731"/>
                  <a:pt x="2250756" y="55430"/>
                  <a:pt x="2250756" y="64184"/>
                </a:cubicBezTo>
                <a:lnTo>
                  <a:pt x="2250756" y="99924"/>
                </a:lnTo>
                <a:lnTo>
                  <a:pt x="2238881" y="99924"/>
                </a:lnTo>
                <a:lnTo>
                  <a:pt x="2238881" y="27987"/>
                </a:lnTo>
                <a:lnTo>
                  <a:pt x="2250756" y="27987"/>
                </a:lnTo>
                <a:lnTo>
                  <a:pt x="2250756" y="42032"/>
                </a:lnTo>
                <a:cubicBezTo>
                  <a:pt x="2252736" y="36932"/>
                  <a:pt x="2255740" y="33049"/>
                  <a:pt x="2259774" y="30386"/>
                </a:cubicBezTo>
                <a:cubicBezTo>
                  <a:pt x="2263888" y="27645"/>
                  <a:pt x="2268762" y="26275"/>
                  <a:pt x="2274389" y="26275"/>
                </a:cubicBezTo>
                <a:cubicBezTo>
                  <a:pt x="2277283" y="26275"/>
                  <a:pt x="2279987" y="26655"/>
                  <a:pt x="2282501" y="27416"/>
                </a:cubicBezTo>
                <a:cubicBezTo>
                  <a:pt x="2285015" y="28102"/>
                  <a:pt x="2287448" y="29206"/>
                  <a:pt x="2289809" y="30728"/>
                </a:cubicBezTo>
                <a:close/>
                <a:moveTo>
                  <a:pt x="2334401" y="36323"/>
                </a:moveTo>
                <a:cubicBezTo>
                  <a:pt x="2328387" y="36323"/>
                  <a:pt x="2323819" y="38645"/>
                  <a:pt x="2320699" y="43288"/>
                </a:cubicBezTo>
                <a:cubicBezTo>
                  <a:pt x="2317659" y="47932"/>
                  <a:pt x="2316131" y="54859"/>
                  <a:pt x="2316131" y="64070"/>
                </a:cubicBezTo>
                <a:cubicBezTo>
                  <a:pt x="2316131" y="73128"/>
                  <a:pt x="2317659" y="80017"/>
                  <a:pt x="2320699" y="84737"/>
                </a:cubicBezTo>
                <a:cubicBezTo>
                  <a:pt x="2323819" y="89457"/>
                  <a:pt x="2328387" y="91817"/>
                  <a:pt x="2334401" y="91817"/>
                </a:cubicBezTo>
                <a:cubicBezTo>
                  <a:pt x="2340415" y="91817"/>
                  <a:pt x="2344946" y="89457"/>
                  <a:pt x="2347994" y="84737"/>
                </a:cubicBezTo>
                <a:cubicBezTo>
                  <a:pt x="2351114" y="80017"/>
                  <a:pt x="2352670" y="73128"/>
                  <a:pt x="2352670" y="64070"/>
                </a:cubicBezTo>
                <a:cubicBezTo>
                  <a:pt x="2352670" y="54859"/>
                  <a:pt x="2351114" y="47932"/>
                  <a:pt x="2347994" y="43288"/>
                </a:cubicBezTo>
                <a:cubicBezTo>
                  <a:pt x="2344946" y="38645"/>
                  <a:pt x="2340415" y="36323"/>
                  <a:pt x="2334401" y="36323"/>
                </a:cubicBezTo>
                <a:close/>
                <a:moveTo>
                  <a:pt x="2334401" y="26275"/>
                </a:moveTo>
                <a:cubicBezTo>
                  <a:pt x="2344376" y="26275"/>
                  <a:pt x="2351991" y="29510"/>
                  <a:pt x="2357238" y="35980"/>
                </a:cubicBezTo>
                <a:cubicBezTo>
                  <a:pt x="2362573" y="42451"/>
                  <a:pt x="2365233" y="51814"/>
                  <a:pt x="2365233" y="64070"/>
                </a:cubicBezTo>
                <a:cubicBezTo>
                  <a:pt x="2365233" y="76326"/>
                  <a:pt x="2362573" y="85689"/>
                  <a:pt x="2357238" y="92159"/>
                </a:cubicBezTo>
                <a:cubicBezTo>
                  <a:pt x="2351991" y="98554"/>
                  <a:pt x="2344376" y="101751"/>
                  <a:pt x="2334401" y="101751"/>
                </a:cubicBezTo>
                <a:cubicBezTo>
                  <a:pt x="2324353" y="101751"/>
                  <a:pt x="2316709" y="98554"/>
                  <a:pt x="2311454" y="92159"/>
                </a:cubicBezTo>
                <a:cubicBezTo>
                  <a:pt x="2306200" y="85689"/>
                  <a:pt x="2303577" y="76326"/>
                  <a:pt x="2303577" y="64070"/>
                </a:cubicBezTo>
                <a:cubicBezTo>
                  <a:pt x="2303577" y="51814"/>
                  <a:pt x="2306200" y="42451"/>
                  <a:pt x="2311454" y="35980"/>
                </a:cubicBezTo>
                <a:cubicBezTo>
                  <a:pt x="2316709" y="29510"/>
                  <a:pt x="2324353" y="26275"/>
                  <a:pt x="2334401" y="26275"/>
                </a:cubicBezTo>
                <a:close/>
                <a:moveTo>
                  <a:pt x="2386535" y="72634"/>
                </a:moveTo>
                <a:lnTo>
                  <a:pt x="2386535" y="28102"/>
                </a:lnTo>
                <a:lnTo>
                  <a:pt x="2398293" y="28102"/>
                </a:lnTo>
                <a:lnTo>
                  <a:pt x="2398293" y="72634"/>
                </a:lnTo>
                <a:cubicBezTo>
                  <a:pt x="2398293" y="79105"/>
                  <a:pt x="2399441" y="83862"/>
                  <a:pt x="2401721" y="86907"/>
                </a:cubicBezTo>
                <a:cubicBezTo>
                  <a:pt x="2404008" y="89952"/>
                  <a:pt x="2407545" y="91475"/>
                  <a:pt x="2412339" y="91475"/>
                </a:cubicBezTo>
                <a:cubicBezTo>
                  <a:pt x="2417973" y="91475"/>
                  <a:pt x="2422241" y="89534"/>
                  <a:pt x="2425127" y="85651"/>
                </a:cubicBezTo>
                <a:cubicBezTo>
                  <a:pt x="2428102" y="81692"/>
                  <a:pt x="2429585" y="76059"/>
                  <a:pt x="2429585" y="68752"/>
                </a:cubicBezTo>
                <a:lnTo>
                  <a:pt x="2429585" y="28102"/>
                </a:lnTo>
                <a:lnTo>
                  <a:pt x="2441461" y="28102"/>
                </a:lnTo>
                <a:lnTo>
                  <a:pt x="2441461" y="99924"/>
                </a:lnTo>
                <a:lnTo>
                  <a:pt x="2429585" y="99924"/>
                </a:lnTo>
                <a:lnTo>
                  <a:pt x="2429585" y="89076"/>
                </a:lnTo>
                <a:cubicBezTo>
                  <a:pt x="2427532" y="93263"/>
                  <a:pt x="2424675" y="96422"/>
                  <a:pt x="2421021" y="98554"/>
                </a:cubicBezTo>
                <a:cubicBezTo>
                  <a:pt x="2417440" y="100685"/>
                  <a:pt x="2413216" y="101751"/>
                  <a:pt x="2408341" y="101751"/>
                </a:cubicBezTo>
                <a:cubicBezTo>
                  <a:pt x="2400960" y="101751"/>
                  <a:pt x="2395480" y="99353"/>
                  <a:pt x="2391899" y="94557"/>
                </a:cubicBezTo>
                <a:cubicBezTo>
                  <a:pt x="2388325" y="89761"/>
                  <a:pt x="2386535" y="82453"/>
                  <a:pt x="2386535" y="72634"/>
                </a:cubicBezTo>
                <a:close/>
                <a:moveTo>
                  <a:pt x="2477261" y="90903"/>
                </a:moveTo>
                <a:lnTo>
                  <a:pt x="2477261" y="127328"/>
                </a:lnTo>
                <a:lnTo>
                  <a:pt x="2465386" y="127328"/>
                </a:lnTo>
                <a:lnTo>
                  <a:pt x="2465386" y="27987"/>
                </a:lnTo>
                <a:lnTo>
                  <a:pt x="2477261" y="27987"/>
                </a:lnTo>
                <a:lnTo>
                  <a:pt x="2477261" y="37122"/>
                </a:lnTo>
                <a:cubicBezTo>
                  <a:pt x="2479242" y="33621"/>
                  <a:pt x="2481865" y="30956"/>
                  <a:pt x="2485139" y="29129"/>
                </a:cubicBezTo>
                <a:cubicBezTo>
                  <a:pt x="2488413" y="27226"/>
                  <a:pt x="2492184" y="26275"/>
                  <a:pt x="2496444" y="26275"/>
                </a:cubicBezTo>
                <a:cubicBezTo>
                  <a:pt x="2505126" y="26275"/>
                  <a:pt x="2511937" y="29624"/>
                  <a:pt x="2516884" y="36323"/>
                </a:cubicBezTo>
                <a:cubicBezTo>
                  <a:pt x="2521832" y="43022"/>
                  <a:pt x="2524309" y="52347"/>
                  <a:pt x="2524309" y="64298"/>
                </a:cubicBezTo>
                <a:cubicBezTo>
                  <a:pt x="2524309" y="75945"/>
                  <a:pt x="2521832" y="85117"/>
                  <a:pt x="2516884" y="91817"/>
                </a:cubicBezTo>
                <a:cubicBezTo>
                  <a:pt x="2511937" y="98440"/>
                  <a:pt x="2505126" y="101751"/>
                  <a:pt x="2496444" y="101751"/>
                </a:cubicBezTo>
                <a:cubicBezTo>
                  <a:pt x="2492104" y="101751"/>
                  <a:pt x="2488304" y="100837"/>
                  <a:pt x="2485030" y="99010"/>
                </a:cubicBezTo>
                <a:cubicBezTo>
                  <a:pt x="2481756" y="97107"/>
                  <a:pt x="2479169" y="94405"/>
                  <a:pt x="2477261" y="90903"/>
                </a:cubicBezTo>
                <a:close/>
                <a:moveTo>
                  <a:pt x="2511974" y="64070"/>
                </a:moveTo>
                <a:cubicBezTo>
                  <a:pt x="2511974" y="54859"/>
                  <a:pt x="2510527" y="47932"/>
                  <a:pt x="2507633" y="43288"/>
                </a:cubicBezTo>
                <a:cubicBezTo>
                  <a:pt x="2504746" y="38645"/>
                  <a:pt x="2500442" y="36323"/>
                  <a:pt x="2494734" y="36323"/>
                </a:cubicBezTo>
                <a:cubicBezTo>
                  <a:pt x="2489027" y="36323"/>
                  <a:pt x="2484686" y="38683"/>
                  <a:pt x="2481719" y="43402"/>
                </a:cubicBezTo>
                <a:cubicBezTo>
                  <a:pt x="2478745" y="48046"/>
                  <a:pt x="2477261" y="54935"/>
                  <a:pt x="2477261" y="64070"/>
                </a:cubicBezTo>
                <a:cubicBezTo>
                  <a:pt x="2477261" y="73128"/>
                  <a:pt x="2478745" y="80017"/>
                  <a:pt x="2481719" y="84737"/>
                </a:cubicBezTo>
                <a:cubicBezTo>
                  <a:pt x="2484686" y="89457"/>
                  <a:pt x="2489027" y="91817"/>
                  <a:pt x="2494734" y="91817"/>
                </a:cubicBezTo>
                <a:cubicBezTo>
                  <a:pt x="2500442" y="91817"/>
                  <a:pt x="2504746" y="89495"/>
                  <a:pt x="2507633" y="84851"/>
                </a:cubicBezTo>
                <a:cubicBezTo>
                  <a:pt x="2510527" y="80132"/>
                  <a:pt x="2511974" y="73205"/>
                  <a:pt x="2511974" y="64070"/>
                </a:cubicBezTo>
                <a:close/>
                <a:moveTo>
                  <a:pt x="2660432" y="54593"/>
                </a:moveTo>
                <a:cubicBezTo>
                  <a:pt x="2663706" y="55506"/>
                  <a:pt x="2666519" y="57143"/>
                  <a:pt x="2668880" y="59503"/>
                </a:cubicBezTo>
                <a:cubicBezTo>
                  <a:pt x="2671240" y="61863"/>
                  <a:pt x="2674171" y="66582"/>
                  <a:pt x="2677671" y="73661"/>
                </a:cubicBezTo>
                <a:lnTo>
                  <a:pt x="2690803" y="99924"/>
                </a:lnTo>
                <a:lnTo>
                  <a:pt x="2676875" y="99924"/>
                </a:lnTo>
                <a:lnTo>
                  <a:pt x="2665343" y="75717"/>
                </a:lnTo>
                <a:cubicBezTo>
                  <a:pt x="2662069" y="68790"/>
                  <a:pt x="2659095" y="64336"/>
                  <a:pt x="2656435" y="62357"/>
                </a:cubicBezTo>
                <a:cubicBezTo>
                  <a:pt x="2653848" y="60378"/>
                  <a:pt x="2650420" y="59388"/>
                  <a:pt x="2646160" y="59388"/>
                </a:cubicBezTo>
                <a:lnTo>
                  <a:pt x="2633824" y="59388"/>
                </a:lnTo>
                <a:lnTo>
                  <a:pt x="2633824" y="99924"/>
                </a:lnTo>
                <a:lnTo>
                  <a:pt x="2620692" y="99924"/>
                </a:lnTo>
                <a:lnTo>
                  <a:pt x="2620692" y="4009"/>
                </a:lnTo>
                <a:lnTo>
                  <a:pt x="2647409" y="4009"/>
                </a:lnTo>
                <a:cubicBezTo>
                  <a:pt x="2657991" y="4009"/>
                  <a:pt x="2666066" y="6407"/>
                  <a:pt x="2671620" y="11203"/>
                </a:cubicBezTo>
                <a:cubicBezTo>
                  <a:pt x="2677255" y="15922"/>
                  <a:pt x="2680068" y="22773"/>
                  <a:pt x="2680068" y="31756"/>
                </a:cubicBezTo>
                <a:cubicBezTo>
                  <a:pt x="2680068" y="38074"/>
                  <a:pt x="2678358" y="43250"/>
                  <a:pt x="2674931" y="47285"/>
                </a:cubicBezTo>
                <a:cubicBezTo>
                  <a:pt x="2671503" y="51320"/>
                  <a:pt x="2666673" y="53755"/>
                  <a:pt x="2660432" y="54593"/>
                </a:cubicBezTo>
                <a:close/>
                <a:moveTo>
                  <a:pt x="2633824" y="14742"/>
                </a:moveTo>
                <a:lnTo>
                  <a:pt x="2633824" y="48769"/>
                </a:lnTo>
                <a:lnTo>
                  <a:pt x="2647987" y="48769"/>
                </a:lnTo>
                <a:cubicBezTo>
                  <a:pt x="2654228" y="48769"/>
                  <a:pt x="2658832" y="47399"/>
                  <a:pt x="2661799" y="44658"/>
                </a:cubicBezTo>
                <a:cubicBezTo>
                  <a:pt x="2664846" y="41842"/>
                  <a:pt x="2666366" y="37541"/>
                  <a:pt x="2666366" y="31756"/>
                </a:cubicBezTo>
                <a:cubicBezTo>
                  <a:pt x="2666366" y="26275"/>
                  <a:pt x="2664729" y="22088"/>
                  <a:pt x="2661455" y="19195"/>
                </a:cubicBezTo>
                <a:cubicBezTo>
                  <a:pt x="2658262" y="16227"/>
                  <a:pt x="2653577" y="14742"/>
                  <a:pt x="2647409" y="14742"/>
                </a:cubicBezTo>
                <a:close/>
              </a:path>
            </a:pathLst>
          </a:custGeom>
          <a:solidFill>
            <a:srgbClr val="000000"/>
          </a:solidFill>
          <a:ln w="10950" cap="flat">
            <a:noFill/>
            <a:prstDash val="solid"/>
            <a:round/>
          </a:ln>
        </p:spPr>
        <p:txBody>
          <a:bodyPr/>
          <a:lstStyle/>
          <a:p>
            <a:endParaRPr lang="en-GB"/>
          </a:p>
        </p:txBody>
      </p:sp>
      <p:sp>
        <p:nvSpPr>
          <p:cNvPr id="20" name="Rectangle 19">
            <a:extLst>
              <a:ext uri="{FF2B5EF4-FFF2-40B4-BE49-F238E27FC236}">
                <a16:creationId xmlns:a16="http://schemas.microsoft.com/office/drawing/2014/main" id="{C11EDED2-EA43-5A99-1E8B-9FF5BF386168}"/>
              </a:ext>
            </a:extLst>
          </p:cNvPr>
          <p:cNvSpPr/>
          <p:nvPr/>
        </p:nvSpPr>
        <p:spPr>
          <a:xfrm>
            <a:off x="160681" y="846972"/>
            <a:ext cx="6730499" cy="175387"/>
          </a:xfrm>
          <a:prstGeom prst="rect">
            <a:avLst/>
          </a:prstGeom>
          <a:noFill/>
          <a:ln w="7300" cap="sq">
            <a:solidFill>
              <a:srgbClr val="000000"/>
            </a:solidFill>
            <a:prstDash val="solid"/>
            <a:miter/>
          </a:ln>
        </p:spPr>
        <p:txBody>
          <a:bodyPr/>
          <a:lstStyle/>
          <a:p>
            <a:endParaRPr lang="en-GB"/>
          </a:p>
        </p:txBody>
      </p:sp>
      <p:sp>
        <p:nvSpPr>
          <p:cNvPr id="21" name="Freeform: Shape 20">
            <a:extLst>
              <a:ext uri="{FF2B5EF4-FFF2-40B4-BE49-F238E27FC236}">
                <a16:creationId xmlns:a16="http://schemas.microsoft.com/office/drawing/2014/main" id="{20313026-F473-EEEC-2B3C-2D25732A8565}"/>
              </a:ext>
            </a:extLst>
          </p:cNvPr>
          <p:cNvSpPr/>
          <p:nvPr/>
        </p:nvSpPr>
        <p:spPr>
          <a:xfrm>
            <a:off x="409028"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2" name="Freeform: Shape 21">
            <a:extLst>
              <a:ext uri="{FF2B5EF4-FFF2-40B4-BE49-F238E27FC236}">
                <a16:creationId xmlns:a16="http://schemas.microsoft.com/office/drawing/2014/main" id="{731AEE95-6C65-C6FE-85DE-CC2D9CF49F97}"/>
              </a:ext>
            </a:extLst>
          </p:cNvPr>
          <p:cNvSpPr/>
          <p:nvPr/>
        </p:nvSpPr>
        <p:spPr>
          <a:xfrm>
            <a:off x="619358"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3" name="Freeform: Shape 22">
            <a:extLst>
              <a:ext uri="{FF2B5EF4-FFF2-40B4-BE49-F238E27FC236}">
                <a16:creationId xmlns:a16="http://schemas.microsoft.com/office/drawing/2014/main" id="{AAD8A3A0-EC28-5A34-5E3A-84F47B33DFD3}"/>
              </a:ext>
            </a:extLst>
          </p:cNvPr>
          <p:cNvSpPr/>
          <p:nvPr/>
        </p:nvSpPr>
        <p:spPr>
          <a:xfrm>
            <a:off x="829690"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4" name="Freeform: Shape 23">
            <a:extLst>
              <a:ext uri="{FF2B5EF4-FFF2-40B4-BE49-F238E27FC236}">
                <a16:creationId xmlns:a16="http://schemas.microsoft.com/office/drawing/2014/main" id="{ED1AA8F6-6C34-B97A-0742-40EE1CB9422D}"/>
              </a:ext>
            </a:extLst>
          </p:cNvPr>
          <p:cNvSpPr/>
          <p:nvPr/>
        </p:nvSpPr>
        <p:spPr>
          <a:xfrm>
            <a:off x="1040016"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5" name="Freeform: Shape 24">
            <a:extLst>
              <a:ext uri="{FF2B5EF4-FFF2-40B4-BE49-F238E27FC236}">
                <a16:creationId xmlns:a16="http://schemas.microsoft.com/office/drawing/2014/main" id="{CB820E11-215B-71BD-6F52-937EDB70BA59}"/>
              </a:ext>
            </a:extLst>
          </p:cNvPr>
          <p:cNvSpPr/>
          <p:nvPr/>
        </p:nvSpPr>
        <p:spPr>
          <a:xfrm>
            <a:off x="1250342"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6" name="Freeform: Shape 25">
            <a:extLst>
              <a:ext uri="{FF2B5EF4-FFF2-40B4-BE49-F238E27FC236}">
                <a16:creationId xmlns:a16="http://schemas.microsoft.com/office/drawing/2014/main" id="{44E21C93-9BDE-97A7-C34D-F16279BCCDDD}"/>
              </a:ext>
            </a:extLst>
          </p:cNvPr>
          <p:cNvSpPr/>
          <p:nvPr/>
        </p:nvSpPr>
        <p:spPr>
          <a:xfrm>
            <a:off x="1460676"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7" name="Freeform: Shape 26">
            <a:extLst>
              <a:ext uri="{FF2B5EF4-FFF2-40B4-BE49-F238E27FC236}">
                <a16:creationId xmlns:a16="http://schemas.microsoft.com/office/drawing/2014/main" id="{5388E61A-9655-806F-A43A-645D55090C5A}"/>
              </a:ext>
            </a:extLst>
          </p:cNvPr>
          <p:cNvSpPr/>
          <p:nvPr/>
        </p:nvSpPr>
        <p:spPr>
          <a:xfrm>
            <a:off x="1671002"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8" name="Freeform: Shape 27">
            <a:extLst>
              <a:ext uri="{FF2B5EF4-FFF2-40B4-BE49-F238E27FC236}">
                <a16:creationId xmlns:a16="http://schemas.microsoft.com/office/drawing/2014/main" id="{F6DE4185-76C8-90C0-496E-C8C3FCEC04FD}"/>
              </a:ext>
            </a:extLst>
          </p:cNvPr>
          <p:cNvSpPr/>
          <p:nvPr/>
        </p:nvSpPr>
        <p:spPr>
          <a:xfrm>
            <a:off x="1881329"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29" name="Freeform: Shape 28">
            <a:extLst>
              <a:ext uri="{FF2B5EF4-FFF2-40B4-BE49-F238E27FC236}">
                <a16:creationId xmlns:a16="http://schemas.microsoft.com/office/drawing/2014/main" id="{71CE119D-95D8-E917-6984-73CF0D59FF2C}"/>
              </a:ext>
            </a:extLst>
          </p:cNvPr>
          <p:cNvSpPr/>
          <p:nvPr/>
        </p:nvSpPr>
        <p:spPr>
          <a:xfrm>
            <a:off x="2091662"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0" name="Freeform: Shape 29">
            <a:extLst>
              <a:ext uri="{FF2B5EF4-FFF2-40B4-BE49-F238E27FC236}">
                <a16:creationId xmlns:a16="http://schemas.microsoft.com/office/drawing/2014/main" id="{F470C97A-233D-105D-5DCD-C48C4F04AEA0}"/>
              </a:ext>
            </a:extLst>
          </p:cNvPr>
          <p:cNvSpPr/>
          <p:nvPr/>
        </p:nvSpPr>
        <p:spPr>
          <a:xfrm>
            <a:off x="2301988"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1" name="Freeform: Shape 30">
            <a:extLst>
              <a:ext uri="{FF2B5EF4-FFF2-40B4-BE49-F238E27FC236}">
                <a16:creationId xmlns:a16="http://schemas.microsoft.com/office/drawing/2014/main" id="{C7F444E0-FDBF-D204-1AB6-552209561F01}"/>
              </a:ext>
            </a:extLst>
          </p:cNvPr>
          <p:cNvSpPr/>
          <p:nvPr/>
        </p:nvSpPr>
        <p:spPr>
          <a:xfrm>
            <a:off x="2512322"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2" name="Freeform: Shape 31">
            <a:extLst>
              <a:ext uri="{FF2B5EF4-FFF2-40B4-BE49-F238E27FC236}">
                <a16:creationId xmlns:a16="http://schemas.microsoft.com/office/drawing/2014/main" id="{0FE212BE-3410-64F9-BE3F-72594CD4295E}"/>
              </a:ext>
            </a:extLst>
          </p:cNvPr>
          <p:cNvSpPr/>
          <p:nvPr/>
        </p:nvSpPr>
        <p:spPr>
          <a:xfrm>
            <a:off x="2722648"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3" name="Freeform: Shape 32">
            <a:extLst>
              <a:ext uri="{FF2B5EF4-FFF2-40B4-BE49-F238E27FC236}">
                <a16:creationId xmlns:a16="http://schemas.microsoft.com/office/drawing/2014/main" id="{7ACE5E87-3F92-6D4C-5C1C-D4AE375C1697}"/>
              </a:ext>
            </a:extLst>
          </p:cNvPr>
          <p:cNvSpPr/>
          <p:nvPr/>
        </p:nvSpPr>
        <p:spPr>
          <a:xfrm>
            <a:off x="2932975"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4" name="Freeform: Shape 33">
            <a:extLst>
              <a:ext uri="{FF2B5EF4-FFF2-40B4-BE49-F238E27FC236}">
                <a16:creationId xmlns:a16="http://schemas.microsoft.com/office/drawing/2014/main" id="{EAE3CC45-636E-FD41-E52A-D971D5517134}"/>
              </a:ext>
            </a:extLst>
          </p:cNvPr>
          <p:cNvSpPr/>
          <p:nvPr/>
        </p:nvSpPr>
        <p:spPr>
          <a:xfrm>
            <a:off x="3143308"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5" name="Freeform: Shape 34">
            <a:extLst>
              <a:ext uri="{FF2B5EF4-FFF2-40B4-BE49-F238E27FC236}">
                <a16:creationId xmlns:a16="http://schemas.microsoft.com/office/drawing/2014/main" id="{A77612A1-2F15-AA8C-AD36-399BFBA95F80}"/>
              </a:ext>
            </a:extLst>
          </p:cNvPr>
          <p:cNvSpPr/>
          <p:nvPr/>
        </p:nvSpPr>
        <p:spPr>
          <a:xfrm>
            <a:off x="3353635"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6" name="Freeform: Shape 35">
            <a:extLst>
              <a:ext uri="{FF2B5EF4-FFF2-40B4-BE49-F238E27FC236}">
                <a16:creationId xmlns:a16="http://schemas.microsoft.com/office/drawing/2014/main" id="{44B44478-60DF-091C-616C-C9CAAF922EF6}"/>
              </a:ext>
            </a:extLst>
          </p:cNvPr>
          <p:cNvSpPr/>
          <p:nvPr/>
        </p:nvSpPr>
        <p:spPr>
          <a:xfrm>
            <a:off x="3563961"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7" name="Freeform: Shape 36">
            <a:extLst>
              <a:ext uri="{FF2B5EF4-FFF2-40B4-BE49-F238E27FC236}">
                <a16:creationId xmlns:a16="http://schemas.microsoft.com/office/drawing/2014/main" id="{9E45B7C7-3FB0-7347-FEE6-B72317A821DE}"/>
              </a:ext>
            </a:extLst>
          </p:cNvPr>
          <p:cNvSpPr/>
          <p:nvPr/>
        </p:nvSpPr>
        <p:spPr>
          <a:xfrm>
            <a:off x="3774295"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8" name="Freeform: Shape 37">
            <a:extLst>
              <a:ext uri="{FF2B5EF4-FFF2-40B4-BE49-F238E27FC236}">
                <a16:creationId xmlns:a16="http://schemas.microsoft.com/office/drawing/2014/main" id="{F6705851-F0E8-0E22-4AEB-5AFC5FA1451C}"/>
              </a:ext>
            </a:extLst>
          </p:cNvPr>
          <p:cNvSpPr/>
          <p:nvPr/>
        </p:nvSpPr>
        <p:spPr>
          <a:xfrm>
            <a:off x="3984621"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39" name="Freeform: Shape 38">
            <a:extLst>
              <a:ext uri="{FF2B5EF4-FFF2-40B4-BE49-F238E27FC236}">
                <a16:creationId xmlns:a16="http://schemas.microsoft.com/office/drawing/2014/main" id="{4946EA88-324E-05E4-97E7-4BEAB7EB6902}"/>
              </a:ext>
            </a:extLst>
          </p:cNvPr>
          <p:cNvSpPr/>
          <p:nvPr/>
        </p:nvSpPr>
        <p:spPr>
          <a:xfrm>
            <a:off x="4194954"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0" name="Freeform: Shape 39">
            <a:extLst>
              <a:ext uri="{FF2B5EF4-FFF2-40B4-BE49-F238E27FC236}">
                <a16:creationId xmlns:a16="http://schemas.microsoft.com/office/drawing/2014/main" id="{F4FE3BFE-6DBA-7BCA-C4DB-CA9EF9086B27}"/>
              </a:ext>
            </a:extLst>
          </p:cNvPr>
          <p:cNvSpPr/>
          <p:nvPr/>
        </p:nvSpPr>
        <p:spPr>
          <a:xfrm>
            <a:off x="4405281"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1" name="Freeform: Shape 40">
            <a:extLst>
              <a:ext uri="{FF2B5EF4-FFF2-40B4-BE49-F238E27FC236}">
                <a16:creationId xmlns:a16="http://schemas.microsoft.com/office/drawing/2014/main" id="{32B913BA-7FE8-ACB7-DAF5-B520432E0821}"/>
              </a:ext>
            </a:extLst>
          </p:cNvPr>
          <p:cNvSpPr/>
          <p:nvPr/>
        </p:nvSpPr>
        <p:spPr>
          <a:xfrm>
            <a:off x="4615614"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2" name="Freeform: Shape 41">
            <a:extLst>
              <a:ext uri="{FF2B5EF4-FFF2-40B4-BE49-F238E27FC236}">
                <a16:creationId xmlns:a16="http://schemas.microsoft.com/office/drawing/2014/main" id="{42F8557B-3E73-61A3-6A08-0D661286416C}"/>
              </a:ext>
            </a:extLst>
          </p:cNvPr>
          <p:cNvSpPr/>
          <p:nvPr/>
        </p:nvSpPr>
        <p:spPr>
          <a:xfrm>
            <a:off x="4825941"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3" name="Freeform: Shape 42">
            <a:extLst>
              <a:ext uri="{FF2B5EF4-FFF2-40B4-BE49-F238E27FC236}">
                <a16:creationId xmlns:a16="http://schemas.microsoft.com/office/drawing/2014/main" id="{811AF500-4C30-B043-2867-0DC678276862}"/>
              </a:ext>
            </a:extLst>
          </p:cNvPr>
          <p:cNvSpPr/>
          <p:nvPr/>
        </p:nvSpPr>
        <p:spPr>
          <a:xfrm>
            <a:off x="5036267"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4" name="Freeform: Shape 43">
            <a:extLst>
              <a:ext uri="{FF2B5EF4-FFF2-40B4-BE49-F238E27FC236}">
                <a16:creationId xmlns:a16="http://schemas.microsoft.com/office/drawing/2014/main" id="{1D35D14B-EE17-F488-9EE0-B20560DFB89F}"/>
              </a:ext>
            </a:extLst>
          </p:cNvPr>
          <p:cNvSpPr/>
          <p:nvPr/>
        </p:nvSpPr>
        <p:spPr>
          <a:xfrm>
            <a:off x="5246600"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5" name="Freeform: Shape 44">
            <a:extLst>
              <a:ext uri="{FF2B5EF4-FFF2-40B4-BE49-F238E27FC236}">
                <a16:creationId xmlns:a16="http://schemas.microsoft.com/office/drawing/2014/main" id="{1146BB17-14C6-E95E-6ECF-B6EDAD32132F}"/>
              </a:ext>
            </a:extLst>
          </p:cNvPr>
          <p:cNvSpPr/>
          <p:nvPr/>
        </p:nvSpPr>
        <p:spPr>
          <a:xfrm>
            <a:off x="5456927"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6" name="Freeform: Shape 45">
            <a:extLst>
              <a:ext uri="{FF2B5EF4-FFF2-40B4-BE49-F238E27FC236}">
                <a16:creationId xmlns:a16="http://schemas.microsoft.com/office/drawing/2014/main" id="{E50A1C64-766F-79A4-1DF1-C9ED8E9041F3}"/>
              </a:ext>
            </a:extLst>
          </p:cNvPr>
          <p:cNvSpPr/>
          <p:nvPr/>
        </p:nvSpPr>
        <p:spPr>
          <a:xfrm>
            <a:off x="5667253"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7" name="Freeform: Shape 46">
            <a:extLst>
              <a:ext uri="{FF2B5EF4-FFF2-40B4-BE49-F238E27FC236}">
                <a16:creationId xmlns:a16="http://schemas.microsoft.com/office/drawing/2014/main" id="{39CC0FAF-F62D-3D6A-CB30-589D2D122E34}"/>
              </a:ext>
            </a:extLst>
          </p:cNvPr>
          <p:cNvSpPr/>
          <p:nvPr/>
        </p:nvSpPr>
        <p:spPr>
          <a:xfrm>
            <a:off x="5877587"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8" name="Freeform: Shape 47">
            <a:extLst>
              <a:ext uri="{FF2B5EF4-FFF2-40B4-BE49-F238E27FC236}">
                <a16:creationId xmlns:a16="http://schemas.microsoft.com/office/drawing/2014/main" id="{ADF3D223-7360-2FBF-B239-50A3144616E8}"/>
              </a:ext>
            </a:extLst>
          </p:cNvPr>
          <p:cNvSpPr/>
          <p:nvPr/>
        </p:nvSpPr>
        <p:spPr>
          <a:xfrm>
            <a:off x="6087913"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49" name="Freeform: Shape 48">
            <a:extLst>
              <a:ext uri="{FF2B5EF4-FFF2-40B4-BE49-F238E27FC236}">
                <a16:creationId xmlns:a16="http://schemas.microsoft.com/office/drawing/2014/main" id="{6E4A29FE-FD16-A2E1-C002-7C4D3951FDB9}"/>
              </a:ext>
            </a:extLst>
          </p:cNvPr>
          <p:cNvSpPr/>
          <p:nvPr/>
        </p:nvSpPr>
        <p:spPr>
          <a:xfrm>
            <a:off x="6298239"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50" name="Freeform: Shape 49">
            <a:extLst>
              <a:ext uri="{FF2B5EF4-FFF2-40B4-BE49-F238E27FC236}">
                <a16:creationId xmlns:a16="http://schemas.microsoft.com/office/drawing/2014/main" id="{C733B8BD-1BA5-9ACE-A5BE-8F6854E346A6}"/>
              </a:ext>
            </a:extLst>
          </p:cNvPr>
          <p:cNvSpPr/>
          <p:nvPr/>
        </p:nvSpPr>
        <p:spPr>
          <a:xfrm>
            <a:off x="6508573"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51" name="Freeform: Shape 50">
            <a:extLst>
              <a:ext uri="{FF2B5EF4-FFF2-40B4-BE49-F238E27FC236}">
                <a16:creationId xmlns:a16="http://schemas.microsoft.com/office/drawing/2014/main" id="{20C87934-4A25-254E-60D0-E2DDE3B7432C}"/>
              </a:ext>
            </a:extLst>
          </p:cNvPr>
          <p:cNvSpPr/>
          <p:nvPr/>
        </p:nvSpPr>
        <p:spPr>
          <a:xfrm>
            <a:off x="6718899"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52" name="Freeform: Shape 51">
            <a:extLst>
              <a:ext uri="{FF2B5EF4-FFF2-40B4-BE49-F238E27FC236}">
                <a16:creationId xmlns:a16="http://schemas.microsoft.com/office/drawing/2014/main" id="{91746776-8422-EC1E-2C29-B9E30BEB6166}"/>
              </a:ext>
            </a:extLst>
          </p:cNvPr>
          <p:cNvSpPr/>
          <p:nvPr/>
        </p:nvSpPr>
        <p:spPr>
          <a:xfrm>
            <a:off x="6929232"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53" name="Freeform: Shape 52">
            <a:extLst>
              <a:ext uri="{FF2B5EF4-FFF2-40B4-BE49-F238E27FC236}">
                <a16:creationId xmlns:a16="http://schemas.microsoft.com/office/drawing/2014/main" id="{A3C34529-AE5F-8276-88F7-08FF6EB261ED}"/>
              </a:ext>
            </a:extLst>
          </p:cNvPr>
          <p:cNvSpPr/>
          <p:nvPr/>
        </p:nvSpPr>
        <p:spPr>
          <a:xfrm>
            <a:off x="7139559"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A5A5A5"/>
            </a:solidFill>
            <a:prstDash val="solid"/>
            <a:round/>
          </a:ln>
        </p:spPr>
        <p:txBody>
          <a:bodyPr/>
          <a:lstStyle/>
          <a:p>
            <a:endParaRPr lang="en-GB"/>
          </a:p>
        </p:txBody>
      </p:sp>
      <p:sp>
        <p:nvSpPr>
          <p:cNvPr id="54" name="Freeform: Shape 53">
            <a:extLst>
              <a:ext uri="{FF2B5EF4-FFF2-40B4-BE49-F238E27FC236}">
                <a16:creationId xmlns:a16="http://schemas.microsoft.com/office/drawing/2014/main" id="{4E9BC586-9165-69BD-7342-3B6225325044}"/>
              </a:ext>
            </a:extLst>
          </p:cNvPr>
          <p:cNvSpPr/>
          <p:nvPr/>
        </p:nvSpPr>
        <p:spPr>
          <a:xfrm>
            <a:off x="303864" y="4202472"/>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55" name="Freeform: Shape 54">
            <a:extLst>
              <a:ext uri="{FF2B5EF4-FFF2-40B4-BE49-F238E27FC236}">
                <a16:creationId xmlns:a16="http://schemas.microsoft.com/office/drawing/2014/main" id="{C7121C1A-30BB-5F9D-93B1-F72367FBC0A8}"/>
              </a:ext>
            </a:extLst>
          </p:cNvPr>
          <p:cNvSpPr/>
          <p:nvPr/>
        </p:nvSpPr>
        <p:spPr>
          <a:xfrm>
            <a:off x="303864" y="4032712"/>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56" name="Freeform: Shape 55">
            <a:extLst>
              <a:ext uri="{FF2B5EF4-FFF2-40B4-BE49-F238E27FC236}">
                <a16:creationId xmlns:a16="http://schemas.microsoft.com/office/drawing/2014/main" id="{B99BA5B5-05AE-F91B-7A39-B354CF5A5ADD}"/>
              </a:ext>
            </a:extLst>
          </p:cNvPr>
          <p:cNvSpPr/>
          <p:nvPr/>
        </p:nvSpPr>
        <p:spPr>
          <a:xfrm>
            <a:off x="303864" y="3862951"/>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57" name="Freeform: Shape 56">
            <a:extLst>
              <a:ext uri="{FF2B5EF4-FFF2-40B4-BE49-F238E27FC236}">
                <a16:creationId xmlns:a16="http://schemas.microsoft.com/office/drawing/2014/main" id="{06C6267A-47B1-37F8-E91D-5D3A1ED48BB5}"/>
              </a:ext>
            </a:extLst>
          </p:cNvPr>
          <p:cNvSpPr/>
          <p:nvPr/>
        </p:nvSpPr>
        <p:spPr>
          <a:xfrm>
            <a:off x="303864" y="3693184"/>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58" name="Freeform: Shape 57">
            <a:extLst>
              <a:ext uri="{FF2B5EF4-FFF2-40B4-BE49-F238E27FC236}">
                <a16:creationId xmlns:a16="http://schemas.microsoft.com/office/drawing/2014/main" id="{A3716E3B-945D-7C47-BE2A-2FB43912D707}"/>
              </a:ext>
            </a:extLst>
          </p:cNvPr>
          <p:cNvSpPr/>
          <p:nvPr/>
        </p:nvSpPr>
        <p:spPr>
          <a:xfrm>
            <a:off x="303864" y="3523423"/>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59" name="Freeform: Shape 58">
            <a:extLst>
              <a:ext uri="{FF2B5EF4-FFF2-40B4-BE49-F238E27FC236}">
                <a16:creationId xmlns:a16="http://schemas.microsoft.com/office/drawing/2014/main" id="{CC0FBCD0-441F-C1CD-0FC9-1F47F404C74A}"/>
              </a:ext>
            </a:extLst>
          </p:cNvPr>
          <p:cNvSpPr/>
          <p:nvPr/>
        </p:nvSpPr>
        <p:spPr>
          <a:xfrm>
            <a:off x="303864" y="3353663"/>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0" name="Freeform: Shape 59">
            <a:extLst>
              <a:ext uri="{FF2B5EF4-FFF2-40B4-BE49-F238E27FC236}">
                <a16:creationId xmlns:a16="http://schemas.microsoft.com/office/drawing/2014/main" id="{AF452929-1F84-C428-C628-888F4D949722}"/>
              </a:ext>
            </a:extLst>
          </p:cNvPr>
          <p:cNvSpPr/>
          <p:nvPr/>
        </p:nvSpPr>
        <p:spPr>
          <a:xfrm>
            <a:off x="303864" y="3183902"/>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1" name="Freeform: Shape 60">
            <a:extLst>
              <a:ext uri="{FF2B5EF4-FFF2-40B4-BE49-F238E27FC236}">
                <a16:creationId xmlns:a16="http://schemas.microsoft.com/office/drawing/2014/main" id="{43D50387-ADA8-90CF-9E03-A9DA07150E11}"/>
              </a:ext>
            </a:extLst>
          </p:cNvPr>
          <p:cNvSpPr/>
          <p:nvPr/>
        </p:nvSpPr>
        <p:spPr>
          <a:xfrm>
            <a:off x="303864" y="3014141"/>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2" name="Freeform: Shape 61">
            <a:extLst>
              <a:ext uri="{FF2B5EF4-FFF2-40B4-BE49-F238E27FC236}">
                <a16:creationId xmlns:a16="http://schemas.microsoft.com/office/drawing/2014/main" id="{0C11B16A-EE33-D3F1-B773-09BDEDBF4220}"/>
              </a:ext>
            </a:extLst>
          </p:cNvPr>
          <p:cNvSpPr/>
          <p:nvPr/>
        </p:nvSpPr>
        <p:spPr>
          <a:xfrm>
            <a:off x="303864" y="2844381"/>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3" name="Freeform: Shape 62">
            <a:extLst>
              <a:ext uri="{FF2B5EF4-FFF2-40B4-BE49-F238E27FC236}">
                <a16:creationId xmlns:a16="http://schemas.microsoft.com/office/drawing/2014/main" id="{D6CF5883-92BE-C52B-FC9E-B5B25BFC8960}"/>
              </a:ext>
            </a:extLst>
          </p:cNvPr>
          <p:cNvSpPr/>
          <p:nvPr/>
        </p:nvSpPr>
        <p:spPr>
          <a:xfrm>
            <a:off x="303864" y="2674613"/>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4" name="Freeform: Shape 63">
            <a:extLst>
              <a:ext uri="{FF2B5EF4-FFF2-40B4-BE49-F238E27FC236}">
                <a16:creationId xmlns:a16="http://schemas.microsoft.com/office/drawing/2014/main" id="{4A896954-3906-2C0C-1F83-707F1F7663AD}"/>
              </a:ext>
            </a:extLst>
          </p:cNvPr>
          <p:cNvSpPr/>
          <p:nvPr/>
        </p:nvSpPr>
        <p:spPr>
          <a:xfrm>
            <a:off x="303864" y="2504852"/>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5" name="Freeform: Shape 64">
            <a:extLst>
              <a:ext uri="{FF2B5EF4-FFF2-40B4-BE49-F238E27FC236}">
                <a16:creationId xmlns:a16="http://schemas.microsoft.com/office/drawing/2014/main" id="{3FCB4F5A-11D8-36FA-DC2F-EDFC18F7AAF2}"/>
              </a:ext>
            </a:extLst>
          </p:cNvPr>
          <p:cNvSpPr/>
          <p:nvPr/>
        </p:nvSpPr>
        <p:spPr>
          <a:xfrm>
            <a:off x="303864" y="2335092"/>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6" name="Freeform: Shape 65">
            <a:extLst>
              <a:ext uri="{FF2B5EF4-FFF2-40B4-BE49-F238E27FC236}">
                <a16:creationId xmlns:a16="http://schemas.microsoft.com/office/drawing/2014/main" id="{C990BA54-03AE-FA6E-D500-CC7B84FB2B95}"/>
              </a:ext>
            </a:extLst>
          </p:cNvPr>
          <p:cNvSpPr/>
          <p:nvPr/>
        </p:nvSpPr>
        <p:spPr>
          <a:xfrm>
            <a:off x="303864" y="2165331"/>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7" name="Freeform: Shape 66">
            <a:extLst>
              <a:ext uri="{FF2B5EF4-FFF2-40B4-BE49-F238E27FC236}">
                <a16:creationId xmlns:a16="http://schemas.microsoft.com/office/drawing/2014/main" id="{9D34E52E-543C-78A8-A7A1-2ED35E2D0783}"/>
              </a:ext>
            </a:extLst>
          </p:cNvPr>
          <p:cNvSpPr/>
          <p:nvPr/>
        </p:nvSpPr>
        <p:spPr>
          <a:xfrm>
            <a:off x="303864" y="1995571"/>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8" name="Freeform: Shape 67">
            <a:extLst>
              <a:ext uri="{FF2B5EF4-FFF2-40B4-BE49-F238E27FC236}">
                <a16:creationId xmlns:a16="http://schemas.microsoft.com/office/drawing/2014/main" id="{B37F1D83-984A-7875-52BE-70249AF8C89E}"/>
              </a:ext>
            </a:extLst>
          </p:cNvPr>
          <p:cNvSpPr/>
          <p:nvPr/>
        </p:nvSpPr>
        <p:spPr>
          <a:xfrm>
            <a:off x="303864" y="1825810"/>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69" name="Freeform: Shape 68">
            <a:extLst>
              <a:ext uri="{FF2B5EF4-FFF2-40B4-BE49-F238E27FC236}">
                <a16:creationId xmlns:a16="http://schemas.microsoft.com/office/drawing/2014/main" id="{0F4FF1D0-E2CF-8664-678C-FFF7AA103BC7}"/>
              </a:ext>
            </a:extLst>
          </p:cNvPr>
          <p:cNvSpPr/>
          <p:nvPr/>
        </p:nvSpPr>
        <p:spPr>
          <a:xfrm>
            <a:off x="303864" y="1656046"/>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70" name="Freeform: Shape 69">
            <a:extLst>
              <a:ext uri="{FF2B5EF4-FFF2-40B4-BE49-F238E27FC236}">
                <a16:creationId xmlns:a16="http://schemas.microsoft.com/office/drawing/2014/main" id="{E918ADB2-5AF8-ACE7-8FB3-78CC35B3055E}"/>
              </a:ext>
            </a:extLst>
          </p:cNvPr>
          <p:cNvSpPr/>
          <p:nvPr/>
        </p:nvSpPr>
        <p:spPr>
          <a:xfrm>
            <a:off x="303864" y="1486284"/>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71" name="Freeform: Shape 70">
            <a:extLst>
              <a:ext uri="{FF2B5EF4-FFF2-40B4-BE49-F238E27FC236}">
                <a16:creationId xmlns:a16="http://schemas.microsoft.com/office/drawing/2014/main" id="{86E830E5-F249-64A6-4C26-91BCCDFB48B1}"/>
              </a:ext>
            </a:extLst>
          </p:cNvPr>
          <p:cNvSpPr/>
          <p:nvPr/>
        </p:nvSpPr>
        <p:spPr>
          <a:xfrm>
            <a:off x="303864" y="1316523"/>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72" name="Freeform: Shape 71">
            <a:extLst>
              <a:ext uri="{FF2B5EF4-FFF2-40B4-BE49-F238E27FC236}">
                <a16:creationId xmlns:a16="http://schemas.microsoft.com/office/drawing/2014/main" id="{0A760454-9C6E-C9AA-88AE-949721424F96}"/>
              </a:ext>
            </a:extLst>
          </p:cNvPr>
          <p:cNvSpPr/>
          <p:nvPr/>
        </p:nvSpPr>
        <p:spPr>
          <a:xfrm>
            <a:off x="303864" y="1146761"/>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A5A5A5"/>
            </a:solidFill>
            <a:prstDash val="solid"/>
            <a:round/>
          </a:ln>
        </p:spPr>
        <p:txBody>
          <a:bodyPr/>
          <a:lstStyle/>
          <a:p>
            <a:endParaRPr lang="en-GB"/>
          </a:p>
        </p:txBody>
      </p:sp>
      <p:sp>
        <p:nvSpPr>
          <p:cNvPr id="73" name="Freeform: Shape 72">
            <a:extLst>
              <a:ext uri="{FF2B5EF4-FFF2-40B4-BE49-F238E27FC236}">
                <a16:creationId xmlns:a16="http://schemas.microsoft.com/office/drawing/2014/main" id="{16DA43A5-9A9A-8CF1-8479-37351063B8E2}"/>
              </a:ext>
            </a:extLst>
          </p:cNvPr>
          <p:cNvSpPr/>
          <p:nvPr/>
        </p:nvSpPr>
        <p:spPr>
          <a:xfrm>
            <a:off x="409028" y="1146761"/>
            <a:ext cx="3417845" cy="3098155"/>
          </a:xfrm>
          <a:custGeom>
            <a:avLst/>
            <a:gdLst>
              <a:gd name="csX0" fmla="*/ 6 w 3417845"/>
              <a:gd name="csY0" fmla="*/ 39 h 3098155"/>
              <a:gd name="csX1" fmla="*/ 6 w 3417845"/>
              <a:gd name="csY1" fmla="*/ 22379 h 3098155"/>
              <a:gd name="csX2" fmla="*/ 6 w 3417845"/>
              <a:gd name="csY2" fmla="*/ 31021 h 3098155"/>
              <a:gd name="csX3" fmla="*/ 6 w 3417845"/>
              <a:gd name="csY3" fmla="*/ 53361 h 3098155"/>
              <a:gd name="csX4" fmla="*/ 6 w 3417845"/>
              <a:gd name="csY4" fmla="*/ 62002 h 3098155"/>
              <a:gd name="csX5" fmla="*/ 6 w 3417845"/>
              <a:gd name="csY5" fmla="*/ 84343 h 3098155"/>
              <a:gd name="csX6" fmla="*/ 6 w 3417845"/>
              <a:gd name="csY6" fmla="*/ 92984 h 3098155"/>
              <a:gd name="csX7" fmla="*/ 6 w 3417845"/>
              <a:gd name="csY7" fmla="*/ 115324 h 3098155"/>
              <a:gd name="csX8" fmla="*/ 6 w 3417845"/>
              <a:gd name="csY8" fmla="*/ 123965 h 3098155"/>
              <a:gd name="csX9" fmla="*/ 6 w 3417845"/>
              <a:gd name="csY9" fmla="*/ 146306 h 3098155"/>
              <a:gd name="csX10" fmla="*/ 6 w 3417845"/>
              <a:gd name="csY10" fmla="*/ 154947 h 3098155"/>
              <a:gd name="csX11" fmla="*/ 6 w 3417845"/>
              <a:gd name="csY11" fmla="*/ 177287 h 3098155"/>
              <a:gd name="csX12" fmla="*/ 6 w 3417845"/>
              <a:gd name="csY12" fmla="*/ 185928 h 3098155"/>
              <a:gd name="csX13" fmla="*/ 6 w 3417845"/>
              <a:gd name="csY13" fmla="*/ 208269 h 3098155"/>
              <a:gd name="csX14" fmla="*/ 6 w 3417845"/>
              <a:gd name="csY14" fmla="*/ 216909 h 3098155"/>
              <a:gd name="csX15" fmla="*/ 6 w 3417845"/>
              <a:gd name="csY15" fmla="*/ 239250 h 3098155"/>
              <a:gd name="csX16" fmla="*/ 6 w 3417845"/>
              <a:gd name="csY16" fmla="*/ 247891 h 3098155"/>
              <a:gd name="csX17" fmla="*/ 6 w 3417845"/>
              <a:gd name="csY17" fmla="*/ 270232 h 3098155"/>
              <a:gd name="csX18" fmla="*/ 6 w 3417845"/>
              <a:gd name="csY18" fmla="*/ 278872 h 3098155"/>
              <a:gd name="csX19" fmla="*/ 6 w 3417845"/>
              <a:gd name="csY19" fmla="*/ 301213 h 3098155"/>
              <a:gd name="csX20" fmla="*/ 6 w 3417845"/>
              <a:gd name="csY20" fmla="*/ 309855 h 3098155"/>
              <a:gd name="csX21" fmla="*/ 551 w 3417845"/>
              <a:gd name="csY21" fmla="*/ 332632 h 3098155"/>
              <a:gd name="csX22" fmla="*/ 1583 w 3417845"/>
              <a:gd name="csY22" fmla="*/ 340836 h 3098155"/>
              <a:gd name="csX23" fmla="*/ 10785 w 3417845"/>
              <a:gd name="csY23" fmla="*/ 348263 h 3098155"/>
              <a:gd name="csX24" fmla="*/ 39968 w 3417845"/>
              <a:gd name="csY24" fmla="*/ 371818 h 3098155"/>
              <a:gd name="csX25" fmla="*/ 49433 w 3417845"/>
              <a:gd name="csY25" fmla="*/ 379456 h 3098155"/>
              <a:gd name="csX26" fmla="*/ 78353 w 3417845"/>
              <a:gd name="csY26" fmla="*/ 402799 h 3098155"/>
              <a:gd name="csX27" fmla="*/ 88081 w 3417845"/>
              <a:gd name="csY27" fmla="*/ 410651 h 3098155"/>
              <a:gd name="csX28" fmla="*/ 116738 w 3417845"/>
              <a:gd name="csY28" fmla="*/ 433781 h 3098155"/>
              <a:gd name="csX29" fmla="*/ 126729 w 3417845"/>
              <a:gd name="csY29" fmla="*/ 441844 h 3098155"/>
              <a:gd name="csX30" fmla="*/ 155123 w 3417845"/>
              <a:gd name="csY30" fmla="*/ 464762 h 3098155"/>
              <a:gd name="csX31" fmla="*/ 165377 w 3417845"/>
              <a:gd name="csY31" fmla="*/ 473037 h 3098155"/>
              <a:gd name="csX32" fmla="*/ 193508 w 3417845"/>
              <a:gd name="csY32" fmla="*/ 495744 h 3098155"/>
              <a:gd name="csX33" fmla="*/ 204025 w 3417845"/>
              <a:gd name="csY33" fmla="*/ 504232 h 3098155"/>
              <a:gd name="csX34" fmla="*/ 231892 w 3417845"/>
              <a:gd name="csY34" fmla="*/ 526725 h 3098155"/>
              <a:gd name="csX35" fmla="*/ 242671 w 3417845"/>
              <a:gd name="csY35" fmla="*/ 535425 h 3098155"/>
              <a:gd name="csX36" fmla="*/ 270280 w 3417845"/>
              <a:gd name="csY36" fmla="*/ 557707 h 3098155"/>
              <a:gd name="csX37" fmla="*/ 281322 w 3417845"/>
              <a:gd name="csY37" fmla="*/ 566619 h 3098155"/>
              <a:gd name="csX38" fmla="*/ 308660 w 3417845"/>
              <a:gd name="csY38" fmla="*/ 588688 h 3098155"/>
              <a:gd name="csX39" fmla="*/ 319965 w 3417845"/>
              <a:gd name="csY39" fmla="*/ 597813 h 3098155"/>
              <a:gd name="csX40" fmla="*/ 347048 w 3417845"/>
              <a:gd name="csY40" fmla="*/ 619669 h 3098155"/>
              <a:gd name="csX41" fmla="*/ 358616 w 3417845"/>
              <a:gd name="csY41" fmla="*/ 629007 h 3098155"/>
              <a:gd name="csX42" fmla="*/ 385436 w 3417845"/>
              <a:gd name="csY42" fmla="*/ 650654 h 3098155"/>
              <a:gd name="csX43" fmla="*/ 397267 w 3417845"/>
              <a:gd name="csY43" fmla="*/ 660198 h 3098155"/>
              <a:gd name="csX44" fmla="*/ 423817 w 3417845"/>
              <a:gd name="csY44" fmla="*/ 681632 h 3098155"/>
              <a:gd name="csX45" fmla="*/ 435911 w 3417845"/>
              <a:gd name="csY45" fmla="*/ 691395 h 3098155"/>
              <a:gd name="csX46" fmla="*/ 462205 w 3417845"/>
              <a:gd name="csY46" fmla="*/ 712617 h 3098155"/>
              <a:gd name="csX47" fmla="*/ 474562 w 3417845"/>
              <a:gd name="csY47" fmla="*/ 722585 h 3098155"/>
              <a:gd name="csX48" fmla="*/ 500593 w 3417845"/>
              <a:gd name="csY48" fmla="*/ 743595 h 3098155"/>
              <a:gd name="csX49" fmla="*/ 513206 w 3417845"/>
              <a:gd name="csY49" fmla="*/ 753782 h 3098155"/>
              <a:gd name="csX50" fmla="*/ 538973 w 3417845"/>
              <a:gd name="csY50" fmla="*/ 774580 h 3098155"/>
              <a:gd name="csX51" fmla="*/ 551857 w 3417845"/>
              <a:gd name="csY51" fmla="*/ 784979 h 3098155"/>
              <a:gd name="csX52" fmla="*/ 577361 w 3417845"/>
              <a:gd name="csY52" fmla="*/ 805558 h 3098155"/>
              <a:gd name="csX53" fmla="*/ 590508 w 3417845"/>
              <a:gd name="csY53" fmla="*/ 816169 h 3098155"/>
              <a:gd name="csX54" fmla="*/ 615742 w 3417845"/>
              <a:gd name="csY54" fmla="*/ 836543 h 3098155"/>
              <a:gd name="csX55" fmla="*/ 629152 w 3417845"/>
              <a:gd name="csY55" fmla="*/ 847366 h 3098155"/>
              <a:gd name="csX56" fmla="*/ 654130 w 3417845"/>
              <a:gd name="csY56" fmla="*/ 867521 h 3098155"/>
              <a:gd name="csX57" fmla="*/ 667803 w 3417845"/>
              <a:gd name="csY57" fmla="*/ 878555 h 3098155"/>
              <a:gd name="csX58" fmla="*/ 692518 w 3417845"/>
              <a:gd name="csY58" fmla="*/ 898506 h 3098155"/>
              <a:gd name="csX59" fmla="*/ 706447 w 3417845"/>
              <a:gd name="csY59" fmla="*/ 909752 h 3098155"/>
              <a:gd name="csX60" fmla="*/ 730899 w 3417845"/>
              <a:gd name="csY60" fmla="*/ 929483 h 3098155"/>
              <a:gd name="csX61" fmla="*/ 745098 w 3417845"/>
              <a:gd name="csY61" fmla="*/ 940942 h 3098155"/>
              <a:gd name="csX62" fmla="*/ 769287 w 3417845"/>
              <a:gd name="csY62" fmla="*/ 960469 h 3098155"/>
              <a:gd name="csX63" fmla="*/ 783741 w 3417845"/>
              <a:gd name="csY63" fmla="*/ 972139 h 3098155"/>
              <a:gd name="csX64" fmla="*/ 807667 w 3417845"/>
              <a:gd name="csY64" fmla="*/ 991446 h 3098155"/>
              <a:gd name="csX65" fmla="*/ 822392 w 3417845"/>
              <a:gd name="csY65" fmla="*/ 1003329 h 3098155"/>
              <a:gd name="csX66" fmla="*/ 846055 w 3417845"/>
              <a:gd name="csY66" fmla="*/ 1022432 h 3098155"/>
              <a:gd name="csX67" fmla="*/ 861043 w 3417845"/>
              <a:gd name="csY67" fmla="*/ 1034526 h 3098155"/>
              <a:gd name="csX68" fmla="*/ 884443 w 3417845"/>
              <a:gd name="csY68" fmla="*/ 1053410 h 3098155"/>
              <a:gd name="csX69" fmla="*/ 899687 w 3417845"/>
              <a:gd name="csY69" fmla="*/ 1065716 h 3098155"/>
              <a:gd name="csX70" fmla="*/ 922824 w 3417845"/>
              <a:gd name="csY70" fmla="*/ 1084395 h 3098155"/>
              <a:gd name="csX71" fmla="*/ 938338 w 3417845"/>
              <a:gd name="csY71" fmla="*/ 1096913 h 3098155"/>
              <a:gd name="csX72" fmla="*/ 961212 w 3417845"/>
              <a:gd name="csY72" fmla="*/ 1115372 h 3098155"/>
              <a:gd name="csX73" fmla="*/ 976982 w 3417845"/>
              <a:gd name="csY73" fmla="*/ 1128103 h 3098155"/>
              <a:gd name="csX74" fmla="*/ 999592 w 3417845"/>
              <a:gd name="csY74" fmla="*/ 1146358 h 3098155"/>
              <a:gd name="csX75" fmla="*/ 1015633 w 3417845"/>
              <a:gd name="csY75" fmla="*/ 1159300 h 3098155"/>
              <a:gd name="csX76" fmla="*/ 1037980 w 3417845"/>
              <a:gd name="csY76" fmla="*/ 1177335 h 3098155"/>
              <a:gd name="csX77" fmla="*/ 1054284 w 3417845"/>
              <a:gd name="csY77" fmla="*/ 1190497 h 3098155"/>
              <a:gd name="csX78" fmla="*/ 1076368 w 3417845"/>
              <a:gd name="csY78" fmla="*/ 1208321 h 3098155"/>
              <a:gd name="csX79" fmla="*/ 1092928 w 3417845"/>
              <a:gd name="csY79" fmla="*/ 1221687 h 3098155"/>
              <a:gd name="csX80" fmla="*/ 1114749 w 3417845"/>
              <a:gd name="csY80" fmla="*/ 1239298 h 3098155"/>
              <a:gd name="csX81" fmla="*/ 1131579 w 3417845"/>
              <a:gd name="csY81" fmla="*/ 1252884 h 3098155"/>
              <a:gd name="csX82" fmla="*/ 1153137 w 3417845"/>
              <a:gd name="csY82" fmla="*/ 1270284 h 3098155"/>
              <a:gd name="csX83" fmla="*/ 1170223 w 3417845"/>
              <a:gd name="csY83" fmla="*/ 1284073 h 3098155"/>
              <a:gd name="csX84" fmla="*/ 1191518 w 3417845"/>
              <a:gd name="csY84" fmla="*/ 1301261 h 3098155"/>
              <a:gd name="csX85" fmla="*/ 1208874 w 3417845"/>
              <a:gd name="csY85" fmla="*/ 1315270 h 3098155"/>
              <a:gd name="csX86" fmla="*/ 1229906 w 3417845"/>
              <a:gd name="csY86" fmla="*/ 1332247 h 3098155"/>
              <a:gd name="csX87" fmla="*/ 1247517 w 3417845"/>
              <a:gd name="csY87" fmla="*/ 1346460 h 3098155"/>
              <a:gd name="csX88" fmla="*/ 1268294 w 3417845"/>
              <a:gd name="csY88" fmla="*/ 1363224 h 3098155"/>
              <a:gd name="csX89" fmla="*/ 1286168 w 3417845"/>
              <a:gd name="csY89" fmla="*/ 1377657 h 3098155"/>
              <a:gd name="csX90" fmla="*/ 1306674 w 3417845"/>
              <a:gd name="csY90" fmla="*/ 1394209 h 3098155"/>
              <a:gd name="csX91" fmla="*/ 1324812 w 3417845"/>
              <a:gd name="csY91" fmla="*/ 1408847 h 3098155"/>
              <a:gd name="csX92" fmla="*/ 1345062 w 3417845"/>
              <a:gd name="csY92" fmla="*/ 1425187 h 3098155"/>
              <a:gd name="csX93" fmla="*/ 1363463 w 3417845"/>
              <a:gd name="csY93" fmla="*/ 1440044 h 3098155"/>
              <a:gd name="csX94" fmla="*/ 1383443 w 3417845"/>
              <a:gd name="csY94" fmla="*/ 1456172 h 3098155"/>
              <a:gd name="csX95" fmla="*/ 1402114 w 3417845"/>
              <a:gd name="csY95" fmla="*/ 1471234 h 3098155"/>
              <a:gd name="csX96" fmla="*/ 1421831 w 3417845"/>
              <a:gd name="csY96" fmla="*/ 1487150 h 3098155"/>
              <a:gd name="csX97" fmla="*/ 1440758 w 3417845"/>
              <a:gd name="csY97" fmla="*/ 1502431 h 3098155"/>
              <a:gd name="csX98" fmla="*/ 1460212 w 3417845"/>
              <a:gd name="csY98" fmla="*/ 1518135 h 3098155"/>
              <a:gd name="csX99" fmla="*/ 1479409 w 3417845"/>
              <a:gd name="csY99" fmla="*/ 1533621 h 3098155"/>
              <a:gd name="csX100" fmla="*/ 1498599 w 3417845"/>
              <a:gd name="csY100" fmla="*/ 1549113 h 3098155"/>
              <a:gd name="csX101" fmla="*/ 1518053 w 3417845"/>
              <a:gd name="csY101" fmla="*/ 1564818 h 3098155"/>
              <a:gd name="csX102" fmla="*/ 1536987 w 3417845"/>
              <a:gd name="csY102" fmla="*/ 1580098 h 3098155"/>
              <a:gd name="csX103" fmla="*/ 1556704 w 3417845"/>
              <a:gd name="csY103" fmla="*/ 1596015 h 3098155"/>
              <a:gd name="csX104" fmla="*/ 1575368 w 3417845"/>
              <a:gd name="csY104" fmla="*/ 1611076 h 3098155"/>
              <a:gd name="csX105" fmla="*/ 1595355 w 3417845"/>
              <a:gd name="csY105" fmla="*/ 1627205 h 3098155"/>
              <a:gd name="csX106" fmla="*/ 1613756 w 3417845"/>
              <a:gd name="csY106" fmla="*/ 1642061 h 3098155"/>
              <a:gd name="csX107" fmla="*/ 1633999 w 3417845"/>
              <a:gd name="csY107" fmla="*/ 1658402 h 3098155"/>
              <a:gd name="csX108" fmla="*/ 1652137 w 3417845"/>
              <a:gd name="csY108" fmla="*/ 1673039 h 3098155"/>
              <a:gd name="csX109" fmla="*/ 1672650 w 3417845"/>
              <a:gd name="csY109" fmla="*/ 1689591 h 3098155"/>
              <a:gd name="csX110" fmla="*/ 1690525 w 3417845"/>
              <a:gd name="csY110" fmla="*/ 1704024 h 3098155"/>
              <a:gd name="csX111" fmla="*/ 1711294 w 3417845"/>
              <a:gd name="csY111" fmla="*/ 1720788 h 3098155"/>
              <a:gd name="csX112" fmla="*/ 1728913 w 3417845"/>
              <a:gd name="csY112" fmla="*/ 1735002 h 3098155"/>
              <a:gd name="csX113" fmla="*/ 1749945 w 3417845"/>
              <a:gd name="csY113" fmla="*/ 1751978 h 3098155"/>
              <a:gd name="csX114" fmla="*/ 1767293 w 3417845"/>
              <a:gd name="csY114" fmla="*/ 1765987 h 3098155"/>
              <a:gd name="csX115" fmla="*/ 1788588 w 3417845"/>
              <a:gd name="csY115" fmla="*/ 1783175 h 3098155"/>
              <a:gd name="csX116" fmla="*/ 1805681 w 3417845"/>
              <a:gd name="csY116" fmla="*/ 1796965 h 3098155"/>
              <a:gd name="csX117" fmla="*/ 1827239 w 3417845"/>
              <a:gd name="csY117" fmla="*/ 1814365 h 3098155"/>
              <a:gd name="csX118" fmla="*/ 1844069 w 3417845"/>
              <a:gd name="csY118" fmla="*/ 1827950 h 3098155"/>
              <a:gd name="csX119" fmla="*/ 1865890 w 3417845"/>
              <a:gd name="csY119" fmla="*/ 1845562 h 3098155"/>
              <a:gd name="csX120" fmla="*/ 1882450 w 3417845"/>
              <a:gd name="csY120" fmla="*/ 1858928 h 3098155"/>
              <a:gd name="csX121" fmla="*/ 1904534 w 3417845"/>
              <a:gd name="csY121" fmla="*/ 1876752 h 3098155"/>
              <a:gd name="csX122" fmla="*/ 1920838 w 3417845"/>
              <a:gd name="csY122" fmla="*/ 1889913 h 3098155"/>
              <a:gd name="csX123" fmla="*/ 1943185 w 3417845"/>
              <a:gd name="csY123" fmla="*/ 1907949 h 3098155"/>
              <a:gd name="csX124" fmla="*/ 1959219 w 3417845"/>
              <a:gd name="csY124" fmla="*/ 1920891 h 3098155"/>
              <a:gd name="csX125" fmla="*/ 1981829 w 3417845"/>
              <a:gd name="csY125" fmla="*/ 1939146 h 3098155"/>
              <a:gd name="csX126" fmla="*/ 1997606 w 3417845"/>
              <a:gd name="csY126" fmla="*/ 1951876 h 3098155"/>
              <a:gd name="csX127" fmla="*/ 2020480 w 3417845"/>
              <a:gd name="csY127" fmla="*/ 1970336 h 3098155"/>
              <a:gd name="csX128" fmla="*/ 2035995 w 3417845"/>
              <a:gd name="csY128" fmla="*/ 1982854 h 3098155"/>
              <a:gd name="csX129" fmla="*/ 2059131 w 3417845"/>
              <a:gd name="csY129" fmla="*/ 2001533 h 3098155"/>
              <a:gd name="csX130" fmla="*/ 2074375 w 3417845"/>
              <a:gd name="csY130" fmla="*/ 2013839 h 3098155"/>
              <a:gd name="csX131" fmla="*/ 2097775 w 3417845"/>
              <a:gd name="csY131" fmla="*/ 2032722 h 3098155"/>
              <a:gd name="csX132" fmla="*/ 2112763 w 3417845"/>
              <a:gd name="csY132" fmla="*/ 2044817 h 3098155"/>
              <a:gd name="csX133" fmla="*/ 2136426 w 3417845"/>
              <a:gd name="csY133" fmla="*/ 2063920 h 3098155"/>
              <a:gd name="csX134" fmla="*/ 2151144 w 3417845"/>
              <a:gd name="csY134" fmla="*/ 2075802 h 3098155"/>
              <a:gd name="csX135" fmla="*/ 2175069 w 3417845"/>
              <a:gd name="csY135" fmla="*/ 2095109 h 3098155"/>
              <a:gd name="csX136" fmla="*/ 2189532 w 3417845"/>
              <a:gd name="csY136" fmla="*/ 2106780 h 3098155"/>
              <a:gd name="csX137" fmla="*/ 2213721 w 3417845"/>
              <a:gd name="csY137" fmla="*/ 2126306 h 3098155"/>
              <a:gd name="csX138" fmla="*/ 2227920 w 3417845"/>
              <a:gd name="csY138" fmla="*/ 2137765 h 3098155"/>
              <a:gd name="csX139" fmla="*/ 2252364 w 3417845"/>
              <a:gd name="csY139" fmla="*/ 2157496 h 3098155"/>
              <a:gd name="csX140" fmla="*/ 2266300 w 3417845"/>
              <a:gd name="csY140" fmla="*/ 2168743 h 3098155"/>
              <a:gd name="csX141" fmla="*/ 2291015 w 3417845"/>
              <a:gd name="csY141" fmla="*/ 2188693 h 3098155"/>
              <a:gd name="csX142" fmla="*/ 2304688 w 3417845"/>
              <a:gd name="csY142" fmla="*/ 2199728 h 3098155"/>
              <a:gd name="csX143" fmla="*/ 2329666 w 3417845"/>
              <a:gd name="csY143" fmla="*/ 2219883 h 3098155"/>
              <a:gd name="csX144" fmla="*/ 2343069 w 3417845"/>
              <a:gd name="csY144" fmla="*/ 2230706 h 3098155"/>
              <a:gd name="csX145" fmla="*/ 2368310 w 3417845"/>
              <a:gd name="csY145" fmla="*/ 2251080 h 3098155"/>
              <a:gd name="csX146" fmla="*/ 2381457 w 3417845"/>
              <a:gd name="csY146" fmla="*/ 2261691 h 3098155"/>
              <a:gd name="csX147" fmla="*/ 2406961 w 3417845"/>
              <a:gd name="csY147" fmla="*/ 2282270 h 3098155"/>
              <a:gd name="csX148" fmla="*/ 2419845 w 3417845"/>
              <a:gd name="csY148" fmla="*/ 2292669 h 3098155"/>
              <a:gd name="csX149" fmla="*/ 2445605 w 3417845"/>
              <a:gd name="csY149" fmla="*/ 2313467 h 3098155"/>
              <a:gd name="csX150" fmla="*/ 2458226 w 3417845"/>
              <a:gd name="csY150" fmla="*/ 2323654 h 3098155"/>
              <a:gd name="csX151" fmla="*/ 2484256 w 3417845"/>
              <a:gd name="csY151" fmla="*/ 2344664 h 3098155"/>
              <a:gd name="csX152" fmla="*/ 2496613 w 3417845"/>
              <a:gd name="csY152" fmla="*/ 2354632 h 3098155"/>
              <a:gd name="csX153" fmla="*/ 2522900 w 3417845"/>
              <a:gd name="csY153" fmla="*/ 2375854 h 3098155"/>
              <a:gd name="csX154" fmla="*/ 2534994 w 3417845"/>
              <a:gd name="csY154" fmla="*/ 2385617 h 3098155"/>
              <a:gd name="csX155" fmla="*/ 2561551 w 3417845"/>
              <a:gd name="csY155" fmla="*/ 2407051 h 3098155"/>
              <a:gd name="csX156" fmla="*/ 2573382 w 3417845"/>
              <a:gd name="csY156" fmla="*/ 2416595 h 3098155"/>
              <a:gd name="csX157" fmla="*/ 2600202 w 3417845"/>
              <a:gd name="csY157" fmla="*/ 2438240 h 3098155"/>
              <a:gd name="csX158" fmla="*/ 2611770 w 3417845"/>
              <a:gd name="csY158" fmla="*/ 2447580 h 3098155"/>
              <a:gd name="csX159" fmla="*/ 2638846 w 3417845"/>
              <a:gd name="csY159" fmla="*/ 2469438 h 3098155"/>
              <a:gd name="csX160" fmla="*/ 2650151 w 3417845"/>
              <a:gd name="csY160" fmla="*/ 2478558 h 3098155"/>
              <a:gd name="csX161" fmla="*/ 2677497 w 3417845"/>
              <a:gd name="csY161" fmla="*/ 2500627 h 3098155"/>
              <a:gd name="csX162" fmla="*/ 2688539 w 3417845"/>
              <a:gd name="csY162" fmla="*/ 2509543 h 3098155"/>
              <a:gd name="csX163" fmla="*/ 2716140 w 3417845"/>
              <a:gd name="csY163" fmla="*/ 2531824 h 3098155"/>
              <a:gd name="csX164" fmla="*/ 2726919 w 3417845"/>
              <a:gd name="csY164" fmla="*/ 2540528 h 3098155"/>
              <a:gd name="csX165" fmla="*/ 2754791 w 3417845"/>
              <a:gd name="csY165" fmla="*/ 2563021 h 3098155"/>
              <a:gd name="csX166" fmla="*/ 2765307 w 3417845"/>
              <a:gd name="csY166" fmla="*/ 2571506 h 3098155"/>
              <a:gd name="csX167" fmla="*/ 2793442 w 3417845"/>
              <a:gd name="csY167" fmla="*/ 2594211 h 3098155"/>
              <a:gd name="csX168" fmla="*/ 2803695 w 3417845"/>
              <a:gd name="csY168" fmla="*/ 2602491 h 3098155"/>
              <a:gd name="csX169" fmla="*/ 2832086 w 3417845"/>
              <a:gd name="csY169" fmla="*/ 2625408 h 3098155"/>
              <a:gd name="csX170" fmla="*/ 2842076 w 3417845"/>
              <a:gd name="csY170" fmla="*/ 2633469 h 3098155"/>
              <a:gd name="csX171" fmla="*/ 2870737 w 3417845"/>
              <a:gd name="csY171" fmla="*/ 2656598 h 3098155"/>
              <a:gd name="csX172" fmla="*/ 2880464 w 3417845"/>
              <a:gd name="csY172" fmla="*/ 2664454 h 3098155"/>
              <a:gd name="csX173" fmla="*/ 2909381 w 3417845"/>
              <a:gd name="csY173" fmla="*/ 2687795 h 3098155"/>
              <a:gd name="csX174" fmla="*/ 2918845 w 3417845"/>
              <a:gd name="csY174" fmla="*/ 2695432 h 3098155"/>
              <a:gd name="csX175" fmla="*/ 2948032 w 3417845"/>
              <a:gd name="csY175" fmla="*/ 2718985 h 3098155"/>
              <a:gd name="csX176" fmla="*/ 2957233 w 3417845"/>
              <a:gd name="csY176" fmla="*/ 2726410 h 3098155"/>
              <a:gd name="csX177" fmla="*/ 2986676 w 3417845"/>
              <a:gd name="csY177" fmla="*/ 2750182 h 3098155"/>
              <a:gd name="csX178" fmla="*/ 2995621 w 3417845"/>
              <a:gd name="csY178" fmla="*/ 2757395 h 3098155"/>
              <a:gd name="csX179" fmla="*/ 3025327 w 3417845"/>
              <a:gd name="csY179" fmla="*/ 2781372 h 3098155"/>
              <a:gd name="csX180" fmla="*/ 3034001 w 3417845"/>
              <a:gd name="csY180" fmla="*/ 2788373 h 3098155"/>
              <a:gd name="csX181" fmla="*/ 3063978 w 3417845"/>
              <a:gd name="csY181" fmla="*/ 2812569 h 3098155"/>
              <a:gd name="csX182" fmla="*/ 3072389 w 3417845"/>
              <a:gd name="csY182" fmla="*/ 2819358 h 3098155"/>
              <a:gd name="csX183" fmla="*/ 3102622 w 3417845"/>
              <a:gd name="csY183" fmla="*/ 2843759 h 3098155"/>
              <a:gd name="csX184" fmla="*/ 3110770 w 3417845"/>
              <a:gd name="csY184" fmla="*/ 2850335 h 3098155"/>
              <a:gd name="csX185" fmla="*/ 3141273 w 3417845"/>
              <a:gd name="csY185" fmla="*/ 2874955 h 3098155"/>
              <a:gd name="csX186" fmla="*/ 3149158 w 3417845"/>
              <a:gd name="csY186" fmla="*/ 2881321 h 3098155"/>
              <a:gd name="csX187" fmla="*/ 3179916 w 3417845"/>
              <a:gd name="csY187" fmla="*/ 2906145 h 3098155"/>
              <a:gd name="csX188" fmla="*/ 3187546 w 3417845"/>
              <a:gd name="csY188" fmla="*/ 2912298 h 3098155"/>
              <a:gd name="csX189" fmla="*/ 3218568 w 3417845"/>
              <a:gd name="csY189" fmla="*/ 2937342 h 3098155"/>
              <a:gd name="csX190" fmla="*/ 3225926 w 3417845"/>
              <a:gd name="csY190" fmla="*/ 2943284 h 3098155"/>
              <a:gd name="csX191" fmla="*/ 3257219 w 3417845"/>
              <a:gd name="csY191" fmla="*/ 2968539 h 3098155"/>
              <a:gd name="csX192" fmla="*/ 3264315 w 3417845"/>
              <a:gd name="csY192" fmla="*/ 2974269 h 3098155"/>
              <a:gd name="csX193" fmla="*/ 3295862 w 3417845"/>
              <a:gd name="csY193" fmla="*/ 2999729 h 3098155"/>
              <a:gd name="csX194" fmla="*/ 3302695 w 3417845"/>
              <a:gd name="csY194" fmla="*/ 3005247 h 3098155"/>
              <a:gd name="csX195" fmla="*/ 3334513 w 3417845"/>
              <a:gd name="csY195" fmla="*/ 3030926 h 3098155"/>
              <a:gd name="csX196" fmla="*/ 3341083 w 3417845"/>
              <a:gd name="csY196" fmla="*/ 3036232 h 3098155"/>
              <a:gd name="csX197" fmla="*/ 3373157 w 3417845"/>
              <a:gd name="csY197" fmla="*/ 3062116 h 3098155"/>
              <a:gd name="csX198" fmla="*/ 3379471 w 3417845"/>
              <a:gd name="csY198" fmla="*/ 3067210 h 3098155"/>
              <a:gd name="csX199" fmla="*/ 3411808 w 3417845"/>
              <a:gd name="csY199" fmla="*/ 3093313 h 3098155"/>
              <a:gd name="csX200" fmla="*/ 3417852 w 3417845"/>
              <a:gd name="csY200" fmla="*/ 3098195 h 30981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Lst>
            <a:rect l="l" t="t" r="r" b="b"/>
            <a:pathLst>
              <a:path w="3417845" h="3098155">
                <a:moveTo>
                  <a:pt x="6" y="39"/>
                </a:moveTo>
                <a:lnTo>
                  <a:pt x="6" y="22379"/>
                </a:lnTo>
                <a:lnTo>
                  <a:pt x="6" y="31021"/>
                </a:lnTo>
                <a:lnTo>
                  <a:pt x="6" y="53361"/>
                </a:lnTo>
                <a:lnTo>
                  <a:pt x="6" y="62002"/>
                </a:lnTo>
                <a:lnTo>
                  <a:pt x="6" y="84343"/>
                </a:lnTo>
                <a:lnTo>
                  <a:pt x="6" y="92984"/>
                </a:lnTo>
                <a:lnTo>
                  <a:pt x="6" y="115324"/>
                </a:lnTo>
                <a:lnTo>
                  <a:pt x="6" y="123965"/>
                </a:lnTo>
                <a:lnTo>
                  <a:pt x="6" y="146306"/>
                </a:lnTo>
                <a:lnTo>
                  <a:pt x="6" y="154947"/>
                </a:lnTo>
                <a:lnTo>
                  <a:pt x="6" y="177287"/>
                </a:lnTo>
                <a:lnTo>
                  <a:pt x="6" y="185928"/>
                </a:lnTo>
                <a:lnTo>
                  <a:pt x="6" y="208269"/>
                </a:lnTo>
                <a:lnTo>
                  <a:pt x="6" y="216909"/>
                </a:lnTo>
                <a:lnTo>
                  <a:pt x="6" y="239250"/>
                </a:lnTo>
                <a:lnTo>
                  <a:pt x="6" y="247891"/>
                </a:lnTo>
                <a:lnTo>
                  <a:pt x="6" y="270232"/>
                </a:lnTo>
                <a:lnTo>
                  <a:pt x="6" y="278872"/>
                </a:lnTo>
                <a:lnTo>
                  <a:pt x="6" y="301213"/>
                </a:lnTo>
                <a:lnTo>
                  <a:pt x="6" y="309855"/>
                </a:lnTo>
                <a:lnTo>
                  <a:pt x="551" y="332632"/>
                </a:lnTo>
                <a:lnTo>
                  <a:pt x="1583" y="340836"/>
                </a:lnTo>
                <a:lnTo>
                  <a:pt x="10785" y="348263"/>
                </a:lnTo>
                <a:lnTo>
                  <a:pt x="39968" y="371818"/>
                </a:lnTo>
                <a:lnTo>
                  <a:pt x="49433" y="379456"/>
                </a:lnTo>
                <a:lnTo>
                  <a:pt x="78353" y="402799"/>
                </a:lnTo>
                <a:lnTo>
                  <a:pt x="88081" y="410651"/>
                </a:lnTo>
                <a:lnTo>
                  <a:pt x="116738" y="433781"/>
                </a:lnTo>
                <a:lnTo>
                  <a:pt x="126729" y="441844"/>
                </a:lnTo>
                <a:lnTo>
                  <a:pt x="155123" y="464762"/>
                </a:lnTo>
                <a:lnTo>
                  <a:pt x="165377" y="473037"/>
                </a:lnTo>
                <a:lnTo>
                  <a:pt x="193508" y="495744"/>
                </a:lnTo>
                <a:lnTo>
                  <a:pt x="204025" y="504232"/>
                </a:lnTo>
                <a:lnTo>
                  <a:pt x="231892" y="526725"/>
                </a:lnTo>
                <a:lnTo>
                  <a:pt x="242671" y="535425"/>
                </a:lnTo>
                <a:lnTo>
                  <a:pt x="270280" y="557707"/>
                </a:lnTo>
                <a:lnTo>
                  <a:pt x="281322" y="566619"/>
                </a:lnTo>
                <a:lnTo>
                  <a:pt x="308660" y="588688"/>
                </a:lnTo>
                <a:lnTo>
                  <a:pt x="319965" y="597813"/>
                </a:lnTo>
                <a:lnTo>
                  <a:pt x="347048" y="619669"/>
                </a:lnTo>
                <a:lnTo>
                  <a:pt x="358616" y="629007"/>
                </a:lnTo>
                <a:lnTo>
                  <a:pt x="385436" y="650654"/>
                </a:lnTo>
                <a:lnTo>
                  <a:pt x="397267" y="660198"/>
                </a:lnTo>
                <a:lnTo>
                  <a:pt x="423817" y="681632"/>
                </a:lnTo>
                <a:lnTo>
                  <a:pt x="435911" y="691395"/>
                </a:lnTo>
                <a:lnTo>
                  <a:pt x="462205" y="712617"/>
                </a:lnTo>
                <a:lnTo>
                  <a:pt x="474562" y="722585"/>
                </a:lnTo>
                <a:lnTo>
                  <a:pt x="500593" y="743595"/>
                </a:lnTo>
                <a:lnTo>
                  <a:pt x="513206" y="753782"/>
                </a:lnTo>
                <a:lnTo>
                  <a:pt x="538973" y="774580"/>
                </a:lnTo>
                <a:lnTo>
                  <a:pt x="551857" y="784979"/>
                </a:lnTo>
                <a:lnTo>
                  <a:pt x="577361" y="805558"/>
                </a:lnTo>
                <a:lnTo>
                  <a:pt x="590508" y="816169"/>
                </a:lnTo>
                <a:lnTo>
                  <a:pt x="615742" y="836543"/>
                </a:lnTo>
                <a:lnTo>
                  <a:pt x="629152" y="847366"/>
                </a:lnTo>
                <a:lnTo>
                  <a:pt x="654130" y="867521"/>
                </a:lnTo>
                <a:lnTo>
                  <a:pt x="667803" y="878555"/>
                </a:lnTo>
                <a:lnTo>
                  <a:pt x="692518" y="898506"/>
                </a:lnTo>
                <a:lnTo>
                  <a:pt x="706447" y="909752"/>
                </a:lnTo>
                <a:lnTo>
                  <a:pt x="730899" y="929483"/>
                </a:lnTo>
                <a:lnTo>
                  <a:pt x="745098" y="940942"/>
                </a:lnTo>
                <a:lnTo>
                  <a:pt x="769287" y="960469"/>
                </a:lnTo>
                <a:lnTo>
                  <a:pt x="783741" y="972139"/>
                </a:lnTo>
                <a:lnTo>
                  <a:pt x="807667" y="991446"/>
                </a:lnTo>
                <a:lnTo>
                  <a:pt x="822392" y="1003329"/>
                </a:lnTo>
                <a:lnTo>
                  <a:pt x="846055" y="1022432"/>
                </a:lnTo>
                <a:lnTo>
                  <a:pt x="861043" y="1034526"/>
                </a:lnTo>
                <a:lnTo>
                  <a:pt x="884443" y="1053410"/>
                </a:lnTo>
                <a:lnTo>
                  <a:pt x="899687" y="1065716"/>
                </a:lnTo>
                <a:lnTo>
                  <a:pt x="922824" y="1084395"/>
                </a:lnTo>
                <a:lnTo>
                  <a:pt x="938338" y="1096913"/>
                </a:lnTo>
                <a:lnTo>
                  <a:pt x="961212" y="1115372"/>
                </a:lnTo>
                <a:lnTo>
                  <a:pt x="976982" y="1128103"/>
                </a:lnTo>
                <a:lnTo>
                  <a:pt x="999592" y="1146358"/>
                </a:lnTo>
                <a:lnTo>
                  <a:pt x="1015633" y="1159300"/>
                </a:lnTo>
                <a:lnTo>
                  <a:pt x="1037980" y="1177335"/>
                </a:lnTo>
                <a:lnTo>
                  <a:pt x="1054284" y="1190497"/>
                </a:lnTo>
                <a:lnTo>
                  <a:pt x="1076368" y="1208321"/>
                </a:lnTo>
                <a:lnTo>
                  <a:pt x="1092928" y="1221687"/>
                </a:lnTo>
                <a:lnTo>
                  <a:pt x="1114749" y="1239298"/>
                </a:lnTo>
                <a:lnTo>
                  <a:pt x="1131579" y="1252884"/>
                </a:lnTo>
                <a:lnTo>
                  <a:pt x="1153137" y="1270284"/>
                </a:lnTo>
                <a:lnTo>
                  <a:pt x="1170223" y="1284073"/>
                </a:lnTo>
                <a:lnTo>
                  <a:pt x="1191518" y="1301261"/>
                </a:lnTo>
                <a:lnTo>
                  <a:pt x="1208874" y="1315270"/>
                </a:lnTo>
                <a:lnTo>
                  <a:pt x="1229906" y="1332247"/>
                </a:lnTo>
                <a:lnTo>
                  <a:pt x="1247517" y="1346460"/>
                </a:lnTo>
                <a:lnTo>
                  <a:pt x="1268294" y="1363224"/>
                </a:lnTo>
                <a:lnTo>
                  <a:pt x="1286168" y="1377657"/>
                </a:lnTo>
                <a:lnTo>
                  <a:pt x="1306674" y="1394209"/>
                </a:lnTo>
                <a:lnTo>
                  <a:pt x="1324812" y="1408847"/>
                </a:lnTo>
                <a:lnTo>
                  <a:pt x="1345062" y="1425187"/>
                </a:lnTo>
                <a:lnTo>
                  <a:pt x="1363463" y="1440044"/>
                </a:lnTo>
                <a:lnTo>
                  <a:pt x="1383443" y="1456172"/>
                </a:lnTo>
                <a:lnTo>
                  <a:pt x="1402114" y="1471234"/>
                </a:lnTo>
                <a:lnTo>
                  <a:pt x="1421831" y="1487150"/>
                </a:lnTo>
                <a:lnTo>
                  <a:pt x="1440758" y="1502431"/>
                </a:lnTo>
                <a:lnTo>
                  <a:pt x="1460212" y="1518135"/>
                </a:lnTo>
                <a:lnTo>
                  <a:pt x="1479409" y="1533621"/>
                </a:lnTo>
                <a:lnTo>
                  <a:pt x="1498599" y="1549113"/>
                </a:lnTo>
                <a:lnTo>
                  <a:pt x="1518053" y="1564818"/>
                </a:lnTo>
                <a:lnTo>
                  <a:pt x="1536987" y="1580098"/>
                </a:lnTo>
                <a:lnTo>
                  <a:pt x="1556704" y="1596015"/>
                </a:lnTo>
                <a:lnTo>
                  <a:pt x="1575368" y="1611076"/>
                </a:lnTo>
                <a:lnTo>
                  <a:pt x="1595355" y="1627205"/>
                </a:lnTo>
                <a:lnTo>
                  <a:pt x="1613756" y="1642061"/>
                </a:lnTo>
                <a:lnTo>
                  <a:pt x="1633999" y="1658402"/>
                </a:lnTo>
                <a:lnTo>
                  <a:pt x="1652137" y="1673039"/>
                </a:lnTo>
                <a:lnTo>
                  <a:pt x="1672650" y="1689591"/>
                </a:lnTo>
                <a:lnTo>
                  <a:pt x="1690525" y="1704024"/>
                </a:lnTo>
                <a:lnTo>
                  <a:pt x="1711294" y="1720788"/>
                </a:lnTo>
                <a:lnTo>
                  <a:pt x="1728913" y="1735002"/>
                </a:lnTo>
                <a:lnTo>
                  <a:pt x="1749945" y="1751978"/>
                </a:lnTo>
                <a:lnTo>
                  <a:pt x="1767293" y="1765987"/>
                </a:lnTo>
                <a:lnTo>
                  <a:pt x="1788588" y="1783175"/>
                </a:lnTo>
                <a:lnTo>
                  <a:pt x="1805681" y="1796965"/>
                </a:lnTo>
                <a:lnTo>
                  <a:pt x="1827239" y="1814365"/>
                </a:lnTo>
                <a:lnTo>
                  <a:pt x="1844069" y="1827950"/>
                </a:lnTo>
                <a:lnTo>
                  <a:pt x="1865890" y="1845562"/>
                </a:lnTo>
                <a:lnTo>
                  <a:pt x="1882450" y="1858928"/>
                </a:lnTo>
                <a:lnTo>
                  <a:pt x="1904534" y="1876752"/>
                </a:lnTo>
                <a:lnTo>
                  <a:pt x="1920838" y="1889913"/>
                </a:lnTo>
                <a:lnTo>
                  <a:pt x="1943185" y="1907949"/>
                </a:lnTo>
                <a:lnTo>
                  <a:pt x="1959219" y="1920891"/>
                </a:lnTo>
                <a:lnTo>
                  <a:pt x="1981829" y="1939146"/>
                </a:lnTo>
                <a:lnTo>
                  <a:pt x="1997606" y="1951876"/>
                </a:lnTo>
                <a:lnTo>
                  <a:pt x="2020480" y="1970336"/>
                </a:lnTo>
                <a:lnTo>
                  <a:pt x="2035995" y="1982854"/>
                </a:lnTo>
                <a:lnTo>
                  <a:pt x="2059131" y="2001533"/>
                </a:lnTo>
                <a:lnTo>
                  <a:pt x="2074375" y="2013839"/>
                </a:lnTo>
                <a:lnTo>
                  <a:pt x="2097775" y="2032722"/>
                </a:lnTo>
                <a:lnTo>
                  <a:pt x="2112763" y="2044817"/>
                </a:lnTo>
                <a:lnTo>
                  <a:pt x="2136426" y="2063920"/>
                </a:lnTo>
                <a:lnTo>
                  <a:pt x="2151144" y="2075802"/>
                </a:lnTo>
                <a:lnTo>
                  <a:pt x="2175069" y="2095109"/>
                </a:lnTo>
                <a:lnTo>
                  <a:pt x="2189532" y="2106780"/>
                </a:lnTo>
                <a:lnTo>
                  <a:pt x="2213721" y="2126306"/>
                </a:lnTo>
                <a:lnTo>
                  <a:pt x="2227920" y="2137765"/>
                </a:lnTo>
                <a:lnTo>
                  <a:pt x="2252364" y="2157496"/>
                </a:lnTo>
                <a:lnTo>
                  <a:pt x="2266300" y="2168743"/>
                </a:lnTo>
                <a:lnTo>
                  <a:pt x="2291015" y="2188693"/>
                </a:lnTo>
                <a:lnTo>
                  <a:pt x="2304688" y="2199728"/>
                </a:lnTo>
                <a:lnTo>
                  <a:pt x="2329666" y="2219883"/>
                </a:lnTo>
                <a:lnTo>
                  <a:pt x="2343069" y="2230706"/>
                </a:lnTo>
                <a:lnTo>
                  <a:pt x="2368310" y="2251080"/>
                </a:lnTo>
                <a:lnTo>
                  <a:pt x="2381457" y="2261691"/>
                </a:lnTo>
                <a:lnTo>
                  <a:pt x="2406961" y="2282270"/>
                </a:lnTo>
                <a:lnTo>
                  <a:pt x="2419845" y="2292669"/>
                </a:lnTo>
                <a:lnTo>
                  <a:pt x="2445605" y="2313467"/>
                </a:lnTo>
                <a:lnTo>
                  <a:pt x="2458226" y="2323654"/>
                </a:lnTo>
                <a:lnTo>
                  <a:pt x="2484256" y="2344664"/>
                </a:lnTo>
                <a:lnTo>
                  <a:pt x="2496613" y="2354632"/>
                </a:lnTo>
                <a:lnTo>
                  <a:pt x="2522900" y="2375854"/>
                </a:lnTo>
                <a:lnTo>
                  <a:pt x="2534994" y="2385617"/>
                </a:lnTo>
                <a:lnTo>
                  <a:pt x="2561551" y="2407051"/>
                </a:lnTo>
                <a:lnTo>
                  <a:pt x="2573382" y="2416595"/>
                </a:lnTo>
                <a:lnTo>
                  <a:pt x="2600202" y="2438240"/>
                </a:lnTo>
                <a:lnTo>
                  <a:pt x="2611770" y="2447580"/>
                </a:lnTo>
                <a:lnTo>
                  <a:pt x="2638846" y="2469438"/>
                </a:lnTo>
                <a:lnTo>
                  <a:pt x="2650151" y="2478558"/>
                </a:lnTo>
                <a:lnTo>
                  <a:pt x="2677497" y="2500627"/>
                </a:lnTo>
                <a:lnTo>
                  <a:pt x="2688539" y="2509543"/>
                </a:lnTo>
                <a:lnTo>
                  <a:pt x="2716140" y="2531824"/>
                </a:lnTo>
                <a:lnTo>
                  <a:pt x="2726919" y="2540528"/>
                </a:lnTo>
                <a:lnTo>
                  <a:pt x="2754791" y="2563021"/>
                </a:lnTo>
                <a:lnTo>
                  <a:pt x="2765307" y="2571506"/>
                </a:lnTo>
                <a:lnTo>
                  <a:pt x="2793442" y="2594211"/>
                </a:lnTo>
                <a:lnTo>
                  <a:pt x="2803695" y="2602491"/>
                </a:lnTo>
                <a:lnTo>
                  <a:pt x="2832086" y="2625408"/>
                </a:lnTo>
                <a:lnTo>
                  <a:pt x="2842076" y="2633469"/>
                </a:lnTo>
                <a:lnTo>
                  <a:pt x="2870737" y="2656598"/>
                </a:lnTo>
                <a:lnTo>
                  <a:pt x="2880464" y="2664454"/>
                </a:lnTo>
                <a:lnTo>
                  <a:pt x="2909381" y="2687795"/>
                </a:lnTo>
                <a:lnTo>
                  <a:pt x="2918845" y="2695432"/>
                </a:lnTo>
                <a:lnTo>
                  <a:pt x="2948032" y="2718985"/>
                </a:lnTo>
                <a:lnTo>
                  <a:pt x="2957233" y="2726410"/>
                </a:lnTo>
                <a:lnTo>
                  <a:pt x="2986676" y="2750182"/>
                </a:lnTo>
                <a:lnTo>
                  <a:pt x="2995621" y="2757395"/>
                </a:lnTo>
                <a:lnTo>
                  <a:pt x="3025327" y="2781372"/>
                </a:lnTo>
                <a:lnTo>
                  <a:pt x="3034001" y="2788373"/>
                </a:lnTo>
                <a:lnTo>
                  <a:pt x="3063978" y="2812569"/>
                </a:lnTo>
                <a:lnTo>
                  <a:pt x="3072389" y="2819358"/>
                </a:lnTo>
                <a:lnTo>
                  <a:pt x="3102622" y="2843759"/>
                </a:lnTo>
                <a:lnTo>
                  <a:pt x="3110770" y="2850335"/>
                </a:lnTo>
                <a:lnTo>
                  <a:pt x="3141273" y="2874955"/>
                </a:lnTo>
                <a:lnTo>
                  <a:pt x="3149158" y="2881321"/>
                </a:lnTo>
                <a:lnTo>
                  <a:pt x="3179916" y="2906145"/>
                </a:lnTo>
                <a:lnTo>
                  <a:pt x="3187546" y="2912298"/>
                </a:lnTo>
                <a:lnTo>
                  <a:pt x="3218568" y="2937342"/>
                </a:lnTo>
                <a:lnTo>
                  <a:pt x="3225926" y="2943284"/>
                </a:lnTo>
                <a:lnTo>
                  <a:pt x="3257219" y="2968539"/>
                </a:lnTo>
                <a:lnTo>
                  <a:pt x="3264315" y="2974269"/>
                </a:lnTo>
                <a:lnTo>
                  <a:pt x="3295862" y="2999729"/>
                </a:lnTo>
                <a:lnTo>
                  <a:pt x="3302695" y="3005247"/>
                </a:lnTo>
                <a:lnTo>
                  <a:pt x="3334513" y="3030926"/>
                </a:lnTo>
                <a:lnTo>
                  <a:pt x="3341083" y="3036232"/>
                </a:lnTo>
                <a:lnTo>
                  <a:pt x="3373157" y="3062116"/>
                </a:lnTo>
                <a:lnTo>
                  <a:pt x="3379471" y="3067210"/>
                </a:lnTo>
                <a:lnTo>
                  <a:pt x="3411808" y="3093313"/>
                </a:lnTo>
                <a:lnTo>
                  <a:pt x="3417852" y="3098195"/>
                </a:lnTo>
              </a:path>
            </a:pathLst>
          </a:custGeom>
          <a:noFill/>
          <a:ln w="21901" cap="flat">
            <a:solidFill>
              <a:srgbClr val="006E82"/>
            </a:solidFill>
            <a:custDash>
              <a:ds d="2812500" sp="562500"/>
            </a:custDash>
            <a:round/>
          </a:ln>
        </p:spPr>
        <p:txBody>
          <a:bodyPr/>
          <a:lstStyle/>
          <a:p>
            <a:endParaRPr lang="en-GB"/>
          </a:p>
        </p:txBody>
      </p:sp>
      <p:sp>
        <p:nvSpPr>
          <p:cNvPr id="74" name="Freeform: Shape 73">
            <a:extLst>
              <a:ext uri="{FF2B5EF4-FFF2-40B4-BE49-F238E27FC236}">
                <a16:creationId xmlns:a16="http://schemas.microsoft.com/office/drawing/2014/main" id="{16192996-E0C1-EDDF-CF90-8357E0B760DC}"/>
              </a:ext>
            </a:extLst>
          </p:cNvPr>
          <p:cNvSpPr/>
          <p:nvPr/>
        </p:nvSpPr>
        <p:spPr>
          <a:xfrm>
            <a:off x="409028" y="1146761"/>
            <a:ext cx="3435377" cy="3098155"/>
          </a:xfrm>
          <a:custGeom>
            <a:avLst/>
            <a:gdLst>
              <a:gd name="csX0" fmla="*/ 6 w 3435377"/>
              <a:gd name="csY0" fmla="*/ 39 h 3098155"/>
              <a:gd name="csX1" fmla="*/ 6 w 3435377"/>
              <a:gd name="csY1" fmla="*/ 21961 h 3098155"/>
              <a:gd name="csX2" fmla="*/ 6 w 3435377"/>
              <a:gd name="csY2" fmla="*/ 31021 h 3098155"/>
              <a:gd name="csX3" fmla="*/ 6 w 3435377"/>
              <a:gd name="csY3" fmla="*/ 52943 h 3098155"/>
              <a:gd name="csX4" fmla="*/ 6 w 3435377"/>
              <a:gd name="csY4" fmla="*/ 62002 h 3098155"/>
              <a:gd name="csX5" fmla="*/ 6 w 3435377"/>
              <a:gd name="csY5" fmla="*/ 83924 h 3098155"/>
              <a:gd name="csX6" fmla="*/ 6 w 3435377"/>
              <a:gd name="csY6" fmla="*/ 92984 h 3098155"/>
              <a:gd name="csX7" fmla="*/ 6 w 3435377"/>
              <a:gd name="csY7" fmla="*/ 114906 h 3098155"/>
              <a:gd name="csX8" fmla="*/ 6 w 3435377"/>
              <a:gd name="csY8" fmla="*/ 123965 h 3098155"/>
              <a:gd name="csX9" fmla="*/ 6 w 3435377"/>
              <a:gd name="csY9" fmla="*/ 145887 h 3098155"/>
              <a:gd name="csX10" fmla="*/ 6 w 3435377"/>
              <a:gd name="csY10" fmla="*/ 154947 h 3098155"/>
              <a:gd name="csX11" fmla="*/ 6 w 3435377"/>
              <a:gd name="csY11" fmla="*/ 176868 h 3098155"/>
              <a:gd name="csX12" fmla="*/ 6 w 3435377"/>
              <a:gd name="csY12" fmla="*/ 185928 h 3098155"/>
              <a:gd name="csX13" fmla="*/ 6 w 3435377"/>
              <a:gd name="csY13" fmla="*/ 207850 h 3098155"/>
              <a:gd name="csX14" fmla="*/ 6 w 3435377"/>
              <a:gd name="csY14" fmla="*/ 216909 h 3098155"/>
              <a:gd name="csX15" fmla="*/ 6 w 3435377"/>
              <a:gd name="csY15" fmla="*/ 238831 h 3098155"/>
              <a:gd name="csX16" fmla="*/ 6 w 3435377"/>
              <a:gd name="csY16" fmla="*/ 247891 h 3098155"/>
              <a:gd name="csX17" fmla="*/ 6 w 3435377"/>
              <a:gd name="csY17" fmla="*/ 269813 h 3098155"/>
              <a:gd name="csX18" fmla="*/ 6 w 3435377"/>
              <a:gd name="csY18" fmla="*/ 278872 h 3098155"/>
              <a:gd name="csX19" fmla="*/ 6 w 3435377"/>
              <a:gd name="csY19" fmla="*/ 300794 h 3098155"/>
              <a:gd name="csX20" fmla="*/ 6 w 3435377"/>
              <a:gd name="csY20" fmla="*/ 309855 h 3098155"/>
              <a:gd name="csX21" fmla="*/ 6 w 3435377"/>
              <a:gd name="csY21" fmla="*/ 331776 h 3098155"/>
              <a:gd name="csX22" fmla="*/ 6 w 3435377"/>
              <a:gd name="csY22" fmla="*/ 340836 h 3098155"/>
              <a:gd name="csX23" fmla="*/ 6 w 3435377"/>
              <a:gd name="csY23" fmla="*/ 362757 h 3098155"/>
              <a:gd name="csX24" fmla="*/ 6 w 3435377"/>
              <a:gd name="csY24" fmla="*/ 371818 h 3098155"/>
              <a:gd name="csX25" fmla="*/ 6 w 3435377"/>
              <a:gd name="csY25" fmla="*/ 393740 h 3098155"/>
              <a:gd name="csX26" fmla="*/ 6 w 3435377"/>
              <a:gd name="csY26" fmla="*/ 402799 h 3098155"/>
              <a:gd name="csX27" fmla="*/ 6 w 3435377"/>
              <a:gd name="csY27" fmla="*/ 424721 h 3098155"/>
              <a:gd name="csX28" fmla="*/ 6 w 3435377"/>
              <a:gd name="csY28" fmla="*/ 433781 h 3098155"/>
              <a:gd name="csX29" fmla="*/ 6 w 3435377"/>
              <a:gd name="csY29" fmla="*/ 455703 h 3098155"/>
              <a:gd name="csX30" fmla="*/ 6 w 3435377"/>
              <a:gd name="csY30" fmla="*/ 464762 h 3098155"/>
              <a:gd name="csX31" fmla="*/ 6 w 3435377"/>
              <a:gd name="csY31" fmla="*/ 486684 h 3098155"/>
              <a:gd name="csX32" fmla="*/ 6 w 3435377"/>
              <a:gd name="csY32" fmla="*/ 495744 h 3098155"/>
              <a:gd name="csX33" fmla="*/ 6 w 3435377"/>
              <a:gd name="csY33" fmla="*/ 517665 h 3098155"/>
              <a:gd name="csX34" fmla="*/ 6 w 3435377"/>
              <a:gd name="csY34" fmla="*/ 526725 h 3098155"/>
              <a:gd name="csX35" fmla="*/ 6 w 3435377"/>
              <a:gd name="csY35" fmla="*/ 548647 h 3098155"/>
              <a:gd name="csX36" fmla="*/ 6 w 3435377"/>
              <a:gd name="csY36" fmla="*/ 557707 h 3098155"/>
              <a:gd name="csX37" fmla="*/ 6 w 3435377"/>
              <a:gd name="csY37" fmla="*/ 579629 h 3098155"/>
              <a:gd name="csX38" fmla="*/ 6 w 3435377"/>
              <a:gd name="csY38" fmla="*/ 588688 h 3098155"/>
              <a:gd name="csX39" fmla="*/ 6 w 3435377"/>
              <a:gd name="csY39" fmla="*/ 610610 h 3098155"/>
              <a:gd name="csX40" fmla="*/ 6 w 3435377"/>
              <a:gd name="csY40" fmla="*/ 619669 h 3098155"/>
              <a:gd name="csX41" fmla="*/ 6 w 3435377"/>
              <a:gd name="csY41" fmla="*/ 641591 h 3098155"/>
              <a:gd name="csX42" fmla="*/ 6 w 3435377"/>
              <a:gd name="csY42" fmla="*/ 650654 h 3098155"/>
              <a:gd name="csX43" fmla="*/ 6 w 3435377"/>
              <a:gd name="csY43" fmla="*/ 672570 h 3098155"/>
              <a:gd name="csX44" fmla="*/ 6 w 3435377"/>
              <a:gd name="csY44" fmla="*/ 681632 h 3098155"/>
              <a:gd name="csX45" fmla="*/ 6 w 3435377"/>
              <a:gd name="csY45" fmla="*/ 703555 h 3098155"/>
              <a:gd name="csX46" fmla="*/ 6 w 3435377"/>
              <a:gd name="csY46" fmla="*/ 712617 h 3098155"/>
              <a:gd name="csX47" fmla="*/ 6 w 3435377"/>
              <a:gd name="csY47" fmla="*/ 734533 h 3098155"/>
              <a:gd name="csX48" fmla="*/ 6 w 3435377"/>
              <a:gd name="csY48" fmla="*/ 743595 h 3098155"/>
              <a:gd name="csX49" fmla="*/ 6 w 3435377"/>
              <a:gd name="csY49" fmla="*/ 765518 h 3098155"/>
              <a:gd name="csX50" fmla="*/ 6 w 3435377"/>
              <a:gd name="csY50" fmla="*/ 774580 h 3098155"/>
              <a:gd name="csX51" fmla="*/ 6 w 3435377"/>
              <a:gd name="csY51" fmla="*/ 796496 h 3098155"/>
              <a:gd name="csX52" fmla="*/ 6 w 3435377"/>
              <a:gd name="csY52" fmla="*/ 805558 h 3098155"/>
              <a:gd name="csX53" fmla="*/ 6 w 3435377"/>
              <a:gd name="csY53" fmla="*/ 827481 h 3098155"/>
              <a:gd name="csX54" fmla="*/ 6 w 3435377"/>
              <a:gd name="csY54" fmla="*/ 836543 h 3098155"/>
              <a:gd name="csX55" fmla="*/ 6 w 3435377"/>
              <a:gd name="csY55" fmla="*/ 858459 h 3098155"/>
              <a:gd name="csX56" fmla="*/ 6 w 3435377"/>
              <a:gd name="csY56" fmla="*/ 867521 h 3098155"/>
              <a:gd name="csX57" fmla="*/ 6 w 3435377"/>
              <a:gd name="csY57" fmla="*/ 889444 h 3098155"/>
              <a:gd name="csX58" fmla="*/ 6 w 3435377"/>
              <a:gd name="csY58" fmla="*/ 898506 h 3098155"/>
              <a:gd name="csX59" fmla="*/ 6 w 3435377"/>
              <a:gd name="csY59" fmla="*/ 920422 h 3098155"/>
              <a:gd name="csX60" fmla="*/ 6 w 3435377"/>
              <a:gd name="csY60" fmla="*/ 929483 h 3098155"/>
              <a:gd name="csX61" fmla="*/ 6 w 3435377"/>
              <a:gd name="csY61" fmla="*/ 951407 h 3098155"/>
              <a:gd name="csX62" fmla="*/ 6 w 3435377"/>
              <a:gd name="csY62" fmla="*/ 960469 h 3098155"/>
              <a:gd name="csX63" fmla="*/ 6 w 3435377"/>
              <a:gd name="csY63" fmla="*/ 982385 h 3098155"/>
              <a:gd name="csX64" fmla="*/ 6 w 3435377"/>
              <a:gd name="csY64" fmla="*/ 991446 h 3098155"/>
              <a:gd name="csX65" fmla="*/ 2732 w 3435377"/>
              <a:gd name="csY65" fmla="*/ 1015548 h 3098155"/>
              <a:gd name="csX66" fmla="*/ 6315 w 3435377"/>
              <a:gd name="csY66" fmla="*/ 1022432 h 3098155"/>
              <a:gd name="csX67" fmla="*/ 11364 w 3435377"/>
              <a:gd name="csY67" fmla="*/ 1025486 h 3098155"/>
              <a:gd name="csX68" fmla="*/ 27253 w 3435377"/>
              <a:gd name="csY68" fmla="*/ 1035103 h 3098155"/>
              <a:gd name="csX69" fmla="*/ 50204 w 3435377"/>
              <a:gd name="csY69" fmla="*/ 1048996 h 3098155"/>
              <a:gd name="csX70" fmla="*/ 57496 w 3435377"/>
              <a:gd name="csY70" fmla="*/ 1053410 h 3098155"/>
              <a:gd name="csX71" fmla="*/ 89045 w 3435377"/>
              <a:gd name="csY71" fmla="*/ 1072512 h 3098155"/>
              <a:gd name="csX72" fmla="*/ 108675 w 3435377"/>
              <a:gd name="csY72" fmla="*/ 1084395 h 3098155"/>
              <a:gd name="csX73" fmla="*/ 127885 w 3435377"/>
              <a:gd name="csY73" fmla="*/ 1096021 h 3098155"/>
              <a:gd name="csX74" fmla="*/ 159855 w 3435377"/>
              <a:gd name="csY74" fmla="*/ 1115372 h 3098155"/>
              <a:gd name="csX75" fmla="*/ 166726 w 3435377"/>
              <a:gd name="csY75" fmla="*/ 1119531 h 3098155"/>
              <a:gd name="csX76" fmla="*/ 188354 w 3435377"/>
              <a:gd name="csY76" fmla="*/ 1132626 h 3098155"/>
              <a:gd name="csX77" fmla="*/ 205567 w 3435377"/>
              <a:gd name="csY77" fmla="*/ 1143047 h 3098155"/>
              <a:gd name="csX78" fmla="*/ 211036 w 3435377"/>
              <a:gd name="csY78" fmla="*/ 1146358 h 3098155"/>
              <a:gd name="csX79" fmla="*/ 244410 w 3435377"/>
              <a:gd name="csY79" fmla="*/ 1166556 h 3098155"/>
              <a:gd name="csX80" fmla="*/ 262219 w 3435377"/>
              <a:gd name="csY80" fmla="*/ 1177335 h 3098155"/>
              <a:gd name="csX81" fmla="*/ 283251 w 3435377"/>
              <a:gd name="csY81" fmla="*/ 1190073 h 3098155"/>
              <a:gd name="csX82" fmla="*/ 313396 w 3435377"/>
              <a:gd name="csY82" fmla="*/ 1208321 h 3098155"/>
              <a:gd name="csX83" fmla="*/ 322092 w 3435377"/>
              <a:gd name="csY83" fmla="*/ 1213582 h 3098155"/>
              <a:gd name="csX84" fmla="*/ 349452 w 3435377"/>
              <a:gd name="csY84" fmla="*/ 1230149 h 3098155"/>
              <a:gd name="csX85" fmla="*/ 360933 w 3435377"/>
              <a:gd name="csY85" fmla="*/ 1237091 h 3098155"/>
              <a:gd name="csX86" fmla="*/ 364572 w 3435377"/>
              <a:gd name="csY86" fmla="*/ 1239298 h 3098155"/>
              <a:gd name="csX87" fmla="*/ 399774 w 3435377"/>
              <a:gd name="csY87" fmla="*/ 1260608 h 3098155"/>
              <a:gd name="csX88" fmla="*/ 415756 w 3435377"/>
              <a:gd name="csY88" fmla="*/ 1270284 h 3098155"/>
              <a:gd name="csX89" fmla="*/ 438615 w 3435377"/>
              <a:gd name="csY89" fmla="*/ 1284117 h 3098155"/>
              <a:gd name="csX90" fmla="*/ 466933 w 3435377"/>
              <a:gd name="csY90" fmla="*/ 1301261 h 3098155"/>
              <a:gd name="csX91" fmla="*/ 477456 w 3435377"/>
              <a:gd name="csY91" fmla="*/ 1307626 h 3098155"/>
              <a:gd name="csX92" fmla="*/ 510553 w 3435377"/>
              <a:gd name="csY92" fmla="*/ 1327665 h 3098155"/>
              <a:gd name="csX93" fmla="*/ 516297 w 3435377"/>
              <a:gd name="csY93" fmla="*/ 1331143 h 3098155"/>
              <a:gd name="csX94" fmla="*/ 518117 w 3435377"/>
              <a:gd name="csY94" fmla="*/ 1332247 h 3098155"/>
              <a:gd name="csX95" fmla="*/ 555131 w 3435377"/>
              <a:gd name="csY95" fmla="*/ 1354652 h 3098155"/>
              <a:gd name="csX96" fmla="*/ 569293 w 3435377"/>
              <a:gd name="csY96" fmla="*/ 1363224 h 3098155"/>
              <a:gd name="csX97" fmla="*/ 593972 w 3435377"/>
              <a:gd name="csY97" fmla="*/ 1378161 h 3098155"/>
              <a:gd name="csX98" fmla="*/ 620478 w 3435377"/>
              <a:gd name="csY98" fmla="*/ 1394209 h 3098155"/>
              <a:gd name="csX99" fmla="*/ 632813 w 3435377"/>
              <a:gd name="csY99" fmla="*/ 1401678 h 3098155"/>
              <a:gd name="csX100" fmla="*/ 671654 w 3435377"/>
              <a:gd name="csY100" fmla="*/ 1425187 h 3098155"/>
              <a:gd name="csX101" fmla="*/ 671654 w 3435377"/>
              <a:gd name="csY101" fmla="*/ 1425187 h 3098155"/>
              <a:gd name="csX102" fmla="*/ 671654 w 3435377"/>
              <a:gd name="csY102" fmla="*/ 1425187 h 3098155"/>
              <a:gd name="csX103" fmla="*/ 710495 w 3435377"/>
              <a:gd name="csY103" fmla="*/ 1448704 h 3098155"/>
              <a:gd name="csX104" fmla="*/ 722838 w 3435377"/>
              <a:gd name="csY104" fmla="*/ 1456172 h 3098155"/>
              <a:gd name="csX105" fmla="*/ 749336 w 3435377"/>
              <a:gd name="csY105" fmla="*/ 1472213 h 3098155"/>
              <a:gd name="csX106" fmla="*/ 774015 w 3435377"/>
              <a:gd name="csY106" fmla="*/ 1487150 h 3098155"/>
              <a:gd name="csX107" fmla="*/ 788177 w 3435377"/>
              <a:gd name="csY107" fmla="*/ 1495722 h 3098155"/>
              <a:gd name="csX108" fmla="*/ 825199 w 3435377"/>
              <a:gd name="csY108" fmla="*/ 1518135 h 3098155"/>
              <a:gd name="csX109" fmla="*/ 827018 w 3435377"/>
              <a:gd name="csY109" fmla="*/ 1519239 h 3098155"/>
              <a:gd name="csX110" fmla="*/ 832755 w 3435377"/>
              <a:gd name="csY110" fmla="*/ 1522710 h 3098155"/>
              <a:gd name="csX111" fmla="*/ 865859 w 3435377"/>
              <a:gd name="csY111" fmla="*/ 1542748 h 3098155"/>
              <a:gd name="csX112" fmla="*/ 876375 w 3435377"/>
              <a:gd name="csY112" fmla="*/ 1549113 h 3098155"/>
              <a:gd name="csX113" fmla="*/ 904700 w 3435377"/>
              <a:gd name="csY113" fmla="*/ 1566257 h 3098155"/>
              <a:gd name="csX114" fmla="*/ 927559 w 3435377"/>
              <a:gd name="csY114" fmla="*/ 1580098 h 3098155"/>
              <a:gd name="csX115" fmla="*/ 943541 w 3435377"/>
              <a:gd name="csY115" fmla="*/ 1589774 h 3098155"/>
              <a:gd name="csX116" fmla="*/ 978736 w 3435377"/>
              <a:gd name="csY116" fmla="*/ 1611076 h 3098155"/>
              <a:gd name="csX117" fmla="*/ 982383 w 3435377"/>
              <a:gd name="csY117" fmla="*/ 1613283 h 3098155"/>
              <a:gd name="csX118" fmla="*/ 993856 w 3435377"/>
              <a:gd name="csY118" fmla="*/ 1620233 h 3098155"/>
              <a:gd name="csX119" fmla="*/ 1021224 w 3435377"/>
              <a:gd name="csY119" fmla="*/ 1636800 h 3098155"/>
              <a:gd name="csX120" fmla="*/ 1029920 w 3435377"/>
              <a:gd name="csY120" fmla="*/ 1642061 h 3098155"/>
              <a:gd name="csX121" fmla="*/ 1060065 w 3435377"/>
              <a:gd name="csY121" fmla="*/ 1660309 h 3098155"/>
              <a:gd name="csX122" fmla="*/ 1081097 w 3435377"/>
              <a:gd name="csY122" fmla="*/ 1673039 h 3098155"/>
              <a:gd name="csX123" fmla="*/ 1098906 w 3435377"/>
              <a:gd name="csY123" fmla="*/ 1683818 h 3098155"/>
              <a:gd name="csX124" fmla="*/ 1132280 w 3435377"/>
              <a:gd name="csY124" fmla="*/ 1704024 h 3098155"/>
              <a:gd name="csX125" fmla="*/ 1137747 w 3435377"/>
              <a:gd name="csY125" fmla="*/ 1707335 h 3098155"/>
              <a:gd name="csX126" fmla="*/ 1154957 w 3435377"/>
              <a:gd name="csY126" fmla="*/ 1717756 h 3098155"/>
              <a:gd name="csX127" fmla="*/ 1176588 w 3435377"/>
              <a:gd name="csY127" fmla="*/ 1730844 h 3098155"/>
              <a:gd name="csX128" fmla="*/ 1183457 w 3435377"/>
              <a:gd name="csY128" fmla="*/ 1735002 h 3098155"/>
              <a:gd name="csX129" fmla="*/ 1215429 w 3435377"/>
              <a:gd name="csY129" fmla="*/ 1754353 h 3098155"/>
              <a:gd name="csX130" fmla="*/ 1234634 w 3435377"/>
              <a:gd name="csY130" fmla="*/ 1765987 h 3098155"/>
              <a:gd name="csX131" fmla="*/ 1254270 w 3435377"/>
              <a:gd name="csY131" fmla="*/ 1777870 h 3098155"/>
              <a:gd name="csX132" fmla="*/ 1285818 w 3435377"/>
              <a:gd name="csY132" fmla="*/ 1796965 h 3098155"/>
              <a:gd name="csX133" fmla="*/ 1293111 w 3435377"/>
              <a:gd name="csY133" fmla="*/ 1801379 h 3098155"/>
              <a:gd name="csX134" fmla="*/ 1316058 w 3435377"/>
              <a:gd name="csY134" fmla="*/ 1815271 h 3098155"/>
              <a:gd name="csX135" fmla="*/ 1331952 w 3435377"/>
              <a:gd name="csY135" fmla="*/ 1824895 h 3098155"/>
              <a:gd name="csX136" fmla="*/ 1336994 w 3435377"/>
              <a:gd name="csY136" fmla="*/ 1827950 h 3098155"/>
              <a:gd name="csX137" fmla="*/ 1370793 w 3435377"/>
              <a:gd name="csY137" fmla="*/ 1848405 h 3098155"/>
              <a:gd name="csX138" fmla="*/ 1388178 w 3435377"/>
              <a:gd name="csY138" fmla="*/ 1858928 h 3098155"/>
              <a:gd name="csX139" fmla="*/ 1409634 w 3435377"/>
              <a:gd name="csY139" fmla="*/ 1871914 h 3098155"/>
              <a:gd name="csX140" fmla="*/ 1439355 w 3435377"/>
              <a:gd name="csY140" fmla="*/ 1889913 h 3098155"/>
              <a:gd name="csX141" fmla="*/ 1448475 w 3435377"/>
              <a:gd name="csY141" fmla="*/ 1895431 h 3098155"/>
              <a:gd name="csX142" fmla="*/ 1477158 w 3435377"/>
              <a:gd name="csY142" fmla="*/ 1912794 h 3098155"/>
              <a:gd name="csX143" fmla="*/ 1487316 w 3435377"/>
              <a:gd name="csY143" fmla="*/ 1918940 h 3098155"/>
              <a:gd name="csX144" fmla="*/ 1490539 w 3435377"/>
              <a:gd name="csY144" fmla="*/ 1920891 h 3098155"/>
              <a:gd name="csX145" fmla="*/ 1526157 w 3435377"/>
              <a:gd name="csY145" fmla="*/ 1942456 h 3098155"/>
              <a:gd name="csX146" fmla="*/ 1541715 w 3435377"/>
              <a:gd name="csY146" fmla="*/ 1951876 h 3098155"/>
              <a:gd name="csX147" fmla="*/ 1564991 w 3435377"/>
              <a:gd name="csY147" fmla="*/ 1965966 h 3098155"/>
              <a:gd name="csX148" fmla="*/ 1592899 w 3435377"/>
              <a:gd name="csY148" fmla="*/ 1982854 h 3098155"/>
              <a:gd name="csX149" fmla="*/ 1603832 w 3435377"/>
              <a:gd name="csY149" fmla="*/ 1989475 h 3098155"/>
              <a:gd name="csX150" fmla="*/ 1638259 w 3435377"/>
              <a:gd name="csY150" fmla="*/ 2010317 h 3098155"/>
              <a:gd name="csX151" fmla="*/ 1642673 w 3435377"/>
              <a:gd name="csY151" fmla="*/ 2012991 h 3098155"/>
              <a:gd name="csX152" fmla="*/ 1644076 w 3435377"/>
              <a:gd name="csY152" fmla="*/ 2013839 h 3098155"/>
              <a:gd name="csX153" fmla="*/ 1681514 w 3435377"/>
              <a:gd name="csY153" fmla="*/ 2036500 h 3098155"/>
              <a:gd name="csX154" fmla="*/ 1695260 w 3435377"/>
              <a:gd name="csY154" fmla="*/ 2044817 h 3098155"/>
              <a:gd name="csX155" fmla="*/ 1720355 w 3435377"/>
              <a:gd name="csY155" fmla="*/ 2060010 h 3098155"/>
              <a:gd name="csX156" fmla="*/ 1746437 w 3435377"/>
              <a:gd name="csY156" fmla="*/ 2075802 h 3098155"/>
              <a:gd name="csX157" fmla="*/ 1759196 w 3435377"/>
              <a:gd name="csY157" fmla="*/ 2083526 h 3098155"/>
              <a:gd name="csX158" fmla="*/ 1797621 w 3435377"/>
              <a:gd name="csY158" fmla="*/ 2106780 h 3098155"/>
              <a:gd name="csX159" fmla="*/ 1798037 w 3435377"/>
              <a:gd name="csY159" fmla="*/ 2107036 h 3098155"/>
              <a:gd name="csX160" fmla="*/ 1799360 w 3435377"/>
              <a:gd name="csY160" fmla="*/ 2107840 h 3098155"/>
              <a:gd name="csX161" fmla="*/ 1836878 w 3435377"/>
              <a:gd name="csY161" fmla="*/ 2130552 h 3098155"/>
              <a:gd name="csX162" fmla="*/ 1848797 w 3435377"/>
              <a:gd name="csY162" fmla="*/ 2137765 h 3098155"/>
              <a:gd name="csX163" fmla="*/ 1875719 w 3435377"/>
              <a:gd name="csY163" fmla="*/ 2154061 h 3098155"/>
              <a:gd name="csX164" fmla="*/ 1899981 w 3435377"/>
              <a:gd name="csY164" fmla="*/ 2168743 h 3098155"/>
              <a:gd name="csX165" fmla="*/ 1914560 w 3435377"/>
              <a:gd name="csY165" fmla="*/ 2177571 h 3098155"/>
              <a:gd name="csX166" fmla="*/ 1951158 w 3435377"/>
              <a:gd name="csY166" fmla="*/ 2199728 h 3098155"/>
              <a:gd name="csX167" fmla="*/ 1953402 w 3435377"/>
              <a:gd name="csY167" fmla="*/ 2201087 h 3098155"/>
              <a:gd name="csX168" fmla="*/ 1960461 w 3435377"/>
              <a:gd name="csY168" fmla="*/ 2205362 h 3098155"/>
              <a:gd name="csX169" fmla="*/ 1992243 w 3435377"/>
              <a:gd name="csY169" fmla="*/ 2224596 h 3098155"/>
              <a:gd name="csX170" fmla="*/ 2002342 w 3435377"/>
              <a:gd name="csY170" fmla="*/ 2230706 h 3098155"/>
              <a:gd name="csX171" fmla="*/ 2031083 w 3435377"/>
              <a:gd name="csY171" fmla="*/ 2248106 h 3098155"/>
              <a:gd name="csX172" fmla="*/ 2053519 w 3435377"/>
              <a:gd name="csY172" fmla="*/ 2261691 h 3098155"/>
              <a:gd name="csX173" fmla="*/ 2069925 w 3435377"/>
              <a:gd name="csY173" fmla="*/ 2271622 h 3098155"/>
              <a:gd name="csX174" fmla="*/ 2104703 w 3435377"/>
              <a:gd name="csY174" fmla="*/ 2292669 h 3098155"/>
              <a:gd name="csX175" fmla="*/ 2108766 w 3435377"/>
              <a:gd name="csY175" fmla="*/ 2295132 h 3098155"/>
              <a:gd name="csX176" fmla="*/ 2121562 w 3435377"/>
              <a:gd name="csY176" fmla="*/ 2302878 h 3098155"/>
              <a:gd name="csX177" fmla="*/ 2147607 w 3435377"/>
              <a:gd name="csY177" fmla="*/ 2318648 h 3098155"/>
              <a:gd name="csX178" fmla="*/ 2155879 w 3435377"/>
              <a:gd name="csY178" fmla="*/ 2323654 h 3098155"/>
              <a:gd name="csX179" fmla="*/ 2186448 w 3435377"/>
              <a:gd name="csY179" fmla="*/ 2342157 h 3098155"/>
              <a:gd name="csX180" fmla="*/ 2207056 w 3435377"/>
              <a:gd name="csY180" fmla="*/ 2354632 h 3098155"/>
              <a:gd name="csX181" fmla="*/ 2225289 w 3435377"/>
              <a:gd name="csY181" fmla="*/ 2365666 h 3098155"/>
              <a:gd name="csX182" fmla="*/ 2258240 w 3435377"/>
              <a:gd name="csY182" fmla="*/ 2385617 h 3098155"/>
              <a:gd name="csX183" fmla="*/ 2264130 w 3435377"/>
              <a:gd name="csY183" fmla="*/ 2389183 h 3098155"/>
              <a:gd name="csX184" fmla="*/ 2282663 w 3435377"/>
              <a:gd name="csY184" fmla="*/ 2400401 h 3098155"/>
              <a:gd name="csX185" fmla="*/ 2302971 w 3435377"/>
              <a:gd name="csY185" fmla="*/ 2412692 h 3098155"/>
              <a:gd name="csX186" fmla="*/ 2309416 w 3435377"/>
              <a:gd name="csY186" fmla="*/ 2416595 h 3098155"/>
              <a:gd name="csX187" fmla="*/ 2341812 w 3435377"/>
              <a:gd name="csY187" fmla="*/ 2436209 h 3098155"/>
              <a:gd name="csX188" fmla="*/ 2360600 w 3435377"/>
              <a:gd name="csY188" fmla="*/ 2447580 h 3098155"/>
              <a:gd name="csX189" fmla="*/ 2380653 w 3435377"/>
              <a:gd name="csY189" fmla="*/ 2459718 h 3098155"/>
              <a:gd name="csX190" fmla="*/ 2411777 w 3435377"/>
              <a:gd name="csY190" fmla="*/ 2478558 h 3098155"/>
              <a:gd name="csX191" fmla="*/ 2419494 w 3435377"/>
              <a:gd name="csY191" fmla="*/ 2483227 h 3098155"/>
              <a:gd name="csX192" fmla="*/ 2443771 w 3435377"/>
              <a:gd name="csY192" fmla="*/ 2497923 h 3098155"/>
              <a:gd name="csX193" fmla="*/ 2458335 w 3435377"/>
              <a:gd name="csY193" fmla="*/ 2506744 h 3098155"/>
              <a:gd name="csX194" fmla="*/ 2462961 w 3435377"/>
              <a:gd name="csY194" fmla="*/ 2509543 h 3098155"/>
              <a:gd name="csX195" fmla="*/ 2497169 w 3435377"/>
              <a:gd name="csY195" fmla="*/ 2530253 h 3098155"/>
              <a:gd name="csX196" fmla="*/ 2514138 w 3435377"/>
              <a:gd name="csY196" fmla="*/ 2540528 h 3098155"/>
              <a:gd name="csX197" fmla="*/ 2536010 w 3435377"/>
              <a:gd name="csY197" fmla="*/ 2553762 h 3098155"/>
              <a:gd name="csX198" fmla="*/ 2565322 w 3435377"/>
              <a:gd name="csY198" fmla="*/ 2571506 h 3098155"/>
              <a:gd name="csX199" fmla="*/ 2574858 w 3435377"/>
              <a:gd name="csY199" fmla="*/ 2577279 h 3098155"/>
              <a:gd name="csX200" fmla="*/ 2604864 w 3435377"/>
              <a:gd name="csY200" fmla="*/ 2595446 h 3098155"/>
              <a:gd name="csX201" fmla="*/ 2613692 w 3435377"/>
              <a:gd name="csY201" fmla="*/ 2600788 h 3098155"/>
              <a:gd name="csX202" fmla="*/ 2616498 w 3435377"/>
              <a:gd name="csY202" fmla="*/ 2602491 h 3098155"/>
              <a:gd name="csX203" fmla="*/ 2652533 w 3435377"/>
              <a:gd name="csY203" fmla="*/ 2624305 h 3098155"/>
              <a:gd name="csX204" fmla="*/ 2667682 w 3435377"/>
              <a:gd name="csY204" fmla="*/ 2633469 h 3098155"/>
              <a:gd name="csX205" fmla="*/ 2691374 w 3435377"/>
              <a:gd name="csY205" fmla="*/ 2647814 h 3098155"/>
              <a:gd name="csX206" fmla="*/ 2718859 w 3435377"/>
              <a:gd name="csY206" fmla="*/ 2664454 h 3098155"/>
              <a:gd name="csX207" fmla="*/ 2730215 w 3435377"/>
              <a:gd name="csY207" fmla="*/ 2671323 h 3098155"/>
              <a:gd name="csX208" fmla="*/ 2765972 w 3435377"/>
              <a:gd name="csY208" fmla="*/ 2692969 h 3098155"/>
              <a:gd name="csX209" fmla="*/ 2769056 w 3435377"/>
              <a:gd name="csY209" fmla="*/ 2694840 h 3098155"/>
              <a:gd name="csX210" fmla="*/ 2770043 w 3435377"/>
              <a:gd name="csY210" fmla="*/ 2695432 h 3098155"/>
              <a:gd name="csX211" fmla="*/ 2807897 w 3435377"/>
              <a:gd name="csY211" fmla="*/ 2718349 h 3098155"/>
              <a:gd name="csX212" fmla="*/ 2821219 w 3435377"/>
              <a:gd name="csY212" fmla="*/ 2726410 h 3098155"/>
              <a:gd name="csX213" fmla="*/ 2846738 w 3435377"/>
              <a:gd name="csY213" fmla="*/ 2741858 h 3098155"/>
              <a:gd name="csX214" fmla="*/ 2872403 w 3435377"/>
              <a:gd name="csY214" fmla="*/ 2757395 h 3098155"/>
              <a:gd name="csX215" fmla="*/ 2885579 w 3435377"/>
              <a:gd name="csY215" fmla="*/ 2765375 h 3098155"/>
              <a:gd name="csX216" fmla="*/ 2923580 w 3435377"/>
              <a:gd name="csY216" fmla="*/ 2788373 h 3098155"/>
              <a:gd name="csX217" fmla="*/ 2924421 w 3435377"/>
              <a:gd name="csY217" fmla="*/ 2788884 h 3098155"/>
              <a:gd name="csX218" fmla="*/ 2927066 w 3435377"/>
              <a:gd name="csY218" fmla="*/ 2790492 h 3098155"/>
              <a:gd name="csX219" fmla="*/ 2963262 w 3435377"/>
              <a:gd name="csY219" fmla="*/ 2812401 h 3098155"/>
              <a:gd name="csX220" fmla="*/ 2974757 w 3435377"/>
              <a:gd name="csY220" fmla="*/ 2819358 h 3098155"/>
              <a:gd name="csX221" fmla="*/ 3002103 w 3435377"/>
              <a:gd name="csY221" fmla="*/ 2835910 h 3098155"/>
              <a:gd name="csX222" fmla="*/ 3025941 w 3435377"/>
              <a:gd name="csY222" fmla="*/ 2850335 h 3098155"/>
              <a:gd name="csX223" fmla="*/ 3040944 w 3435377"/>
              <a:gd name="csY223" fmla="*/ 2859419 h 3098155"/>
              <a:gd name="csX224" fmla="*/ 3077117 w 3435377"/>
              <a:gd name="csY224" fmla="*/ 2881321 h 3098155"/>
              <a:gd name="csX225" fmla="*/ 3079785 w 3435377"/>
              <a:gd name="csY225" fmla="*/ 2882936 h 3098155"/>
              <a:gd name="csX226" fmla="*/ 3088174 w 3435377"/>
              <a:gd name="csY226" fmla="*/ 2888007 h 3098155"/>
              <a:gd name="csX227" fmla="*/ 3118626 w 3435377"/>
              <a:gd name="csY227" fmla="*/ 2906445 h 3098155"/>
              <a:gd name="csX228" fmla="*/ 3128301 w 3435377"/>
              <a:gd name="csY228" fmla="*/ 2912298 h 3098155"/>
              <a:gd name="csX229" fmla="*/ 3157467 w 3435377"/>
              <a:gd name="csY229" fmla="*/ 2929961 h 3098155"/>
              <a:gd name="csX230" fmla="*/ 3179478 w 3435377"/>
              <a:gd name="csY230" fmla="*/ 2943284 h 3098155"/>
              <a:gd name="csX231" fmla="*/ 3196308 w 3435377"/>
              <a:gd name="csY231" fmla="*/ 2953471 h 3098155"/>
              <a:gd name="csX232" fmla="*/ 3230662 w 3435377"/>
              <a:gd name="csY232" fmla="*/ 2974269 h 3098155"/>
              <a:gd name="csX233" fmla="*/ 3235149 w 3435377"/>
              <a:gd name="csY233" fmla="*/ 2976980 h 3098155"/>
              <a:gd name="csX234" fmla="*/ 3249268 w 3435377"/>
              <a:gd name="csY234" fmla="*/ 2985530 h 3098155"/>
              <a:gd name="csX235" fmla="*/ 3273990 w 3435377"/>
              <a:gd name="csY235" fmla="*/ 3000497 h 3098155"/>
              <a:gd name="csX236" fmla="*/ 3281838 w 3435377"/>
              <a:gd name="csY236" fmla="*/ 3005247 h 3098155"/>
              <a:gd name="csX237" fmla="*/ 3312831 w 3435377"/>
              <a:gd name="csY237" fmla="*/ 3024006 h 3098155"/>
              <a:gd name="csX238" fmla="*/ 3333022 w 3435377"/>
              <a:gd name="csY238" fmla="*/ 3036232 h 3098155"/>
              <a:gd name="csX239" fmla="*/ 3351672 w 3435377"/>
              <a:gd name="csY239" fmla="*/ 3047515 h 3098155"/>
              <a:gd name="csX240" fmla="*/ 3384199 w 3435377"/>
              <a:gd name="csY240" fmla="*/ 3067210 h 3098155"/>
              <a:gd name="csX241" fmla="*/ 3390513 w 3435377"/>
              <a:gd name="csY241" fmla="*/ 3071031 h 3098155"/>
              <a:gd name="csX242" fmla="*/ 3410368 w 3435377"/>
              <a:gd name="csY242" fmla="*/ 3083053 h 3098155"/>
              <a:gd name="csX243" fmla="*/ 3429354 w 3435377"/>
              <a:gd name="csY243" fmla="*/ 3094541 h 3098155"/>
              <a:gd name="csX244" fmla="*/ 3435383 w 3435377"/>
              <a:gd name="csY244" fmla="*/ 3098195 h 30981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Lst>
            <a:rect l="l" t="t" r="r" b="b"/>
            <a:pathLst>
              <a:path w="3435377" h="3098155">
                <a:moveTo>
                  <a:pt x="6" y="39"/>
                </a:moveTo>
                <a:lnTo>
                  <a:pt x="6" y="21961"/>
                </a:lnTo>
                <a:lnTo>
                  <a:pt x="6" y="31021"/>
                </a:lnTo>
                <a:lnTo>
                  <a:pt x="6" y="52943"/>
                </a:lnTo>
                <a:lnTo>
                  <a:pt x="6" y="62002"/>
                </a:lnTo>
                <a:lnTo>
                  <a:pt x="6" y="83924"/>
                </a:lnTo>
                <a:lnTo>
                  <a:pt x="6" y="92984"/>
                </a:lnTo>
                <a:lnTo>
                  <a:pt x="6" y="114906"/>
                </a:lnTo>
                <a:lnTo>
                  <a:pt x="6" y="123965"/>
                </a:lnTo>
                <a:lnTo>
                  <a:pt x="6" y="145887"/>
                </a:lnTo>
                <a:lnTo>
                  <a:pt x="6" y="154947"/>
                </a:lnTo>
                <a:lnTo>
                  <a:pt x="6" y="176868"/>
                </a:lnTo>
                <a:lnTo>
                  <a:pt x="6" y="185928"/>
                </a:lnTo>
                <a:lnTo>
                  <a:pt x="6" y="207850"/>
                </a:lnTo>
                <a:lnTo>
                  <a:pt x="6" y="216909"/>
                </a:lnTo>
                <a:lnTo>
                  <a:pt x="6" y="238831"/>
                </a:lnTo>
                <a:lnTo>
                  <a:pt x="6" y="247891"/>
                </a:lnTo>
                <a:lnTo>
                  <a:pt x="6" y="269813"/>
                </a:lnTo>
                <a:lnTo>
                  <a:pt x="6" y="278872"/>
                </a:lnTo>
                <a:lnTo>
                  <a:pt x="6" y="300794"/>
                </a:lnTo>
                <a:lnTo>
                  <a:pt x="6" y="309855"/>
                </a:lnTo>
                <a:lnTo>
                  <a:pt x="6" y="331776"/>
                </a:lnTo>
                <a:lnTo>
                  <a:pt x="6" y="340836"/>
                </a:lnTo>
                <a:lnTo>
                  <a:pt x="6" y="362757"/>
                </a:lnTo>
                <a:lnTo>
                  <a:pt x="6" y="371818"/>
                </a:lnTo>
                <a:lnTo>
                  <a:pt x="6" y="393740"/>
                </a:lnTo>
                <a:lnTo>
                  <a:pt x="6" y="402799"/>
                </a:lnTo>
                <a:lnTo>
                  <a:pt x="6" y="424721"/>
                </a:lnTo>
                <a:lnTo>
                  <a:pt x="6" y="433781"/>
                </a:lnTo>
                <a:lnTo>
                  <a:pt x="6" y="455703"/>
                </a:lnTo>
                <a:lnTo>
                  <a:pt x="6" y="464762"/>
                </a:lnTo>
                <a:lnTo>
                  <a:pt x="6" y="486684"/>
                </a:lnTo>
                <a:lnTo>
                  <a:pt x="6" y="495744"/>
                </a:lnTo>
                <a:lnTo>
                  <a:pt x="6" y="517665"/>
                </a:lnTo>
                <a:lnTo>
                  <a:pt x="6" y="526725"/>
                </a:lnTo>
                <a:lnTo>
                  <a:pt x="6" y="548647"/>
                </a:lnTo>
                <a:lnTo>
                  <a:pt x="6" y="557707"/>
                </a:lnTo>
                <a:lnTo>
                  <a:pt x="6" y="579629"/>
                </a:lnTo>
                <a:lnTo>
                  <a:pt x="6" y="588688"/>
                </a:lnTo>
                <a:lnTo>
                  <a:pt x="6" y="610610"/>
                </a:lnTo>
                <a:lnTo>
                  <a:pt x="6" y="619669"/>
                </a:lnTo>
                <a:lnTo>
                  <a:pt x="6" y="641591"/>
                </a:lnTo>
                <a:lnTo>
                  <a:pt x="6" y="650654"/>
                </a:lnTo>
                <a:lnTo>
                  <a:pt x="6" y="672570"/>
                </a:lnTo>
                <a:lnTo>
                  <a:pt x="6" y="681632"/>
                </a:lnTo>
                <a:lnTo>
                  <a:pt x="6" y="703555"/>
                </a:lnTo>
                <a:lnTo>
                  <a:pt x="6" y="712617"/>
                </a:lnTo>
                <a:lnTo>
                  <a:pt x="6" y="734533"/>
                </a:lnTo>
                <a:lnTo>
                  <a:pt x="6" y="743595"/>
                </a:lnTo>
                <a:lnTo>
                  <a:pt x="6" y="765518"/>
                </a:lnTo>
                <a:lnTo>
                  <a:pt x="6" y="774580"/>
                </a:lnTo>
                <a:lnTo>
                  <a:pt x="6" y="796496"/>
                </a:lnTo>
                <a:lnTo>
                  <a:pt x="6" y="805558"/>
                </a:lnTo>
                <a:lnTo>
                  <a:pt x="6" y="827481"/>
                </a:lnTo>
                <a:lnTo>
                  <a:pt x="6" y="836543"/>
                </a:lnTo>
                <a:lnTo>
                  <a:pt x="6" y="858459"/>
                </a:lnTo>
                <a:lnTo>
                  <a:pt x="6" y="867521"/>
                </a:lnTo>
                <a:lnTo>
                  <a:pt x="6" y="889444"/>
                </a:lnTo>
                <a:lnTo>
                  <a:pt x="6" y="898506"/>
                </a:lnTo>
                <a:lnTo>
                  <a:pt x="6" y="920422"/>
                </a:lnTo>
                <a:lnTo>
                  <a:pt x="6" y="929483"/>
                </a:lnTo>
                <a:lnTo>
                  <a:pt x="6" y="951407"/>
                </a:lnTo>
                <a:lnTo>
                  <a:pt x="6" y="960469"/>
                </a:lnTo>
                <a:lnTo>
                  <a:pt x="6" y="982385"/>
                </a:lnTo>
                <a:lnTo>
                  <a:pt x="6" y="991446"/>
                </a:lnTo>
                <a:lnTo>
                  <a:pt x="2732" y="1015548"/>
                </a:lnTo>
                <a:lnTo>
                  <a:pt x="6315" y="1022432"/>
                </a:lnTo>
                <a:lnTo>
                  <a:pt x="11364" y="1025486"/>
                </a:lnTo>
                <a:lnTo>
                  <a:pt x="27253" y="1035103"/>
                </a:lnTo>
                <a:lnTo>
                  <a:pt x="50204" y="1048996"/>
                </a:lnTo>
                <a:lnTo>
                  <a:pt x="57496" y="1053410"/>
                </a:lnTo>
                <a:lnTo>
                  <a:pt x="89045" y="1072512"/>
                </a:lnTo>
                <a:lnTo>
                  <a:pt x="108675" y="1084395"/>
                </a:lnTo>
                <a:lnTo>
                  <a:pt x="127885" y="1096021"/>
                </a:lnTo>
                <a:lnTo>
                  <a:pt x="159855" y="1115372"/>
                </a:lnTo>
                <a:lnTo>
                  <a:pt x="166726" y="1119531"/>
                </a:lnTo>
                <a:lnTo>
                  <a:pt x="188354" y="1132626"/>
                </a:lnTo>
                <a:lnTo>
                  <a:pt x="205567" y="1143047"/>
                </a:lnTo>
                <a:lnTo>
                  <a:pt x="211036" y="1146358"/>
                </a:lnTo>
                <a:lnTo>
                  <a:pt x="244410" y="1166556"/>
                </a:lnTo>
                <a:lnTo>
                  <a:pt x="262219" y="1177335"/>
                </a:lnTo>
                <a:lnTo>
                  <a:pt x="283251" y="1190073"/>
                </a:lnTo>
                <a:lnTo>
                  <a:pt x="313396" y="1208321"/>
                </a:lnTo>
                <a:lnTo>
                  <a:pt x="322092" y="1213582"/>
                </a:lnTo>
                <a:lnTo>
                  <a:pt x="349452" y="1230149"/>
                </a:lnTo>
                <a:lnTo>
                  <a:pt x="360933" y="1237091"/>
                </a:lnTo>
                <a:lnTo>
                  <a:pt x="364572" y="1239298"/>
                </a:lnTo>
                <a:lnTo>
                  <a:pt x="399774" y="1260608"/>
                </a:lnTo>
                <a:lnTo>
                  <a:pt x="415756" y="1270284"/>
                </a:lnTo>
                <a:lnTo>
                  <a:pt x="438615" y="1284117"/>
                </a:lnTo>
                <a:lnTo>
                  <a:pt x="466933" y="1301261"/>
                </a:lnTo>
                <a:lnTo>
                  <a:pt x="477456" y="1307626"/>
                </a:lnTo>
                <a:lnTo>
                  <a:pt x="510553" y="1327665"/>
                </a:lnTo>
                <a:lnTo>
                  <a:pt x="516297" y="1331143"/>
                </a:lnTo>
                <a:lnTo>
                  <a:pt x="518117" y="1332247"/>
                </a:lnTo>
                <a:lnTo>
                  <a:pt x="555131" y="1354652"/>
                </a:lnTo>
                <a:lnTo>
                  <a:pt x="569293" y="1363224"/>
                </a:lnTo>
                <a:lnTo>
                  <a:pt x="593972" y="1378161"/>
                </a:lnTo>
                <a:lnTo>
                  <a:pt x="620478" y="1394209"/>
                </a:lnTo>
                <a:lnTo>
                  <a:pt x="632813" y="1401678"/>
                </a:lnTo>
                <a:lnTo>
                  <a:pt x="671654" y="1425187"/>
                </a:lnTo>
                <a:lnTo>
                  <a:pt x="671654" y="1425187"/>
                </a:lnTo>
                <a:lnTo>
                  <a:pt x="671654" y="1425187"/>
                </a:lnTo>
                <a:lnTo>
                  <a:pt x="710495" y="1448704"/>
                </a:lnTo>
                <a:lnTo>
                  <a:pt x="722838" y="1456172"/>
                </a:lnTo>
                <a:lnTo>
                  <a:pt x="749336" y="1472213"/>
                </a:lnTo>
                <a:lnTo>
                  <a:pt x="774015" y="1487150"/>
                </a:lnTo>
                <a:lnTo>
                  <a:pt x="788177" y="1495722"/>
                </a:lnTo>
                <a:lnTo>
                  <a:pt x="825199" y="1518135"/>
                </a:lnTo>
                <a:lnTo>
                  <a:pt x="827018" y="1519239"/>
                </a:lnTo>
                <a:lnTo>
                  <a:pt x="832755" y="1522710"/>
                </a:lnTo>
                <a:lnTo>
                  <a:pt x="865859" y="1542748"/>
                </a:lnTo>
                <a:lnTo>
                  <a:pt x="876375" y="1549113"/>
                </a:lnTo>
                <a:lnTo>
                  <a:pt x="904700" y="1566257"/>
                </a:lnTo>
                <a:lnTo>
                  <a:pt x="927559" y="1580098"/>
                </a:lnTo>
                <a:lnTo>
                  <a:pt x="943541" y="1589774"/>
                </a:lnTo>
                <a:lnTo>
                  <a:pt x="978736" y="1611076"/>
                </a:lnTo>
                <a:lnTo>
                  <a:pt x="982383" y="1613283"/>
                </a:lnTo>
                <a:lnTo>
                  <a:pt x="993856" y="1620233"/>
                </a:lnTo>
                <a:lnTo>
                  <a:pt x="1021224" y="1636800"/>
                </a:lnTo>
                <a:lnTo>
                  <a:pt x="1029920" y="1642061"/>
                </a:lnTo>
                <a:lnTo>
                  <a:pt x="1060065" y="1660309"/>
                </a:lnTo>
                <a:lnTo>
                  <a:pt x="1081097" y="1673039"/>
                </a:lnTo>
                <a:lnTo>
                  <a:pt x="1098906" y="1683818"/>
                </a:lnTo>
                <a:lnTo>
                  <a:pt x="1132280" y="1704024"/>
                </a:lnTo>
                <a:lnTo>
                  <a:pt x="1137747" y="1707335"/>
                </a:lnTo>
                <a:lnTo>
                  <a:pt x="1154957" y="1717756"/>
                </a:lnTo>
                <a:lnTo>
                  <a:pt x="1176588" y="1730844"/>
                </a:lnTo>
                <a:lnTo>
                  <a:pt x="1183457" y="1735002"/>
                </a:lnTo>
                <a:lnTo>
                  <a:pt x="1215429" y="1754353"/>
                </a:lnTo>
                <a:lnTo>
                  <a:pt x="1234634" y="1765987"/>
                </a:lnTo>
                <a:lnTo>
                  <a:pt x="1254270" y="1777870"/>
                </a:lnTo>
                <a:lnTo>
                  <a:pt x="1285818" y="1796965"/>
                </a:lnTo>
                <a:lnTo>
                  <a:pt x="1293111" y="1801379"/>
                </a:lnTo>
                <a:lnTo>
                  <a:pt x="1316058" y="1815271"/>
                </a:lnTo>
                <a:lnTo>
                  <a:pt x="1331952" y="1824895"/>
                </a:lnTo>
                <a:lnTo>
                  <a:pt x="1336994" y="1827950"/>
                </a:lnTo>
                <a:lnTo>
                  <a:pt x="1370793" y="1848405"/>
                </a:lnTo>
                <a:lnTo>
                  <a:pt x="1388178" y="1858928"/>
                </a:lnTo>
                <a:lnTo>
                  <a:pt x="1409634" y="1871914"/>
                </a:lnTo>
                <a:lnTo>
                  <a:pt x="1439355" y="1889913"/>
                </a:lnTo>
                <a:lnTo>
                  <a:pt x="1448475" y="1895431"/>
                </a:lnTo>
                <a:lnTo>
                  <a:pt x="1477158" y="1912794"/>
                </a:lnTo>
                <a:lnTo>
                  <a:pt x="1487316" y="1918940"/>
                </a:lnTo>
                <a:lnTo>
                  <a:pt x="1490539" y="1920891"/>
                </a:lnTo>
                <a:lnTo>
                  <a:pt x="1526157" y="1942456"/>
                </a:lnTo>
                <a:lnTo>
                  <a:pt x="1541715" y="1951876"/>
                </a:lnTo>
                <a:lnTo>
                  <a:pt x="1564991" y="1965966"/>
                </a:lnTo>
                <a:lnTo>
                  <a:pt x="1592899" y="1982854"/>
                </a:lnTo>
                <a:lnTo>
                  <a:pt x="1603832" y="1989475"/>
                </a:lnTo>
                <a:lnTo>
                  <a:pt x="1638259" y="2010317"/>
                </a:lnTo>
                <a:lnTo>
                  <a:pt x="1642673" y="2012991"/>
                </a:lnTo>
                <a:lnTo>
                  <a:pt x="1644076" y="2013839"/>
                </a:lnTo>
                <a:lnTo>
                  <a:pt x="1681514" y="2036500"/>
                </a:lnTo>
                <a:lnTo>
                  <a:pt x="1695260" y="2044817"/>
                </a:lnTo>
                <a:lnTo>
                  <a:pt x="1720355" y="2060010"/>
                </a:lnTo>
                <a:lnTo>
                  <a:pt x="1746437" y="2075802"/>
                </a:lnTo>
                <a:lnTo>
                  <a:pt x="1759196" y="2083526"/>
                </a:lnTo>
                <a:lnTo>
                  <a:pt x="1797621" y="2106780"/>
                </a:lnTo>
                <a:lnTo>
                  <a:pt x="1798037" y="2107036"/>
                </a:lnTo>
                <a:lnTo>
                  <a:pt x="1799360" y="2107840"/>
                </a:lnTo>
                <a:lnTo>
                  <a:pt x="1836878" y="2130552"/>
                </a:lnTo>
                <a:lnTo>
                  <a:pt x="1848797" y="2137765"/>
                </a:lnTo>
                <a:lnTo>
                  <a:pt x="1875719" y="2154061"/>
                </a:lnTo>
                <a:lnTo>
                  <a:pt x="1899981" y="2168743"/>
                </a:lnTo>
                <a:lnTo>
                  <a:pt x="1914560" y="2177571"/>
                </a:lnTo>
                <a:lnTo>
                  <a:pt x="1951158" y="2199728"/>
                </a:lnTo>
                <a:lnTo>
                  <a:pt x="1953402" y="2201087"/>
                </a:lnTo>
                <a:lnTo>
                  <a:pt x="1960461" y="2205362"/>
                </a:lnTo>
                <a:lnTo>
                  <a:pt x="1992243" y="2224596"/>
                </a:lnTo>
                <a:lnTo>
                  <a:pt x="2002342" y="2230706"/>
                </a:lnTo>
                <a:lnTo>
                  <a:pt x="2031083" y="2248106"/>
                </a:lnTo>
                <a:lnTo>
                  <a:pt x="2053519" y="2261691"/>
                </a:lnTo>
                <a:lnTo>
                  <a:pt x="2069925" y="2271622"/>
                </a:lnTo>
                <a:lnTo>
                  <a:pt x="2104703" y="2292669"/>
                </a:lnTo>
                <a:lnTo>
                  <a:pt x="2108766" y="2295132"/>
                </a:lnTo>
                <a:lnTo>
                  <a:pt x="2121562" y="2302878"/>
                </a:lnTo>
                <a:lnTo>
                  <a:pt x="2147607" y="2318648"/>
                </a:lnTo>
                <a:lnTo>
                  <a:pt x="2155879" y="2323654"/>
                </a:lnTo>
                <a:lnTo>
                  <a:pt x="2186448" y="2342157"/>
                </a:lnTo>
                <a:lnTo>
                  <a:pt x="2207056" y="2354632"/>
                </a:lnTo>
                <a:lnTo>
                  <a:pt x="2225289" y="2365666"/>
                </a:lnTo>
                <a:lnTo>
                  <a:pt x="2258240" y="2385617"/>
                </a:lnTo>
                <a:lnTo>
                  <a:pt x="2264130" y="2389183"/>
                </a:lnTo>
                <a:lnTo>
                  <a:pt x="2282663" y="2400401"/>
                </a:lnTo>
                <a:lnTo>
                  <a:pt x="2302971" y="2412692"/>
                </a:lnTo>
                <a:lnTo>
                  <a:pt x="2309416" y="2416595"/>
                </a:lnTo>
                <a:lnTo>
                  <a:pt x="2341812" y="2436209"/>
                </a:lnTo>
                <a:lnTo>
                  <a:pt x="2360600" y="2447580"/>
                </a:lnTo>
                <a:lnTo>
                  <a:pt x="2380653" y="2459718"/>
                </a:lnTo>
                <a:lnTo>
                  <a:pt x="2411777" y="2478558"/>
                </a:lnTo>
                <a:lnTo>
                  <a:pt x="2419494" y="2483227"/>
                </a:lnTo>
                <a:lnTo>
                  <a:pt x="2443771" y="2497923"/>
                </a:lnTo>
                <a:lnTo>
                  <a:pt x="2458335" y="2506744"/>
                </a:lnTo>
                <a:lnTo>
                  <a:pt x="2462961" y="2509543"/>
                </a:lnTo>
                <a:lnTo>
                  <a:pt x="2497169" y="2530253"/>
                </a:lnTo>
                <a:lnTo>
                  <a:pt x="2514138" y="2540528"/>
                </a:lnTo>
                <a:lnTo>
                  <a:pt x="2536010" y="2553762"/>
                </a:lnTo>
                <a:lnTo>
                  <a:pt x="2565322" y="2571506"/>
                </a:lnTo>
                <a:lnTo>
                  <a:pt x="2574858" y="2577279"/>
                </a:lnTo>
                <a:lnTo>
                  <a:pt x="2604864" y="2595446"/>
                </a:lnTo>
                <a:lnTo>
                  <a:pt x="2613692" y="2600788"/>
                </a:lnTo>
                <a:lnTo>
                  <a:pt x="2616498" y="2602491"/>
                </a:lnTo>
                <a:lnTo>
                  <a:pt x="2652533" y="2624305"/>
                </a:lnTo>
                <a:lnTo>
                  <a:pt x="2667682" y="2633469"/>
                </a:lnTo>
                <a:lnTo>
                  <a:pt x="2691374" y="2647814"/>
                </a:lnTo>
                <a:lnTo>
                  <a:pt x="2718859" y="2664454"/>
                </a:lnTo>
                <a:lnTo>
                  <a:pt x="2730215" y="2671323"/>
                </a:lnTo>
                <a:lnTo>
                  <a:pt x="2765972" y="2692969"/>
                </a:lnTo>
                <a:lnTo>
                  <a:pt x="2769056" y="2694840"/>
                </a:lnTo>
                <a:lnTo>
                  <a:pt x="2770043" y="2695432"/>
                </a:lnTo>
                <a:lnTo>
                  <a:pt x="2807897" y="2718349"/>
                </a:lnTo>
                <a:lnTo>
                  <a:pt x="2821219" y="2726410"/>
                </a:lnTo>
                <a:lnTo>
                  <a:pt x="2846738" y="2741858"/>
                </a:lnTo>
                <a:lnTo>
                  <a:pt x="2872403" y="2757395"/>
                </a:lnTo>
                <a:lnTo>
                  <a:pt x="2885579" y="2765375"/>
                </a:lnTo>
                <a:lnTo>
                  <a:pt x="2923580" y="2788373"/>
                </a:lnTo>
                <a:lnTo>
                  <a:pt x="2924421" y="2788884"/>
                </a:lnTo>
                <a:lnTo>
                  <a:pt x="2927066" y="2790492"/>
                </a:lnTo>
                <a:lnTo>
                  <a:pt x="2963262" y="2812401"/>
                </a:lnTo>
                <a:lnTo>
                  <a:pt x="2974757" y="2819358"/>
                </a:lnTo>
                <a:lnTo>
                  <a:pt x="3002103" y="2835910"/>
                </a:lnTo>
                <a:lnTo>
                  <a:pt x="3025941" y="2850335"/>
                </a:lnTo>
                <a:lnTo>
                  <a:pt x="3040944" y="2859419"/>
                </a:lnTo>
                <a:lnTo>
                  <a:pt x="3077117" y="2881321"/>
                </a:lnTo>
                <a:lnTo>
                  <a:pt x="3079785" y="2882936"/>
                </a:lnTo>
                <a:lnTo>
                  <a:pt x="3088174" y="2888007"/>
                </a:lnTo>
                <a:lnTo>
                  <a:pt x="3118626" y="2906445"/>
                </a:lnTo>
                <a:lnTo>
                  <a:pt x="3128301" y="2912298"/>
                </a:lnTo>
                <a:lnTo>
                  <a:pt x="3157467" y="2929961"/>
                </a:lnTo>
                <a:lnTo>
                  <a:pt x="3179478" y="2943284"/>
                </a:lnTo>
                <a:lnTo>
                  <a:pt x="3196308" y="2953471"/>
                </a:lnTo>
                <a:lnTo>
                  <a:pt x="3230662" y="2974269"/>
                </a:lnTo>
                <a:lnTo>
                  <a:pt x="3235149" y="2976980"/>
                </a:lnTo>
                <a:lnTo>
                  <a:pt x="3249268" y="2985530"/>
                </a:lnTo>
                <a:lnTo>
                  <a:pt x="3273990" y="3000497"/>
                </a:lnTo>
                <a:lnTo>
                  <a:pt x="3281838" y="3005247"/>
                </a:lnTo>
                <a:lnTo>
                  <a:pt x="3312831" y="3024006"/>
                </a:lnTo>
                <a:lnTo>
                  <a:pt x="3333022" y="3036232"/>
                </a:lnTo>
                <a:lnTo>
                  <a:pt x="3351672" y="3047515"/>
                </a:lnTo>
                <a:lnTo>
                  <a:pt x="3384199" y="3067210"/>
                </a:lnTo>
                <a:lnTo>
                  <a:pt x="3390513" y="3071031"/>
                </a:lnTo>
                <a:lnTo>
                  <a:pt x="3410368" y="3083053"/>
                </a:lnTo>
                <a:lnTo>
                  <a:pt x="3429354" y="3094541"/>
                </a:lnTo>
                <a:lnTo>
                  <a:pt x="3435383" y="3098195"/>
                </a:lnTo>
              </a:path>
            </a:pathLst>
          </a:custGeom>
          <a:noFill/>
          <a:ln w="21901" cap="flat">
            <a:solidFill>
              <a:srgbClr val="FA78FA"/>
            </a:solidFill>
            <a:custDash>
              <a:ds d="1687500" sp="562500"/>
            </a:custDash>
            <a:round/>
          </a:ln>
        </p:spPr>
        <p:txBody>
          <a:bodyPr/>
          <a:lstStyle/>
          <a:p>
            <a:endParaRPr lang="en-GB"/>
          </a:p>
        </p:txBody>
      </p:sp>
      <p:sp>
        <p:nvSpPr>
          <p:cNvPr id="75" name="Freeform: Shape 74">
            <a:extLst>
              <a:ext uri="{FF2B5EF4-FFF2-40B4-BE49-F238E27FC236}">
                <a16:creationId xmlns:a16="http://schemas.microsoft.com/office/drawing/2014/main" id="{EF3C29CF-27BF-1A19-57A6-D1556E746ED4}"/>
              </a:ext>
            </a:extLst>
          </p:cNvPr>
          <p:cNvSpPr/>
          <p:nvPr/>
        </p:nvSpPr>
        <p:spPr>
          <a:xfrm>
            <a:off x="409028" y="1146761"/>
            <a:ext cx="6730530" cy="3055711"/>
          </a:xfrm>
          <a:custGeom>
            <a:avLst/>
            <a:gdLst>
              <a:gd name="csX0" fmla="*/ 6 w 6730530"/>
              <a:gd name="csY0" fmla="*/ 39 h 3055711"/>
              <a:gd name="csX1" fmla="*/ 6 w 6730530"/>
              <a:gd name="csY1" fmla="*/ 16721 h 3055711"/>
              <a:gd name="csX2" fmla="*/ 6 w 6730530"/>
              <a:gd name="csY2" fmla="*/ 31021 h 3055711"/>
              <a:gd name="csX3" fmla="*/ 6 w 6730530"/>
              <a:gd name="csY3" fmla="*/ 47703 h 3055711"/>
              <a:gd name="csX4" fmla="*/ 6 w 6730530"/>
              <a:gd name="csY4" fmla="*/ 62002 h 3055711"/>
              <a:gd name="csX5" fmla="*/ 6 w 6730530"/>
              <a:gd name="csY5" fmla="*/ 78684 h 3055711"/>
              <a:gd name="csX6" fmla="*/ 6 w 6730530"/>
              <a:gd name="csY6" fmla="*/ 92984 h 3055711"/>
              <a:gd name="csX7" fmla="*/ 6 w 6730530"/>
              <a:gd name="csY7" fmla="*/ 109666 h 3055711"/>
              <a:gd name="csX8" fmla="*/ 6 w 6730530"/>
              <a:gd name="csY8" fmla="*/ 123965 h 3055711"/>
              <a:gd name="csX9" fmla="*/ 6 w 6730530"/>
              <a:gd name="csY9" fmla="*/ 140647 h 3055711"/>
              <a:gd name="csX10" fmla="*/ 6 w 6730530"/>
              <a:gd name="csY10" fmla="*/ 154947 h 3055711"/>
              <a:gd name="csX11" fmla="*/ 6 w 6730530"/>
              <a:gd name="csY11" fmla="*/ 171629 h 3055711"/>
              <a:gd name="csX12" fmla="*/ 6 w 6730530"/>
              <a:gd name="csY12" fmla="*/ 185928 h 3055711"/>
              <a:gd name="csX13" fmla="*/ 6 w 6730530"/>
              <a:gd name="csY13" fmla="*/ 202610 h 3055711"/>
              <a:gd name="csX14" fmla="*/ 6 w 6730530"/>
              <a:gd name="csY14" fmla="*/ 216909 h 3055711"/>
              <a:gd name="csX15" fmla="*/ 6 w 6730530"/>
              <a:gd name="csY15" fmla="*/ 233592 h 3055711"/>
              <a:gd name="csX16" fmla="*/ 6 w 6730530"/>
              <a:gd name="csY16" fmla="*/ 247891 h 3055711"/>
              <a:gd name="csX17" fmla="*/ 6 w 6730530"/>
              <a:gd name="csY17" fmla="*/ 264573 h 3055711"/>
              <a:gd name="csX18" fmla="*/ 6 w 6730530"/>
              <a:gd name="csY18" fmla="*/ 278872 h 3055711"/>
              <a:gd name="csX19" fmla="*/ 6 w 6730530"/>
              <a:gd name="csY19" fmla="*/ 295555 h 3055711"/>
              <a:gd name="csX20" fmla="*/ 6 w 6730530"/>
              <a:gd name="csY20" fmla="*/ 309855 h 3055711"/>
              <a:gd name="csX21" fmla="*/ 73 w 6730530"/>
              <a:gd name="csY21" fmla="*/ 326567 h 3055711"/>
              <a:gd name="csX22" fmla="*/ 1583 w 6730530"/>
              <a:gd name="csY22" fmla="*/ 340836 h 3055711"/>
              <a:gd name="csX23" fmla="*/ 31555 w 6730530"/>
              <a:gd name="csY23" fmla="*/ 365026 h 3055711"/>
              <a:gd name="csX24" fmla="*/ 39968 w 6730530"/>
              <a:gd name="csY24" fmla="*/ 371818 h 3055711"/>
              <a:gd name="csX25" fmla="*/ 50742 w 6730530"/>
              <a:gd name="csY25" fmla="*/ 380514 h 3055711"/>
              <a:gd name="csX26" fmla="*/ 78353 w 6730530"/>
              <a:gd name="csY26" fmla="*/ 402799 h 3055711"/>
              <a:gd name="csX27" fmla="*/ 99912 w 6730530"/>
              <a:gd name="csY27" fmla="*/ 420199 h 3055711"/>
              <a:gd name="csX28" fmla="*/ 116738 w 6730530"/>
              <a:gd name="csY28" fmla="*/ 433781 h 3055711"/>
              <a:gd name="csX29" fmla="*/ 138288 w 6730530"/>
              <a:gd name="csY29" fmla="*/ 451173 h 3055711"/>
              <a:gd name="csX30" fmla="*/ 155123 w 6730530"/>
              <a:gd name="csY30" fmla="*/ 464762 h 3055711"/>
              <a:gd name="csX31" fmla="*/ 168269 w 6730530"/>
              <a:gd name="csY31" fmla="*/ 475372 h 3055711"/>
              <a:gd name="csX32" fmla="*/ 193508 w 6730530"/>
              <a:gd name="csY32" fmla="*/ 495744 h 3055711"/>
              <a:gd name="csX33" fmla="*/ 225833 w 6730530"/>
              <a:gd name="csY33" fmla="*/ 521833 h 3055711"/>
              <a:gd name="csX34" fmla="*/ 231892 w 6730530"/>
              <a:gd name="csY34" fmla="*/ 526725 h 3055711"/>
              <a:gd name="csX35" fmla="*/ 236627 w 6730530"/>
              <a:gd name="csY35" fmla="*/ 530544 h 3055711"/>
              <a:gd name="csX36" fmla="*/ 270280 w 6730530"/>
              <a:gd name="csY36" fmla="*/ 557707 h 3055711"/>
              <a:gd name="csX37" fmla="*/ 304984 w 6730530"/>
              <a:gd name="csY37" fmla="*/ 585717 h 3055711"/>
              <a:gd name="csX38" fmla="*/ 308660 w 6730530"/>
              <a:gd name="csY38" fmla="*/ 588688 h 3055711"/>
              <a:gd name="csX39" fmla="*/ 313381 w 6730530"/>
              <a:gd name="csY39" fmla="*/ 592492 h 3055711"/>
              <a:gd name="csX40" fmla="*/ 347048 w 6730530"/>
              <a:gd name="csY40" fmla="*/ 619669 h 3055711"/>
              <a:gd name="csX41" fmla="*/ 373342 w 6730530"/>
              <a:gd name="csY41" fmla="*/ 640890 h 3055711"/>
              <a:gd name="csX42" fmla="*/ 385436 w 6730530"/>
              <a:gd name="csY42" fmla="*/ 650654 h 3055711"/>
              <a:gd name="csX43" fmla="*/ 400921 w 6730530"/>
              <a:gd name="csY43" fmla="*/ 663150 h 3055711"/>
              <a:gd name="csX44" fmla="*/ 423817 w 6730530"/>
              <a:gd name="csY44" fmla="*/ 681632 h 3055711"/>
              <a:gd name="csX45" fmla="*/ 441699 w 6730530"/>
              <a:gd name="csY45" fmla="*/ 696065 h 3055711"/>
              <a:gd name="csX46" fmla="*/ 462205 w 6730530"/>
              <a:gd name="csY46" fmla="*/ 712617 h 3055711"/>
              <a:gd name="csX47" fmla="*/ 488469 w 6730530"/>
              <a:gd name="csY47" fmla="*/ 733810 h 3055711"/>
              <a:gd name="csX48" fmla="*/ 500593 w 6730530"/>
              <a:gd name="csY48" fmla="*/ 743595 h 3055711"/>
              <a:gd name="csX49" fmla="*/ 510056 w 6730530"/>
              <a:gd name="csY49" fmla="*/ 751231 h 3055711"/>
              <a:gd name="csX50" fmla="*/ 538973 w 6730530"/>
              <a:gd name="csY50" fmla="*/ 774580 h 3055711"/>
              <a:gd name="csX51" fmla="*/ 576009 w 6730530"/>
              <a:gd name="csY51" fmla="*/ 804469 h 3055711"/>
              <a:gd name="csX52" fmla="*/ 577361 w 6730530"/>
              <a:gd name="csY52" fmla="*/ 805558 h 3055711"/>
              <a:gd name="csX53" fmla="*/ 578414 w 6730530"/>
              <a:gd name="csY53" fmla="*/ 806405 h 3055711"/>
              <a:gd name="csX54" fmla="*/ 615742 w 6730530"/>
              <a:gd name="csY54" fmla="*/ 836543 h 3055711"/>
              <a:gd name="csX55" fmla="*/ 646764 w 6730530"/>
              <a:gd name="csY55" fmla="*/ 861579 h 3055711"/>
              <a:gd name="csX56" fmla="*/ 654130 w 6730530"/>
              <a:gd name="csY56" fmla="*/ 867521 h 3055711"/>
              <a:gd name="csX57" fmla="*/ 663557 w 6730530"/>
              <a:gd name="csY57" fmla="*/ 875128 h 3055711"/>
              <a:gd name="csX58" fmla="*/ 692518 w 6730530"/>
              <a:gd name="csY58" fmla="*/ 898506 h 3055711"/>
              <a:gd name="csX59" fmla="*/ 715121 w 6730530"/>
              <a:gd name="csY59" fmla="*/ 916753 h 3055711"/>
              <a:gd name="csX60" fmla="*/ 730899 w 6730530"/>
              <a:gd name="csY60" fmla="*/ 929483 h 3055711"/>
              <a:gd name="csX61" fmla="*/ 751105 w 6730530"/>
              <a:gd name="csY61" fmla="*/ 945787 h 3055711"/>
              <a:gd name="csX62" fmla="*/ 769287 w 6730530"/>
              <a:gd name="csY62" fmla="*/ 960469 h 3055711"/>
              <a:gd name="csX63" fmla="*/ 783478 w 6730530"/>
              <a:gd name="csY63" fmla="*/ 971927 h 3055711"/>
              <a:gd name="csX64" fmla="*/ 807667 w 6730530"/>
              <a:gd name="csY64" fmla="*/ 991446 h 3055711"/>
              <a:gd name="csX65" fmla="*/ 851836 w 6730530"/>
              <a:gd name="csY65" fmla="*/ 1022147 h 3055711"/>
              <a:gd name="csX66" fmla="*/ 852362 w 6730530"/>
              <a:gd name="csY66" fmla="*/ 1022432 h 3055711"/>
              <a:gd name="csX67" fmla="*/ 920193 w 6730530"/>
              <a:gd name="csY67" fmla="*/ 1045890 h 3055711"/>
              <a:gd name="csX68" fmla="*/ 941926 w 6730530"/>
              <a:gd name="csY68" fmla="*/ 1053410 h 3055711"/>
              <a:gd name="csX69" fmla="*/ 988550 w 6730530"/>
              <a:gd name="csY69" fmla="*/ 1069538 h 3055711"/>
              <a:gd name="csX70" fmla="*/ 1031498 w 6730530"/>
              <a:gd name="csY70" fmla="*/ 1084395 h 3055711"/>
              <a:gd name="csX71" fmla="*/ 1056908 w 6730530"/>
              <a:gd name="csY71" fmla="*/ 1093186 h 3055711"/>
              <a:gd name="csX72" fmla="*/ 1121063 w 6730530"/>
              <a:gd name="csY72" fmla="*/ 1115372 h 3055711"/>
              <a:gd name="csX73" fmla="*/ 1125265 w 6730530"/>
              <a:gd name="csY73" fmla="*/ 1116827 h 3055711"/>
              <a:gd name="csX74" fmla="*/ 1138828 w 6730530"/>
              <a:gd name="csY74" fmla="*/ 1121518 h 3055711"/>
              <a:gd name="csX75" fmla="*/ 1193622 w 6730530"/>
              <a:gd name="csY75" fmla="*/ 1140475 h 3055711"/>
              <a:gd name="csX76" fmla="*/ 1210628 w 6730530"/>
              <a:gd name="csY76" fmla="*/ 1146358 h 3055711"/>
              <a:gd name="csX77" fmla="*/ 1261980 w 6730530"/>
              <a:gd name="csY77" fmla="*/ 1164123 h 3055711"/>
              <a:gd name="csX78" fmla="*/ 1300192 w 6730530"/>
              <a:gd name="csY78" fmla="*/ 1177335 h 3055711"/>
              <a:gd name="csX79" fmla="*/ 1330337 w 6730530"/>
              <a:gd name="csY79" fmla="*/ 1187764 h 3055711"/>
              <a:gd name="csX80" fmla="*/ 1389757 w 6730530"/>
              <a:gd name="csY80" fmla="*/ 1208321 h 3055711"/>
              <a:gd name="csX81" fmla="*/ 1398694 w 6730530"/>
              <a:gd name="csY81" fmla="*/ 1211412 h 3055711"/>
              <a:gd name="csX82" fmla="*/ 1427509 w 6730530"/>
              <a:gd name="csY82" fmla="*/ 1221380 h 3055711"/>
              <a:gd name="csX83" fmla="*/ 1467052 w 6730530"/>
              <a:gd name="csY83" fmla="*/ 1235060 h 3055711"/>
              <a:gd name="csX84" fmla="*/ 1479321 w 6730530"/>
              <a:gd name="csY84" fmla="*/ 1239298 h 3055711"/>
              <a:gd name="csX85" fmla="*/ 1535409 w 6730530"/>
              <a:gd name="csY85" fmla="*/ 1258701 h 3055711"/>
              <a:gd name="csX86" fmla="*/ 1568886 w 6730530"/>
              <a:gd name="csY86" fmla="*/ 1270284 h 3055711"/>
              <a:gd name="csX87" fmla="*/ 1603766 w 6730530"/>
              <a:gd name="csY87" fmla="*/ 1282349 h 3055711"/>
              <a:gd name="csX88" fmla="*/ 1658451 w 6730530"/>
              <a:gd name="csY88" fmla="*/ 1301261 h 3055711"/>
              <a:gd name="csX89" fmla="*/ 1672124 w 6730530"/>
              <a:gd name="csY89" fmla="*/ 1305990 h 3055711"/>
              <a:gd name="csX90" fmla="*/ 1716190 w 6730530"/>
              <a:gd name="csY90" fmla="*/ 1321234 h 3055711"/>
              <a:gd name="csX91" fmla="*/ 1740481 w 6730530"/>
              <a:gd name="csY91" fmla="*/ 1329638 h 3055711"/>
              <a:gd name="csX92" fmla="*/ 1748015 w 6730530"/>
              <a:gd name="csY92" fmla="*/ 1332247 h 3055711"/>
              <a:gd name="csX93" fmla="*/ 1808838 w 6730530"/>
              <a:gd name="csY93" fmla="*/ 1353286 h 3055711"/>
              <a:gd name="csX94" fmla="*/ 1837580 w 6730530"/>
              <a:gd name="csY94" fmla="*/ 1363224 h 3055711"/>
              <a:gd name="csX95" fmla="*/ 1877196 w 6730530"/>
              <a:gd name="csY95" fmla="*/ 1376927 h 3055711"/>
              <a:gd name="csX96" fmla="*/ 1927144 w 6730530"/>
              <a:gd name="csY96" fmla="*/ 1394209 h 3055711"/>
              <a:gd name="csX97" fmla="*/ 1945553 w 6730530"/>
              <a:gd name="csY97" fmla="*/ 1400575 h 3055711"/>
              <a:gd name="csX98" fmla="*/ 2004871 w 6730530"/>
              <a:gd name="csY98" fmla="*/ 1421095 h 3055711"/>
              <a:gd name="csX99" fmla="*/ 2013903 w 6730530"/>
              <a:gd name="csY99" fmla="*/ 1424223 h 3055711"/>
              <a:gd name="csX100" fmla="*/ 2016709 w 6730530"/>
              <a:gd name="csY100" fmla="*/ 1425187 h 3055711"/>
              <a:gd name="csX101" fmla="*/ 2082260 w 6730530"/>
              <a:gd name="csY101" fmla="*/ 1447863 h 3055711"/>
              <a:gd name="csX102" fmla="*/ 2106274 w 6730530"/>
              <a:gd name="csY102" fmla="*/ 1456172 h 3055711"/>
              <a:gd name="csX103" fmla="*/ 2150618 w 6730530"/>
              <a:gd name="csY103" fmla="*/ 1471511 h 3055711"/>
              <a:gd name="csX104" fmla="*/ 2195838 w 6730530"/>
              <a:gd name="csY104" fmla="*/ 1487150 h 3055711"/>
              <a:gd name="csX105" fmla="*/ 2218975 w 6730530"/>
              <a:gd name="csY105" fmla="*/ 1495152 h 3055711"/>
              <a:gd name="csX106" fmla="*/ 2285403 w 6730530"/>
              <a:gd name="csY106" fmla="*/ 1518135 h 3055711"/>
              <a:gd name="csX107" fmla="*/ 2287332 w 6730530"/>
              <a:gd name="csY107" fmla="*/ 1518800 h 3055711"/>
              <a:gd name="csX108" fmla="*/ 2293551 w 6730530"/>
              <a:gd name="csY108" fmla="*/ 1520949 h 3055711"/>
              <a:gd name="csX109" fmla="*/ 2355690 w 6730530"/>
              <a:gd name="csY109" fmla="*/ 1542448 h 3055711"/>
              <a:gd name="csX110" fmla="*/ 2374975 w 6730530"/>
              <a:gd name="csY110" fmla="*/ 1549113 h 3055711"/>
              <a:gd name="csX111" fmla="*/ 2424047 w 6730530"/>
              <a:gd name="csY111" fmla="*/ 1566089 h 3055711"/>
              <a:gd name="csX112" fmla="*/ 2464540 w 6730530"/>
              <a:gd name="csY112" fmla="*/ 1580098 h 3055711"/>
              <a:gd name="csX113" fmla="*/ 2492404 w 6730530"/>
              <a:gd name="csY113" fmla="*/ 1589737 h 3055711"/>
              <a:gd name="csX114" fmla="*/ 2554104 w 6730530"/>
              <a:gd name="csY114" fmla="*/ 1611076 h 3055711"/>
              <a:gd name="csX115" fmla="*/ 2560762 w 6730530"/>
              <a:gd name="csY115" fmla="*/ 1613385 h 3055711"/>
              <a:gd name="csX116" fmla="*/ 2582232 w 6730530"/>
              <a:gd name="csY116" fmla="*/ 1620810 h 3055711"/>
              <a:gd name="csX117" fmla="*/ 2629119 w 6730530"/>
              <a:gd name="csY117" fmla="*/ 1637026 h 3055711"/>
              <a:gd name="csX118" fmla="*/ 2643669 w 6730530"/>
              <a:gd name="csY118" fmla="*/ 1642061 h 3055711"/>
              <a:gd name="csX119" fmla="*/ 2697476 w 6730530"/>
              <a:gd name="csY119" fmla="*/ 1660674 h 3055711"/>
              <a:gd name="csX120" fmla="*/ 2733233 w 6730530"/>
              <a:gd name="csY120" fmla="*/ 1673039 h 3055711"/>
              <a:gd name="csX121" fmla="*/ 2765834 w 6730530"/>
              <a:gd name="csY121" fmla="*/ 1684315 h 3055711"/>
              <a:gd name="csX122" fmla="*/ 2822798 w 6730530"/>
              <a:gd name="csY122" fmla="*/ 1704024 h 3055711"/>
              <a:gd name="csX123" fmla="*/ 2834191 w 6730530"/>
              <a:gd name="csY123" fmla="*/ 1707963 h 3055711"/>
              <a:gd name="csX124" fmla="*/ 2870913 w 6730530"/>
              <a:gd name="csY124" fmla="*/ 1720664 h 3055711"/>
              <a:gd name="csX125" fmla="*/ 2902548 w 6730530"/>
              <a:gd name="csY125" fmla="*/ 1731611 h 3055711"/>
              <a:gd name="csX126" fmla="*/ 2912363 w 6730530"/>
              <a:gd name="csY126" fmla="*/ 1735002 h 3055711"/>
              <a:gd name="csX127" fmla="*/ 2970905 w 6730530"/>
              <a:gd name="csY127" fmla="*/ 1755252 h 3055711"/>
              <a:gd name="csX128" fmla="*/ 3001927 w 6730530"/>
              <a:gd name="csY128" fmla="*/ 1765987 h 3055711"/>
              <a:gd name="csX129" fmla="*/ 3039263 w 6730530"/>
              <a:gd name="csY129" fmla="*/ 1778900 h 3055711"/>
              <a:gd name="csX130" fmla="*/ 3091492 w 6730530"/>
              <a:gd name="csY130" fmla="*/ 1796965 h 3055711"/>
              <a:gd name="csX131" fmla="*/ 3107620 w 6730530"/>
              <a:gd name="csY131" fmla="*/ 1802548 h 3055711"/>
              <a:gd name="csX132" fmla="*/ 3159593 w 6730530"/>
              <a:gd name="csY132" fmla="*/ 1820525 h 3055711"/>
              <a:gd name="csX133" fmla="*/ 3175978 w 6730530"/>
              <a:gd name="csY133" fmla="*/ 1826189 h 3055711"/>
              <a:gd name="csX134" fmla="*/ 3181057 w 6730530"/>
              <a:gd name="csY134" fmla="*/ 1827950 h 3055711"/>
              <a:gd name="csX135" fmla="*/ 3244335 w 6730530"/>
              <a:gd name="csY135" fmla="*/ 1849837 h 3055711"/>
              <a:gd name="csX136" fmla="*/ 3270621 w 6730530"/>
              <a:gd name="csY136" fmla="*/ 1858928 h 3055711"/>
              <a:gd name="csX137" fmla="*/ 3312692 w 6730530"/>
              <a:gd name="csY137" fmla="*/ 1873478 h 3055711"/>
              <a:gd name="csX138" fmla="*/ 3360185 w 6730530"/>
              <a:gd name="csY138" fmla="*/ 1889913 h 3055711"/>
              <a:gd name="csX139" fmla="*/ 3381042 w 6730530"/>
              <a:gd name="csY139" fmla="*/ 1897126 h 3055711"/>
              <a:gd name="csX140" fmla="*/ 3448274 w 6730530"/>
              <a:gd name="csY140" fmla="*/ 1920379 h 3055711"/>
              <a:gd name="csX141" fmla="*/ 3449399 w 6730530"/>
              <a:gd name="csY141" fmla="*/ 1920774 h 3055711"/>
              <a:gd name="csX142" fmla="*/ 3449750 w 6730530"/>
              <a:gd name="csY142" fmla="*/ 1920891 h 3055711"/>
              <a:gd name="csX143" fmla="*/ 3517757 w 6730530"/>
              <a:gd name="csY143" fmla="*/ 1944415 h 3055711"/>
              <a:gd name="csX144" fmla="*/ 3539315 w 6730530"/>
              <a:gd name="csY144" fmla="*/ 1951876 h 3055711"/>
              <a:gd name="csX145" fmla="*/ 3586114 w 6730530"/>
              <a:gd name="csY145" fmla="*/ 1968063 h 3055711"/>
              <a:gd name="csX146" fmla="*/ 3628887 w 6730530"/>
              <a:gd name="csY146" fmla="*/ 1982854 h 3055711"/>
              <a:gd name="csX147" fmla="*/ 3654471 w 6730530"/>
              <a:gd name="csY147" fmla="*/ 1991711 h 3055711"/>
              <a:gd name="csX148" fmla="*/ 3718451 w 6730530"/>
              <a:gd name="csY148" fmla="*/ 2013839 h 3055711"/>
              <a:gd name="csX149" fmla="*/ 3722829 w 6730530"/>
              <a:gd name="csY149" fmla="*/ 2015352 h 3055711"/>
              <a:gd name="csX150" fmla="*/ 3736955 w 6730530"/>
              <a:gd name="csY150" fmla="*/ 2020241 h 3055711"/>
              <a:gd name="csX151" fmla="*/ 3791186 w 6730530"/>
              <a:gd name="csY151" fmla="*/ 2039000 h 3055711"/>
              <a:gd name="csX152" fmla="*/ 3808016 w 6730530"/>
              <a:gd name="csY152" fmla="*/ 2044817 h 3055711"/>
              <a:gd name="csX153" fmla="*/ 3859543 w 6730530"/>
              <a:gd name="csY153" fmla="*/ 2062648 h 3055711"/>
              <a:gd name="csX154" fmla="*/ 3897581 w 6730530"/>
              <a:gd name="csY154" fmla="*/ 2075802 h 3055711"/>
              <a:gd name="csX155" fmla="*/ 3927901 w 6730530"/>
              <a:gd name="csY155" fmla="*/ 2086289 h 3055711"/>
              <a:gd name="csX156" fmla="*/ 3987145 w 6730530"/>
              <a:gd name="csY156" fmla="*/ 2106780 h 3055711"/>
              <a:gd name="csX157" fmla="*/ 3996258 w 6730530"/>
              <a:gd name="csY157" fmla="*/ 2109937 h 3055711"/>
              <a:gd name="csX158" fmla="*/ 4025635 w 6730530"/>
              <a:gd name="csY158" fmla="*/ 2120095 h 3055711"/>
              <a:gd name="csX159" fmla="*/ 4064616 w 6730530"/>
              <a:gd name="csY159" fmla="*/ 2133578 h 3055711"/>
              <a:gd name="csX160" fmla="*/ 4076710 w 6730530"/>
              <a:gd name="csY160" fmla="*/ 2137765 h 3055711"/>
              <a:gd name="csX161" fmla="*/ 4132973 w 6730530"/>
              <a:gd name="csY161" fmla="*/ 2157226 h 3055711"/>
              <a:gd name="csX162" fmla="*/ 4166274 w 6730530"/>
              <a:gd name="csY162" fmla="*/ 2168743 h 3055711"/>
              <a:gd name="csX163" fmla="*/ 4201330 w 6730530"/>
              <a:gd name="csY163" fmla="*/ 2180874 h 3055711"/>
              <a:gd name="csX164" fmla="*/ 4255839 w 6730530"/>
              <a:gd name="csY164" fmla="*/ 2199728 h 3055711"/>
              <a:gd name="csX165" fmla="*/ 4269687 w 6730530"/>
              <a:gd name="csY165" fmla="*/ 2204515 h 3055711"/>
              <a:gd name="csX166" fmla="*/ 4314317 w 6730530"/>
              <a:gd name="csY166" fmla="*/ 2219956 h 3055711"/>
              <a:gd name="csX167" fmla="*/ 4338045 w 6730530"/>
              <a:gd name="csY167" fmla="*/ 2228163 h 3055711"/>
              <a:gd name="csX168" fmla="*/ 4345404 w 6730530"/>
              <a:gd name="csY168" fmla="*/ 2230706 h 3055711"/>
              <a:gd name="csX169" fmla="*/ 4406402 w 6730530"/>
              <a:gd name="csY169" fmla="*/ 2251811 h 3055711"/>
              <a:gd name="csX170" fmla="*/ 4434968 w 6730530"/>
              <a:gd name="csY170" fmla="*/ 2261691 h 3055711"/>
              <a:gd name="csX171" fmla="*/ 4474759 w 6730530"/>
              <a:gd name="csY171" fmla="*/ 2275452 h 3055711"/>
              <a:gd name="csX172" fmla="*/ 4524533 w 6730530"/>
              <a:gd name="csY172" fmla="*/ 2292669 h 3055711"/>
              <a:gd name="csX173" fmla="*/ 4543117 w 6730530"/>
              <a:gd name="csY173" fmla="*/ 2299100 h 3055711"/>
              <a:gd name="csX174" fmla="*/ 4602997 w 6730530"/>
              <a:gd name="csY174" fmla="*/ 2319810 h 3055711"/>
              <a:gd name="csX175" fmla="*/ 4611474 w 6730530"/>
              <a:gd name="csY175" fmla="*/ 2322748 h 3055711"/>
              <a:gd name="csX176" fmla="*/ 4614098 w 6730530"/>
              <a:gd name="csY176" fmla="*/ 2323654 h 3055711"/>
              <a:gd name="csX177" fmla="*/ 4679831 w 6730530"/>
              <a:gd name="csY177" fmla="*/ 2346388 h 3055711"/>
              <a:gd name="csX178" fmla="*/ 4703662 w 6730530"/>
              <a:gd name="csY178" fmla="*/ 2354632 h 3055711"/>
              <a:gd name="csX179" fmla="*/ 4748182 w 6730530"/>
              <a:gd name="csY179" fmla="*/ 2370037 h 3055711"/>
              <a:gd name="csX180" fmla="*/ 4793234 w 6730530"/>
              <a:gd name="csY180" fmla="*/ 2385617 h 3055711"/>
              <a:gd name="csX181" fmla="*/ 4816546 w 6730530"/>
              <a:gd name="csY181" fmla="*/ 2393677 h 3055711"/>
              <a:gd name="csX182" fmla="*/ 4882799 w 6730530"/>
              <a:gd name="csY182" fmla="*/ 2416595 h 3055711"/>
              <a:gd name="csX183" fmla="*/ 4884896 w 6730530"/>
              <a:gd name="csY183" fmla="*/ 2417325 h 3055711"/>
              <a:gd name="csX184" fmla="*/ 4891678 w 6730530"/>
              <a:gd name="csY184" fmla="*/ 2419671 h 3055711"/>
              <a:gd name="csX185" fmla="*/ 4953253 w 6730530"/>
              <a:gd name="csY185" fmla="*/ 2440974 h 3055711"/>
              <a:gd name="csX186" fmla="*/ 4972364 w 6730530"/>
              <a:gd name="csY186" fmla="*/ 2447580 h 3055711"/>
              <a:gd name="csX187" fmla="*/ 5021611 w 6730530"/>
              <a:gd name="csY187" fmla="*/ 2464614 h 3055711"/>
              <a:gd name="csX188" fmla="*/ 5061928 w 6730530"/>
              <a:gd name="csY188" fmla="*/ 2478558 h 3055711"/>
              <a:gd name="csX189" fmla="*/ 5089968 w 6730530"/>
              <a:gd name="csY189" fmla="*/ 2488262 h 3055711"/>
              <a:gd name="csX190" fmla="*/ 5151492 w 6730530"/>
              <a:gd name="csY190" fmla="*/ 2509543 h 3055711"/>
              <a:gd name="csX191" fmla="*/ 5158325 w 6730530"/>
              <a:gd name="csY191" fmla="*/ 2511903 h 3055711"/>
              <a:gd name="csX192" fmla="*/ 5180358 w 6730530"/>
              <a:gd name="csY192" fmla="*/ 2519525 h 3055711"/>
              <a:gd name="csX193" fmla="*/ 5226683 w 6730530"/>
              <a:gd name="csY193" fmla="*/ 2535551 h 3055711"/>
              <a:gd name="csX194" fmla="*/ 5241057 w 6730530"/>
              <a:gd name="csY194" fmla="*/ 2540528 h 3055711"/>
              <a:gd name="csX195" fmla="*/ 5295040 w 6730530"/>
              <a:gd name="csY195" fmla="*/ 2559199 h 3055711"/>
              <a:gd name="csX196" fmla="*/ 5330622 w 6730530"/>
              <a:gd name="csY196" fmla="*/ 2571506 h 3055711"/>
              <a:gd name="csX197" fmla="*/ 5363397 w 6730530"/>
              <a:gd name="csY197" fmla="*/ 2582840 h 3055711"/>
              <a:gd name="csX198" fmla="*/ 5420186 w 6730530"/>
              <a:gd name="csY198" fmla="*/ 2602491 h 3055711"/>
              <a:gd name="csX199" fmla="*/ 5431755 w 6730530"/>
              <a:gd name="csY199" fmla="*/ 2606488 h 3055711"/>
              <a:gd name="csX200" fmla="*/ 5469039 w 6730530"/>
              <a:gd name="csY200" fmla="*/ 2619387 h 3055711"/>
              <a:gd name="csX201" fmla="*/ 5500112 w 6730530"/>
              <a:gd name="csY201" fmla="*/ 2630136 h 3055711"/>
              <a:gd name="csX202" fmla="*/ 5509751 w 6730530"/>
              <a:gd name="csY202" fmla="*/ 2633469 h 3055711"/>
              <a:gd name="csX203" fmla="*/ 5568469 w 6730530"/>
              <a:gd name="csY203" fmla="*/ 2653777 h 3055711"/>
              <a:gd name="csX204" fmla="*/ 5599316 w 6730530"/>
              <a:gd name="csY204" fmla="*/ 2664454 h 3055711"/>
              <a:gd name="csX205" fmla="*/ 5636827 w 6730530"/>
              <a:gd name="csY205" fmla="*/ 2677425 h 3055711"/>
              <a:gd name="csX206" fmla="*/ 5688880 w 6730530"/>
              <a:gd name="csY206" fmla="*/ 2695432 h 3055711"/>
              <a:gd name="csX207" fmla="*/ 5705184 w 6730530"/>
              <a:gd name="csY207" fmla="*/ 2701073 h 3055711"/>
              <a:gd name="csX208" fmla="*/ 5757720 w 6730530"/>
              <a:gd name="csY208" fmla="*/ 2719241 h 3055711"/>
              <a:gd name="csX209" fmla="*/ 5773541 w 6730530"/>
              <a:gd name="csY209" fmla="*/ 2724714 h 3055711"/>
              <a:gd name="csX210" fmla="*/ 5778445 w 6730530"/>
              <a:gd name="csY210" fmla="*/ 2726410 h 3055711"/>
              <a:gd name="csX211" fmla="*/ 5841899 w 6730530"/>
              <a:gd name="csY211" fmla="*/ 2748362 h 3055711"/>
              <a:gd name="csX212" fmla="*/ 5868010 w 6730530"/>
              <a:gd name="csY212" fmla="*/ 2757395 h 3055711"/>
              <a:gd name="csX213" fmla="*/ 5910256 w 6730530"/>
              <a:gd name="csY213" fmla="*/ 2772010 h 3055711"/>
              <a:gd name="csX214" fmla="*/ 5957574 w 6730530"/>
              <a:gd name="csY214" fmla="*/ 2788373 h 3055711"/>
              <a:gd name="csX215" fmla="*/ 5978613 w 6730530"/>
              <a:gd name="csY215" fmla="*/ 2795651 h 3055711"/>
              <a:gd name="csX216" fmla="*/ 6046400 w 6730530"/>
              <a:gd name="csY216" fmla="*/ 2819102 h 3055711"/>
              <a:gd name="csX217" fmla="*/ 6046963 w 6730530"/>
              <a:gd name="csY217" fmla="*/ 2819299 h 3055711"/>
              <a:gd name="csX218" fmla="*/ 6047139 w 6730530"/>
              <a:gd name="csY218" fmla="*/ 2819358 h 3055711"/>
              <a:gd name="csX219" fmla="*/ 6115321 w 6730530"/>
              <a:gd name="csY219" fmla="*/ 2842940 h 3055711"/>
              <a:gd name="csX220" fmla="*/ 6136711 w 6730530"/>
              <a:gd name="csY220" fmla="*/ 2850335 h 3055711"/>
              <a:gd name="csX221" fmla="*/ 6183678 w 6730530"/>
              <a:gd name="csY221" fmla="*/ 2866588 h 3055711"/>
              <a:gd name="csX222" fmla="*/ 6226275 w 6730530"/>
              <a:gd name="csY222" fmla="*/ 2881321 h 3055711"/>
              <a:gd name="csX223" fmla="*/ 6252035 w 6730530"/>
              <a:gd name="csY223" fmla="*/ 2890229 h 3055711"/>
              <a:gd name="csX224" fmla="*/ 6315840 w 6730530"/>
              <a:gd name="csY224" fmla="*/ 2912298 h 3055711"/>
              <a:gd name="csX225" fmla="*/ 6320393 w 6730530"/>
              <a:gd name="csY225" fmla="*/ 2913877 h 3055711"/>
              <a:gd name="csX226" fmla="*/ 6335081 w 6730530"/>
              <a:gd name="csY226" fmla="*/ 2918956 h 3055711"/>
              <a:gd name="csX227" fmla="*/ 6388750 w 6730530"/>
              <a:gd name="csY227" fmla="*/ 2937525 h 3055711"/>
              <a:gd name="csX228" fmla="*/ 6405405 w 6730530"/>
              <a:gd name="csY228" fmla="*/ 2943284 h 3055711"/>
              <a:gd name="csX229" fmla="*/ 6457107 w 6730530"/>
              <a:gd name="csY229" fmla="*/ 2961166 h 3055711"/>
              <a:gd name="csX230" fmla="*/ 6494969 w 6730530"/>
              <a:gd name="csY230" fmla="*/ 2974261 h 3055711"/>
              <a:gd name="csX231" fmla="*/ 6525465 w 6730530"/>
              <a:gd name="csY231" fmla="*/ 2984814 h 3055711"/>
              <a:gd name="csX232" fmla="*/ 6584533 w 6730530"/>
              <a:gd name="csY232" fmla="*/ 3005247 h 3055711"/>
              <a:gd name="csX233" fmla="*/ 6593822 w 6730530"/>
              <a:gd name="csY233" fmla="*/ 3008455 h 3055711"/>
              <a:gd name="csX234" fmla="*/ 6623762 w 6730530"/>
              <a:gd name="csY234" fmla="*/ 3018817 h 3055711"/>
              <a:gd name="csX235" fmla="*/ 6662179 w 6730530"/>
              <a:gd name="csY235" fmla="*/ 3032103 h 3055711"/>
              <a:gd name="csX236" fmla="*/ 6674098 w 6730530"/>
              <a:gd name="csY236" fmla="*/ 3036224 h 3055711"/>
              <a:gd name="csX237" fmla="*/ 6730536 w 6730530"/>
              <a:gd name="csY237" fmla="*/ 3055751 h 30557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Lst>
            <a:rect l="l" t="t" r="r" b="b"/>
            <a:pathLst>
              <a:path w="6730530" h="3055711">
                <a:moveTo>
                  <a:pt x="6" y="39"/>
                </a:moveTo>
                <a:lnTo>
                  <a:pt x="6" y="16721"/>
                </a:lnTo>
                <a:lnTo>
                  <a:pt x="6" y="31021"/>
                </a:lnTo>
                <a:lnTo>
                  <a:pt x="6" y="47703"/>
                </a:lnTo>
                <a:lnTo>
                  <a:pt x="6" y="62002"/>
                </a:lnTo>
                <a:lnTo>
                  <a:pt x="6" y="78684"/>
                </a:lnTo>
                <a:lnTo>
                  <a:pt x="6" y="92984"/>
                </a:lnTo>
                <a:lnTo>
                  <a:pt x="6" y="109666"/>
                </a:lnTo>
                <a:lnTo>
                  <a:pt x="6" y="123965"/>
                </a:lnTo>
                <a:lnTo>
                  <a:pt x="6" y="140647"/>
                </a:lnTo>
                <a:lnTo>
                  <a:pt x="6" y="154947"/>
                </a:lnTo>
                <a:lnTo>
                  <a:pt x="6" y="171629"/>
                </a:lnTo>
                <a:lnTo>
                  <a:pt x="6" y="185928"/>
                </a:lnTo>
                <a:lnTo>
                  <a:pt x="6" y="202610"/>
                </a:lnTo>
                <a:lnTo>
                  <a:pt x="6" y="216909"/>
                </a:lnTo>
                <a:lnTo>
                  <a:pt x="6" y="233592"/>
                </a:lnTo>
                <a:lnTo>
                  <a:pt x="6" y="247891"/>
                </a:lnTo>
                <a:lnTo>
                  <a:pt x="6" y="264573"/>
                </a:lnTo>
                <a:lnTo>
                  <a:pt x="6" y="278872"/>
                </a:lnTo>
                <a:lnTo>
                  <a:pt x="6" y="295555"/>
                </a:lnTo>
                <a:lnTo>
                  <a:pt x="6" y="309855"/>
                </a:lnTo>
                <a:lnTo>
                  <a:pt x="73" y="326567"/>
                </a:lnTo>
                <a:lnTo>
                  <a:pt x="1583" y="340836"/>
                </a:lnTo>
                <a:lnTo>
                  <a:pt x="31555" y="365026"/>
                </a:lnTo>
                <a:lnTo>
                  <a:pt x="39968" y="371818"/>
                </a:lnTo>
                <a:lnTo>
                  <a:pt x="50742" y="380514"/>
                </a:lnTo>
                <a:lnTo>
                  <a:pt x="78353" y="402799"/>
                </a:lnTo>
                <a:lnTo>
                  <a:pt x="99912" y="420199"/>
                </a:lnTo>
                <a:lnTo>
                  <a:pt x="116738" y="433781"/>
                </a:lnTo>
                <a:lnTo>
                  <a:pt x="138288" y="451173"/>
                </a:lnTo>
                <a:lnTo>
                  <a:pt x="155123" y="464762"/>
                </a:lnTo>
                <a:lnTo>
                  <a:pt x="168269" y="475372"/>
                </a:lnTo>
                <a:lnTo>
                  <a:pt x="193508" y="495744"/>
                </a:lnTo>
                <a:lnTo>
                  <a:pt x="225833" y="521833"/>
                </a:lnTo>
                <a:lnTo>
                  <a:pt x="231892" y="526725"/>
                </a:lnTo>
                <a:lnTo>
                  <a:pt x="236627" y="530544"/>
                </a:lnTo>
                <a:lnTo>
                  <a:pt x="270280" y="557707"/>
                </a:lnTo>
                <a:lnTo>
                  <a:pt x="304984" y="585717"/>
                </a:lnTo>
                <a:lnTo>
                  <a:pt x="308660" y="588688"/>
                </a:lnTo>
                <a:lnTo>
                  <a:pt x="313381" y="592492"/>
                </a:lnTo>
                <a:lnTo>
                  <a:pt x="347048" y="619669"/>
                </a:lnTo>
                <a:lnTo>
                  <a:pt x="373342" y="640890"/>
                </a:lnTo>
                <a:lnTo>
                  <a:pt x="385436" y="650654"/>
                </a:lnTo>
                <a:lnTo>
                  <a:pt x="400921" y="663150"/>
                </a:lnTo>
                <a:lnTo>
                  <a:pt x="423817" y="681632"/>
                </a:lnTo>
                <a:lnTo>
                  <a:pt x="441699" y="696065"/>
                </a:lnTo>
                <a:lnTo>
                  <a:pt x="462205" y="712617"/>
                </a:lnTo>
                <a:lnTo>
                  <a:pt x="488469" y="733810"/>
                </a:lnTo>
                <a:lnTo>
                  <a:pt x="500593" y="743595"/>
                </a:lnTo>
                <a:lnTo>
                  <a:pt x="510056" y="751231"/>
                </a:lnTo>
                <a:lnTo>
                  <a:pt x="538973" y="774580"/>
                </a:lnTo>
                <a:lnTo>
                  <a:pt x="576009" y="804469"/>
                </a:lnTo>
                <a:lnTo>
                  <a:pt x="577361" y="805558"/>
                </a:lnTo>
                <a:lnTo>
                  <a:pt x="578414" y="806405"/>
                </a:lnTo>
                <a:lnTo>
                  <a:pt x="615742" y="836543"/>
                </a:lnTo>
                <a:lnTo>
                  <a:pt x="646764" y="861579"/>
                </a:lnTo>
                <a:lnTo>
                  <a:pt x="654130" y="867521"/>
                </a:lnTo>
                <a:lnTo>
                  <a:pt x="663557" y="875128"/>
                </a:lnTo>
                <a:lnTo>
                  <a:pt x="692518" y="898506"/>
                </a:lnTo>
                <a:lnTo>
                  <a:pt x="715121" y="916753"/>
                </a:lnTo>
                <a:lnTo>
                  <a:pt x="730899" y="929483"/>
                </a:lnTo>
                <a:lnTo>
                  <a:pt x="751105" y="945787"/>
                </a:lnTo>
                <a:lnTo>
                  <a:pt x="769287" y="960469"/>
                </a:lnTo>
                <a:lnTo>
                  <a:pt x="783478" y="971927"/>
                </a:lnTo>
                <a:lnTo>
                  <a:pt x="807667" y="991446"/>
                </a:lnTo>
                <a:lnTo>
                  <a:pt x="851836" y="1022147"/>
                </a:lnTo>
                <a:lnTo>
                  <a:pt x="852362" y="1022432"/>
                </a:lnTo>
                <a:lnTo>
                  <a:pt x="920193" y="1045890"/>
                </a:lnTo>
                <a:lnTo>
                  <a:pt x="941926" y="1053410"/>
                </a:lnTo>
                <a:lnTo>
                  <a:pt x="988550" y="1069538"/>
                </a:lnTo>
                <a:lnTo>
                  <a:pt x="1031498" y="1084395"/>
                </a:lnTo>
                <a:lnTo>
                  <a:pt x="1056908" y="1093186"/>
                </a:lnTo>
                <a:lnTo>
                  <a:pt x="1121063" y="1115372"/>
                </a:lnTo>
                <a:lnTo>
                  <a:pt x="1125265" y="1116827"/>
                </a:lnTo>
                <a:lnTo>
                  <a:pt x="1138828" y="1121518"/>
                </a:lnTo>
                <a:lnTo>
                  <a:pt x="1193622" y="1140475"/>
                </a:lnTo>
                <a:lnTo>
                  <a:pt x="1210628" y="1146358"/>
                </a:lnTo>
                <a:lnTo>
                  <a:pt x="1261980" y="1164123"/>
                </a:lnTo>
                <a:lnTo>
                  <a:pt x="1300192" y="1177335"/>
                </a:lnTo>
                <a:lnTo>
                  <a:pt x="1330337" y="1187764"/>
                </a:lnTo>
                <a:lnTo>
                  <a:pt x="1389757" y="1208321"/>
                </a:lnTo>
                <a:lnTo>
                  <a:pt x="1398694" y="1211412"/>
                </a:lnTo>
                <a:lnTo>
                  <a:pt x="1427509" y="1221380"/>
                </a:lnTo>
                <a:lnTo>
                  <a:pt x="1467052" y="1235060"/>
                </a:lnTo>
                <a:lnTo>
                  <a:pt x="1479321" y="1239298"/>
                </a:lnTo>
                <a:lnTo>
                  <a:pt x="1535409" y="1258701"/>
                </a:lnTo>
                <a:lnTo>
                  <a:pt x="1568886" y="1270284"/>
                </a:lnTo>
                <a:lnTo>
                  <a:pt x="1603766" y="1282349"/>
                </a:lnTo>
                <a:lnTo>
                  <a:pt x="1658451" y="1301261"/>
                </a:lnTo>
                <a:lnTo>
                  <a:pt x="1672124" y="1305990"/>
                </a:lnTo>
                <a:lnTo>
                  <a:pt x="1716190" y="1321234"/>
                </a:lnTo>
                <a:lnTo>
                  <a:pt x="1740481" y="1329638"/>
                </a:lnTo>
                <a:lnTo>
                  <a:pt x="1748015" y="1332247"/>
                </a:lnTo>
                <a:lnTo>
                  <a:pt x="1808838" y="1353286"/>
                </a:lnTo>
                <a:lnTo>
                  <a:pt x="1837580" y="1363224"/>
                </a:lnTo>
                <a:lnTo>
                  <a:pt x="1877196" y="1376927"/>
                </a:lnTo>
                <a:lnTo>
                  <a:pt x="1927144" y="1394209"/>
                </a:lnTo>
                <a:lnTo>
                  <a:pt x="1945553" y="1400575"/>
                </a:lnTo>
                <a:lnTo>
                  <a:pt x="2004871" y="1421095"/>
                </a:lnTo>
                <a:lnTo>
                  <a:pt x="2013903" y="1424223"/>
                </a:lnTo>
                <a:lnTo>
                  <a:pt x="2016709" y="1425187"/>
                </a:lnTo>
                <a:lnTo>
                  <a:pt x="2082260" y="1447863"/>
                </a:lnTo>
                <a:lnTo>
                  <a:pt x="2106274" y="1456172"/>
                </a:lnTo>
                <a:lnTo>
                  <a:pt x="2150618" y="1471511"/>
                </a:lnTo>
                <a:lnTo>
                  <a:pt x="2195838" y="1487150"/>
                </a:lnTo>
                <a:lnTo>
                  <a:pt x="2218975" y="1495152"/>
                </a:lnTo>
                <a:lnTo>
                  <a:pt x="2285403" y="1518135"/>
                </a:lnTo>
                <a:lnTo>
                  <a:pt x="2287332" y="1518800"/>
                </a:lnTo>
                <a:lnTo>
                  <a:pt x="2293551" y="1520949"/>
                </a:lnTo>
                <a:lnTo>
                  <a:pt x="2355690" y="1542448"/>
                </a:lnTo>
                <a:lnTo>
                  <a:pt x="2374975" y="1549113"/>
                </a:lnTo>
                <a:lnTo>
                  <a:pt x="2424047" y="1566089"/>
                </a:lnTo>
                <a:lnTo>
                  <a:pt x="2464540" y="1580098"/>
                </a:lnTo>
                <a:lnTo>
                  <a:pt x="2492404" y="1589737"/>
                </a:lnTo>
                <a:lnTo>
                  <a:pt x="2554104" y="1611076"/>
                </a:lnTo>
                <a:lnTo>
                  <a:pt x="2560762" y="1613385"/>
                </a:lnTo>
                <a:lnTo>
                  <a:pt x="2582232" y="1620810"/>
                </a:lnTo>
                <a:lnTo>
                  <a:pt x="2629119" y="1637026"/>
                </a:lnTo>
                <a:lnTo>
                  <a:pt x="2643669" y="1642061"/>
                </a:lnTo>
                <a:lnTo>
                  <a:pt x="2697476" y="1660674"/>
                </a:lnTo>
                <a:lnTo>
                  <a:pt x="2733233" y="1673039"/>
                </a:lnTo>
                <a:lnTo>
                  <a:pt x="2765834" y="1684315"/>
                </a:lnTo>
                <a:lnTo>
                  <a:pt x="2822798" y="1704024"/>
                </a:lnTo>
                <a:lnTo>
                  <a:pt x="2834191" y="1707963"/>
                </a:lnTo>
                <a:lnTo>
                  <a:pt x="2870913" y="1720664"/>
                </a:lnTo>
                <a:lnTo>
                  <a:pt x="2902548" y="1731611"/>
                </a:lnTo>
                <a:lnTo>
                  <a:pt x="2912363" y="1735002"/>
                </a:lnTo>
                <a:lnTo>
                  <a:pt x="2970905" y="1755252"/>
                </a:lnTo>
                <a:lnTo>
                  <a:pt x="3001927" y="1765987"/>
                </a:lnTo>
                <a:lnTo>
                  <a:pt x="3039263" y="1778900"/>
                </a:lnTo>
                <a:lnTo>
                  <a:pt x="3091492" y="1796965"/>
                </a:lnTo>
                <a:lnTo>
                  <a:pt x="3107620" y="1802548"/>
                </a:lnTo>
                <a:lnTo>
                  <a:pt x="3159593" y="1820525"/>
                </a:lnTo>
                <a:lnTo>
                  <a:pt x="3175978" y="1826189"/>
                </a:lnTo>
                <a:lnTo>
                  <a:pt x="3181057" y="1827950"/>
                </a:lnTo>
                <a:lnTo>
                  <a:pt x="3244335" y="1849837"/>
                </a:lnTo>
                <a:lnTo>
                  <a:pt x="3270621" y="1858928"/>
                </a:lnTo>
                <a:lnTo>
                  <a:pt x="3312692" y="1873478"/>
                </a:lnTo>
                <a:lnTo>
                  <a:pt x="3360185" y="1889913"/>
                </a:lnTo>
                <a:lnTo>
                  <a:pt x="3381042" y="1897126"/>
                </a:lnTo>
                <a:lnTo>
                  <a:pt x="3448274" y="1920379"/>
                </a:lnTo>
                <a:lnTo>
                  <a:pt x="3449399" y="1920774"/>
                </a:lnTo>
                <a:lnTo>
                  <a:pt x="3449750" y="1920891"/>
                </a:lnTo>
                <a:lnTo>
                  <a:pt x="3517757" y="1944415"/>
                </a:lnTo>
                <a:lnTo>
                  <a:pt x="3539315" y="1951876"/>
                </a:lnTo>
                <a:lnTo>
                  <a:pt x="3586114" y="1968063"/>
                </a:lnTo>
                <a:lnTo>
                  <a:pt x="3628887" y="1982854"/>
                </a:lnTo>
                <a:lnTo>
                  <a:pt x="3654471" y="1991711"/>
                </a:lnTo>
                <a:lnTo>
                  <a:pt x="3718451" y="2013839"/>
                </a:lnTo>
                <a:lnTo>
                  <a:pt x="3722829" y="2015352"/>
                </a:lnTo>
                <a:lnTo>
                  <a:pt x="3736955" y="2020241"/>
                </a:lnTo>
                <a:lnTo>
                  <a:pt x="3791186" y="2039000"/>
                </a:lnTo>
                <a:lnTo>
                  <a:pt x="3808016" y="2044817"/>
                </a:lnTo>
                <a:lnTo>
                  <a:pt x="3859543" y="2062648"/>
                </a:lnTo>
                <a:lnTo>
                  <a:pt x="3897581" y="2075802"/>
                </a:lnTo>
                <a:lnTo>
                  <a:pt x="3927901" y="2086289"/>
                </a:lnTo>
                <a:lnTo>
                  <a:pt x="3987145" y="2106780"/>
                </a:lnTo>
                <a:lnTo>
                  <a:pt x="3996258" y="2109937"/>
                </a:lnTo>
                <a:lnTo>
                  <a:pt x="4025635" y="2120095"/>
                </a:lnTo>
                <a:lnTo>
                  <a:pt x="4064616" y="2133578"/>
                </a:lnTo>
                <a:lnTo>
                  <a:pt x="4076710" y="2137765"/>
                </a:lnTo>
                <a:lnTo>
                  <a:pt x="4132973" y="2157226"/>
                </a:lnTo>
                <a:lnTo>
                  <a:pt x="4166274" y="2168743"/>
                </a:lnTo>
                <a:lnTo>
                  <a:pt x="4201330" y="2180874"/>
                </a:lnTo>
                <a:lnTo>
                  <a:pt x="4255839" y="2199728"/>
                </a:lnTo>
                <a:lnTo>
                  <a:pt x="4269687" y="2204515"/>
                </a:lnTo>
                <a:lnTo>
                  <a:pt x="4314317" y="2219956"/>
                </a:lnTo>
                <a:lnTo>
                  <a:pt x="4338045" y="2228163"/>
                </a:lnTo>
                <a:lnTo>
                  <a:pt x="4345404" y="2230706"/>
                </a:lnTo>
                <a:lnTo>
                  <a:pt x="4406402" y="2251811"/>
                </a:lnTo>
                <a:lnTo>
                  <a:pt x="4434968" y="2261691"/>
                </a:lnTo>
                <a:lnTo>
                  <a:pt x="4474759" y="2275452"/>
                </a:lnTo>
                <a:lnTo>
                  <a:pt x="4524533" y="2292669"/>
                </a:lnTo>
                <a:lnTo>
                  <a:pt x="4543117" y="2299100"/>
                </a:lnTo>
                <a:lnTo>
                  <a:pt x="4602997" y="2319810"/>
                </a:lnTo>
                <a:lnTo>
                  <a:pt x="4611474" y="2322748"/>
                </a:lnTo>
                <a:lnTo>
                  <a:pt x="4614098" y="2323654"/>
                </a:lnTo>
                <a:lnTo>
                  <a:pt x="4679831" y="2346388"/>
                </a:lnTo>
                <a:lnTo>
                  <a:pt x="4703662" y="2354632"/>
                </a:lnTo>
                <a:lnTo>
                  <a:pt x="4748182" y="2370037"/>
                </a:lnTo>
                <a:lnTo>
                  <a:pt x="4793234" y="2385617"/>
                </a:lnTo>
                <a:lnTo>
                  <a:pt x="4816546" y="2393677"/>
                </a:lnTo>
                <a:lnTo>
                  <a:pt x="4882799" y="2416595"/>
                </a:lnTo>
                <a:lnTo>
                  <a:pt x="4884896" y="2417325"/>
                </a:lnTo>
                <a:lnTo>
                  <a:pt x="4891678" y="2419671"/>
                </a:lnTo>
                <a:lnTo>
                  <a:pt x="4953253" y="2440974"/>
                </a:lnTo>
                <a:lnTo>
                  <a:pt x="4972364" y="2447580"/>
                </a:lnTo>
                <a:lnTo>
                  <a:pt x="5021611" y="2464614"/>
                </a:lnTo>
                <a:lnTo>
                  <a:pt x="5061928" y="2478558"/>
                </a:lnTo>
                <a:lnTo>
                  <a:pt x="5089968" y="2488262"/>
                </a:lnTo>
                <a:lnTo>
                  <a:pt x="5151492" y="2509543"/>
                </a:lnTo>
                <a:lnTo>
                  <a:pt x="5158325" y="2511903"/>
                </a:lnTo>
                <a:lnTo>
                  <a:pt x="5180358" y="2519525"/>
                </a:lnTo>
                <a:lnTo>
                  <a:pt x="5226683" y="2535551"/>
                </a:lnTo>
                <a:lnTo>
                  <a:pt x="5241057" y="2540528"/>
                </a:lnTo>
                <a:lnTo>
                  <a:pt x="5295040" y="2559199"/>
                </a:lnTo>
                <a:lnTo>
                  <a:pt x="5330622" y="2571506"/>
                </a:lnTo>
                <a:lnTo>
                  <a:pt x="5363397" y="2582840"/>
                </a:lnTo>
                <a:lnTo>
                  <a:pt x="5420186" y="2602491"/>
                </a:lnTo>
                <a:lnTo>
                  <a:pt x="5431755" y="2606488"/>
                </a:lnTo>
                <a:lnTo>
                  <a:pt x="5469039" y="2619387"/>
                </a:lnTo>
                <a:lnTo>
                  <a:pt x="5500112" y="2630136"/>
                </a:lnTo>
                <a:lnTo>
                  <a:pt x="5509751" y="2633469"/>
                </a:lnTo>
                <a:lnTo>
                  <a:pt x="5568469" y="2653777"/>
                </a:lnTo>
                <a:lnTo>
                  <a:pt x="5599316" y="2664454"/>
                </a:lnTo>
                <a:lnTo>
                  <a:pt x="5636827" y="2677425"/>
                </a:lnTo>
                <a:lnTo>
                  <a:pt x="5688880" y="2695432"/>
                </a:lnTo>
                <a:lnTo>
                  <a:pt x="5705184" y="2701073"/>
                </a:lnTo>
                <a:lnTo>
                  <a:pt x="5757720" y="2719241"/>
                </a:lnTo>
                <a:lnTo>
                  <a:pt x="5773541" y="2724714"/>
                </a:lnTo>
                <a:lnTo>
                  <a:pt x="5778445" y="2726410"/>
                </a:lnTo>
                <a:lnTo>
                  <a:pt x="5841899" y="2748362"/>
                </a:lnTo>
                <a:lnTo>
                  <a:pt x="5868010" y="2757395"/>
                </a:lnTo>
                <a:lnTo>
                  <a:pt x="5910256" y="2772010"/>
                </a:lnTo>
                <a:lnTo>
                  <a:pt x="5957574" y="2788373"/>
                </a:lnTo>
                <a:lnTo>
                  <a:pt x="5978613" y="2795651"/>
                </a:lnTo>
                <a:lnTo>
                  <a:pt x="6046400" y="2819102"/>
                </a:lnTo>
                <a:lnTo>
                  <a:pt x="6046963" y="2819299"/>
                </a:lnTo>
                <a:lnTo>
                  <a:pt x="6047139" y="2819358"/>
                </a:lnTo>
                <a:lnTo>
                  <a:pt x="6115321" y="2842940"/>
                </a:lnTo>
                <a:lnTo>
                  <a:pt x="6136711" y="2850335"/>
                </a:lnTo>
                <a:lnTo>
                  <a:pt x="6183678" y="2866588"/>
                </a:lnTo>
                <a:lnTo>
                  <a:pt x="6226275" y="2881321"/>
                </a:lnTo>
                <a:lnTo>
                  <a:pt x="6252035" y="2890229"/>
                </a:lnTo>
                <a:lnTo>
                  <a:pt x="6315840" y="2912298"/>
                </a:lnTo>
                <a:lnTo>
                  <a:pt x="6320393" y="2913877"/>
                </a:lnTo>
                <a:lnTo>
                  <a:pt x="6335081" y="2918956"/>
                </a:lnTo>
                <a:lnTo>
                  <a:pt x="6388750" y="2937525"/>
                </a:lnTo>
                <a:lnTo>
                  <a:pt x="6405405" y="2943284"/>
                </a:lnTo>
                <a:lnTo>
                  <a:pt x="6457107" y="2961166"/>
                </a:lnTo>
                <a:lnTo>
                  <a:pt x="6494969" y="2974261"/>
                </a:lnTo>
                <a:lnTo>
                  <a:pt x="6525465" y="2984814"/>
                </a:lnTo>
                <a:lnTo>
                  <a:pt x="6584533" y="3005247"/>
                </a:lnTo>
                <a:lnTo>
                  <a:pt x="6593822" y="3008455"/>
                </a:lnTo>
                <a:lnTo>
                  <a:pt x="6623762" y="3018817"/>
                </a:lnTo>
                <a:lnTo>
                  <a:pt x="6662179" y="3032103"/>
                </a:lnTo>
                <a:lnTo>
                  <a:pt x="6674098" y="3036224"/>
                </a:lnTo>
                <a:lnTo>
                  <a:pt x="6730536" y="3055751"/>
                </a:lnTo>
              </a:path>
            </a:pathLst>
          </a:custGeom>
          <a:noFill/>
          <a:ln w="21901" cap="flat">
            <a:solidFill>
              <a:srgbClr val="FA7850"/>
            </a:solidFill>
            <a:custDash>
              <a:ds d="1125000" sp="562500"/>
              <a:ds d="225000" sp="562500"/>
            </a:custDash>
            <a:round/>
          </a:ln>
        </p:spPr>
        <p:txBody>
          <a:bodyPr/>
          <a:lstStyle/>
          <a:p>
            <a:endParaRPr lang="en-GB"/>
          </a:p>
        </p:txBody>
      </p:sp>
      <p:sp>
        <p:nvSpPr>
          <p:cNvPr id="76" name="Freeform: Shape 75">
            <a:extLst>
              <a:ext uri="{FF2B5EF4-FFF2-40B4-BE49-F238E27FC236}">
                <a16:creationId xmlns:a16="http://schemas.microsoft.com/office/drawing/2014/main" id="{CDC0B71E-291A-B4CD-A2A7-304BAE56FED2}"/>
              </a:ext>
            </a:extLst>
          </p:cNvPr>
          <p:cNvSpPr/>
          <p:nvPr/>
        </p:nvSpPr>
        <p:spPr>
          <a:xfrm>
            <a:off x="303864" y="4202472"/>
            <a:ext cx="6835695" cy="7307"/>
          </a:xfrm>
          <a:custGeom>
            <a:avLst/>
            <a:gdLst>
              <a:gd name="csX0" fmla="*/ 6 w 6835695"/>
              <a:gd name="csY0" fmla="*/ 39 h 7307"/>
              <a:gd name="csX1" fmla="*/ 6835701 w 6835695"/>
              <a:gd name="csY1" fmla="*/ 39 h 7307"/>
            </a:gdLst>
            <a:ahLst/>
            <a:cxnLst>
              <a:cxn ang="0">
                <a:pos x="csX0" y="csY0"/>
              </a:cxn>
              <a:cxn ang="0">
                <a:pos x="csX1" y="csY1"/>
              </a:cxn>
            </a:cxnLst>
            <a:rect l="l" t="t" r="r" b="b"/>
            <a:pathLst>
              <a:path w="6835695" h="7307">
                <a:moveTo>
                  <a:pt x="6" y="39"/>
                </a:moveTo>
                <a:lnTo>
                  <a:pt x="6835701" y="39"/>
                </a:lnTo>
              </a:path>
            </a:pathLst>
          </a:custGeom>
          <a:noFill/>
          <a:ln w="7300" cap="flat">
            <a:solidFill>
              <a:srgbClr val="000000"/>
            </a:solidFill>
            <a:prstDash val="solid"/>
            <a:round/>
          </a:ln>
        </p:spPr>
        <p:txBody>
          <a:bodyPr/>
          <a:lstStyle/>
          <a:p>
            <a:endParaRPr lang="en-GB"/>
          </a:p>
        </p:txBody>
      </p:sp>
      <p:sp>
        <p:nvSpPr>
          <p:cNvPr id="77" name="Freeform: Shape 76">
            <a:extLst>
              <a:ext uri="{FF2B5EF4-FFF2-40B4-BE49-F238E27FC236}">
                <a16:creationId xmlns:a16="http://schemas.microsoft.com/office/drawing/2014/main" id="{3F60B34C-FAB1-5873-7A7E-072A31AB04CB}"/>
              </a:ext>
            </a:extLst>
          </p:cNvPr>
          <p:cNvSpPr/>
          <p:nvPr/>
        </p:nvSpPr>
        <p:spPr>
          <a:xfrm>
            <a:off x="7187095" y="4114677"/>
            <a:ext cx="107945" cy="161912"/>
          </a:xfrm>
          <a:custGeom>
            <a:avLst/>
            <a:gdLst>
              <a:gd name="csX0" fmla="*/ 69853 w 107945"/>
              <a:gd name="csY0" fmla="*/ 103598 h 161912"/>
              <a:gd name="csX1" fmla="*/ 55029 w 107945"/>
              <a:gd name="csY1" fmla="*/ 116583 h 161912"/>
              <a:gd name="csX2" fmla="*/ 36189 w 107945"/>
              <a:gd name="csY2" fmla="*/ 120974 h 161912"/>
              <a:gd name="csX3" fmla="*/ 9844 w 107945"/>
              <a:gd name="csY3" fmla="*/ 110365 h 161912"/>
              <a:gd name="csX4" fmla="*/ 325 w 107945"/>
              <a:gd name="csY4" fmla="*/ 80543 h 161912"/>
              <a:gd name="csX5" fmla="*/ 4540 w 107945"/>
              <a:gd name="csY5" fmla="*/ 51083 h 161912"/>
              <a:gd name="csX6" fmla="*/ 16249 w 107945"/>
              <a:gd name="csY6" fmla="*/ 24562 h 161912"/>
              <a:gd name="csX7" fmla="*/ 34726 w 107945"/>
              <a:gd name="csY7" fmla="*/ 6261 h 161912"/>
              <a:gd name="csX8" fmla="*/ 58870 w 107945"/>
              <a:gd name="csY8" fmla="*/ 43 h 161912"/>
              <a:gd name="csX9" fmla="*/ 76070 w 107945"/>
              <a:gd name="csY9" fmla="*/ 4434 h 161912"/>
              <a:gd name="csX10" fmla="*/ 86679 w 107945"/>
              <a:gd name="csY10" fmla="*/ 17419 h 161912"/>
              <a:gd name="csX11" fmla="*/ 89430 w 107945"/>
              <a:gd name="csY11" fmla="*/ 2783 h 161912"/>
              <a:gd name="csX12" fmla="*/ 108270 w 107945"/>
              <a:gd name="csY12" fmla="*/ 2783 h 161912"/>
              <a:gd name="csX13" fmla="*/ 77534 w 107945"/>
              <a:gd name="csY13" fmla="*/ 161955 h 161912"/>
              <a:gd name="csX14" fmla="*/ 58694 w 107945"/>
              <a:gd name="csY14" fmla="*/ 161955 h 161912"/>
              <a:gd name="csX15" fmla="*/ 59057 w 107945"/>
              <a:gd name="csY15" fmla="*/ 16143 h 161912"/>
              <a:gd name="csX16" fmla="*/ 43144 w 107945"/>
              <a:gd name="csY16" fmla="*/ 20721 h 161912"/>
              <a:gd name="csX17" fmla="*/ 31611 w 107945"/>
              <a:gd name="csY17" fmla="*/ 33882 h 161912"/>
              <a:gd name="csX18" fmla="*/ 23567 w 107945"/>
              <a:gd name="csY18" fmla="*/ 55661 h 161912"/>
              <a:gd name="csX19" fmla="*/ 20640 w 107945"/>
              <a:gd name="csY19" fmla="*/ 78716 h 161912"/>
              <a:gd name="csX20" fmla="*/ 25757 w 107945"/>
              <a:gd name="csY20" fmla="*/ 98469 h 161912"/>
              <a:gd name="csX21" fmla="*/ 41493 w 107945"/>
              <a:gd name="csY21" fmla="*/ 105061 h 161912"/>
              <a:gd name="csX22" fmla="*/ 57043 w 107945"/>
              <a:gd name="csY22" fmla="*/ 100296 h 161912"/>
              <a:gd name="csX23" fmla="*/ 69302 w 107945"/>
              <a:gd name="csY23" fmla="*/ 86573 h 161912"/>
              <a:gd name="csX24" fmla="*/ 77171 w 107945"/>
              <a:gd name="csY24" fmla="*/ 65906 h 161912"/>
              <a:gd name="csX25" fmla="*/ 80285 w 107945"/>
              <a:gd name="csY25" fmla="*/ 42125 h 161912"/>
              <a:gd name="csX26" fmla="*/ 74607 w 107945"/>
              <a:gd name="csY26" fmla="*/ 22911 h 161912"/>
              <a:gd name="csX27" fmla="*/ 59057 w 107945"/>
              <a:gd name="csY27" fmla="*/ 16143 h 1619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07945" h="161912">
                <a:moveTo>
                  <a:pt x="69853" y="103598"/>
                </a:moveTo>
                <a:cubicBezTo>
                  <a:pt x="65708" y="109323"/>
                  <a:pt x="60766" y="113656"/>
                  <a:pt x="55029" y="116583"/>
                </a:cubicBezTo>
                <a:cubicBezTo>
                  <a:pt x="49421" y="119510"/>
                  <a:pt x="43144" y="120974"/>
                  <a:pt x="36189" y="120974"/>
                </a:cubicBezTo>
                <a:cubicBezTo>
                  <a:pt x="24972" y="120974"/>
                  <a:pt x="16190" y="117438"/>
                  <a:pt x="9844" y="110365"/>
                </a:cubicBezTo>
                <a:cubicBezTo>
                  <a:pt x="3498" y="103293"/>
                  <a:pt x="325" y="93352"/>
                  <a:pt x="325" y="80543"/>
                </a:cubicBezTo>
                <a:cubicBezTo>
                  <a:pt x="325" y="70789"/>
                  <a:pt x="1730" y="60965"/>
                  <a:pt x="4540" y="51083"/>
                </a:cubicBezTo>
                <a:cubicBezTo>
                  <a:pt x="7338" y="41083"/>
                  <a:pt x="11249" y="32243"/>
                  <a:pt x="16249" y="24562"/>
                </a:cubicBezTo>
                <a:cubicBezTo>
                  <a:pt x="21366" y="16389"/>
                  <a:pt x="27525" y="10289"/>
                  <a:pt x="34726" y="6261"/>
                </a:cubicBezTo>
                <a:cubicBezTo>
                  <a:pt x="41915" y="2116"/>
                  <a:pt x="49971" y="43"/>
                  <a:pt x="58870" y="43"/>
                </a:cubicBezTo>
                <a:cubicBezTo>
                  <a:pt x="65708" y="43"/>
                  <a:pt x="71434" y="1507"/>
                  <a:pt x="76070" y="4434"/>
                </a:cubicBezTo>
                <a:cubicBezTo>
                  <a:pt x="80707" y="7361"/>
                  <a:pt x="84243" y="11694"/>
                  <a:pt x="86679" y="17419"/>
                </a:cubicBezTo>
                <a:lnTo>
                  <a:pt x="89430" y="2783"/>
                </a:lnTo>
                <a:lnTo>
                  <a:pt x="108270" y="2783"/>
                </a:lnTo>
                <a:lnTo>
                  <a:pt x="77534" y="161955"/>
                </a:lnTo>
                <a:lnTo>
                  <a:pt x="58694" y="161955"/>
                </a:lnTo>
                <a:close/>
                <a:moveTo>
                  <a:pt x="59057" y="16143"/>
                </a:moveTo>
                <a:cubicBezTo>
                  <a:pt x="53203" y="16143"/>
                  <a:pt x="47898" y="17665"/>
                  <a:pt x="43144" y="20721"/>
                </a:cubicBezTo>
                <a:cubicBezTo>
                  <a:pt x="38508" y="23648"/>
                  <a:pt x="34667" y="28028"/>
                  <a:pt x="31611" y="33882"/>
                </a:cubicBezTo>
                <a:cubicBezTo>
                  <a:pt x="28204" y="40357"/>
                  <a:pt x="25511" y="47605"/>
                  <a:pt x="23567" y="55661"/>
                </a:cubicBezTo>
                <a:cubicBezTo>
                  <a:pt x="21612" y="63588"/>
                  <a:pt x="20640" y="71269"/>
                  <a:pt x="20640" y="78716"/>
                </a:cubicBezTo>
                <a:cubicBezTo>
                  <a:pt x="20640" y="87498"/>
                  <a:pt x="22349" y="94078"/>
                  <a:pt x="25757" y="98469"/>
                </a:cubicBezTo>
                <a:cubicBezTo>
                  <a:pt x="29293" y="102860"/>
                  <a:pt x="34538" y="105061"/>
                  <a:pt x="41493" y="105061"/>
                </a:cubicBezTo>
                <a:cubicBezTo>
                  <a:pt x="47102" y="105061"/>
                  <a:pt x="52289" y="103469"/>
                  <a:pt x="57043" y="100296"/>
                </a:cubicBezTo>
                <a:cubicBezTo>
                  <a:pt x="61797" y="97134"/>
                  <a:pt x="65883" y="92556"/>
                  <a:pt x="69302" y="86573"/>
                </a:cubicBezTo>
                <a:cubicBezTo>
                  <a:pt x="72593" y="80847"/>
                  <a:pt x="75216" y="73951"/>
                  <a:pt x="77171" y="65906"/>
                </a:cubicBezTo>
                <a:cubicBezTo>
                  <a:pt x="79243" y="57733"/>
                  <a:pt x="80285" y="49806"/>
                  <a:pt x="80285" y="42125"/>
                </a:cubicBezTo>
                <a:cubicBezTo>
                  <a:pt x="80285" y="33707"/>
                  <a:pt x="78389" y="27302"/>
                  <a:pt x="74607" y="22911"/>
                </a:cubicBezTo>
                <a:cubicBezTo>
                  <a:pt x="70953" y="18403"/>
                  <a:pt x="65766" y="16143"/>
                  <a:pt x="59057" y="16143"/>
                </a:cubicBezTo>
                <a:close/>
              </a:path>
            </a:pathLst>
          </a:custGeom>
          <a:solidFill>
            <a:srgbClr val="000000"/>
          </a:solidFill>
          <a:ln w="11696" cap="flat">
            <a:noFill/>
            <a:prstDash val="solid"/>
            <a:round/>
          </a:ln>
        </p:spPr>
        <p:txBody>
          <a:bodyPr/>
          <a:lstStyle/>
          <a:p>
            <a:endParaRPr lang="en-GB"/>
          </a:p>
        </p:txBody>
      </p:sp>
      <p:sp>
        <p:nvSpPr>
          <p:cNvPr id="78" name="Freeform: Shape 77">
            <a:extLst>
              <a:ext uri="{FF2B5EF4-FFF2-40B4-BE49-F238E27FC236}">
                <a16:creationId xmlns:a16="http://schemas.microsoft.com/office/drawing/2014/main" id="{EF9A4908-04B4-D0A4-9596-41B9B8DC0D93}"/>
              </a:ext>
            </a:extLst>
          </p:cNvPr>
          <p:cNvSpPr/>
          <p:nvPr/>
        </p:nvSpPr>
        <p:spPr>
          <a:xfrm>
            <a:off x="409028"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79" name="Freeform: Shape 78">
            <a:extLst>
              <a:ext uri="{FF2B5EF4-FFF2-40B4-BE49-F238E27FC236}">
                <a16:creationId xmlns:a16="http://schemas.microsoft.com/office/drawing/2014/main" id="{09492BDE-CEFA-CFCD-7A82-B2916845BFB4}"/>
              </a:ext>
            </a:extLst>
          </p:cNvPr>
          <p:cNvSpPr/>
          <p:nvPr/>
        </p:nvSpPr>
        <p:spPr>
          <a:xfrm>
            <a:off x="373864" y="4315561"/>
            <a:ext cx="62116" cy="99452"/>
          </a:xfrm>
          <a:custGeom>
            <a:avLst/>
            <a:gdLst>
              <a:gd name="csX0" fmla="*/ 22495 w 62116"/>
              <a:gd name="csY0" fmla="*/ 49421 h 99452"/>
              <a:gd name="csX1" fmla="*/ 24893 w 62116"/>
              <a:gd name="csY1" fmla="*/ 43370 h 99452"/>
              <a:gd name="csX2" fmla="*/ 30830 w 62116"/>
              <a:gd name="csY2" fmla="*/ 40746 h 99452"/>
              <a:gd name="csX3" fmla="*/ 36997 w 62116"/>
              <a:gd name="csY3" fmla="*/ 43370 h 99452"/>
              <a:gd name="csX4" fmla="*/ 39623 w 62116"/>
              <a:gd name="csY4" fmla="*/ 49421 h 99452"/>
              <a:gd name="csX5" fmla="*/ 36997 w 62116"/>
              <a:gd name="csY5" fmla="*/ 55588 h 99452"/>
              <a:gd name="csX6" fmla="*/ 30830 w 62116"/>
              <a:gd name="csY6" fmla="*/ 57985 h 99452"/>
              <a:gd name="csX7" fmla="*/ 24893 w 62116"/>
              <a:gd name="csY7" fmla="*/ 55588 h 99452"/>
              <a:gd name="csX8" fmla="*/ 22495 w 62116"/>
              <a:gd name="csY8" fmla="*/ 49421 h 99452"/>
              <a:gd name="csX9" fmla="*/ 31059 w 62116"/>
              <a:gd name="csY9" fmla="*/ 10258 h 99452"/>
              <a:gd name="csX10" fmla="*/ 17471 w 62116"/>
              <a:gd name="csY10" fmla="*/ 20080 h 99452"/>
              <a:gd name="csX11" fmla="*/ 13017 w 62116"/>
              <a:gd name="csY11" fmla="*/ 49764 h 99452"/>
              <a:gd name="csX12" fmla="*/ 17471 w 62116"/>
              <a:gd name="csY12" fmla="*/ 79456 h 99452"/>
              <a:gd name="csX13" fmla="*/ 31059 w 62116"/>
              <a:gd name="csY13" fmla="*/ 89160 h 99452"/>
              <a:gd name="csX14" fmla="*/ 44532 w 62116"/>
              <a:gd name="csY14" fmla="*/ 79456 h 99452"/>
              <a:gd name="csX15" fmla="*/ 49100 w 62116"/>
              <a:gd name="csY15" fmla="*/ 49764 h 99452"/>
              <a:gd name="csX16" fmla="*/ 44532 w 62116"/>
              <a:gd name="csY16" fmla="*/ 20080 h 99452"/>
              <a:gd name="csX17" fmla="*/ 31059 w 62116"/>
              <a:gd name="csY17" fmla="*/ 10258 h 99452"/>
              <a:gd name="csX18" fmla="*/ 31059 w 62116"/>
              <a:gd name="csY18" fmla="*/ -17 h 99452"/>
              <a:gd name="csX19" fmla="*/ 54239 w 62116"/>
              <a:gd name="csY19" fmla="*/ 12538 h 99452"/>
              <a:gd name="csX20" fmla="*/ 62117 w 62116"/>
              <a:gd name="csY20" fmla="*/ 49764 h 99452"/>
              <a:gd name="csX21" fmla="*/ 54239 w 62116"/>
              <a:gd name="csY21" fmla="*/ 86873 h 99452"/>
              <a:gd name="csX22" fmla="*/ 31059 w 62116"/>
              <a:gd name="csY22" fmla="*/ 99435 h 99452"/>
              <a:gd name="csX23" fmla="*/ 7765 w 62116"/>
              <a:gd name="csY23" fmla="*/ 86873 h 99452"/>
              <a:gd name="csX24" fmla="*/ 1 w 62116"/>
              <a:gd name="csY24" fmla="*/ 49764 h 99452"/>
              <a:gd name="csX25" fmla="*/ 7765 w 62116"/>
              <a:gd name="csY25" fmla="*/ 12538 h 99452"/>
              <a:gd name="csX26" fmla="*/ 31059 w 62116"/>
              <a:gd name="csY26"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2116" h="99452">
                <a:moveTo>
                  <a:pt x="22495" y="49421"/>
                </a:moveTo>
                <a:cubicBezTo>
                  <a:pt x="22495" y="47060"/>
                  <a:pt x="23294" y="45043"/>
                  <a:pt x="24893" y="43370"/>
                </a:cubicBezTo>
                <a:cubicBezTo>
                  <a:pt x="26568" y="41623"/>
                  <a:pt x="28547" y="40746"/>
                  <a:pt x="30830" y="40746"/>
                </a:cubicBezTo>
                <a:cubicBezTo>
                  <a:pt x="33266" y="40746"/>
                  <a:pt x="35322" y="41623"/>
                  <a:pt x="36997" y="43370"/>
                </a:cubicBezTo>
                <a:cubicBezTo>
                  <a:pt x="38748" y="45043"/>
                  <a:pt x="39623" y="47060"/>
                  <a:pt x="39623" y="49421"/>
                </a:cubicBezTo>
                <a:cubicBezTo>
                  <a:pt x="39623" y="51861"/>
                  <a:pt x="38748" y="53915"/>
                  <a:pt x="36997" y="55588"/>
                </a:cubicBezTo>
                <a:cubicBezTo>
                  <a:pt x="35322" y="57189"/>
                  <a:pt x="33266" y="57985"/>
                  <a:pt x="30830" y="57985"/>
                </a:cubicBezTo>
                <a:cubicBezTo>
                  <a:pt x="28471" y="57985"/>
                  <a:pt x="26491" y="57189"/>
                  <a:pt x="24893" y="55588"/>
                </a:cubicBezTo>
                <a:cubicBezTo>
                  <a:pt x="23294" y="53988"/>
                  <a:pt x="22495" y="51934"/>
                  <a:pt x="22495" y="49421"/>
                </a:cubicBezTo>
                <a:close/>
                <a:moveTo>
                  <a:pt x="31059" y="10258"/>
                </a:moveTo>
                <a:cubicBezTo>
                  <a:pt x="24969" y="10258"/>
                  <a:pt x="20440" y="13532"/>
                  <a:pt x="17471" y="20080"/>
                </a:cubicBezTo>
                <a:cubicBezTo>
                  <a:pt x="14502" y="26547"/>
                  <a:pt x="13017" y="36442"/>
                  <a:pt x="13017" y="49764"/>
                </a:cubicBezTo>
                <a:cubicBezTo>
                  <a:pt x="13017" y="63013"/>
                  <a:pt x="14502" y="72908"/>
                  <a:pt x="17471" y="79456"/>
                </a:cubicBezTo>
                <a:cubicBezTo>
                  <a:pt x="20440" y="85923"/>
                  <a:pt x="24969" y="89160"/>
                  <a:pt x="31059" y="89160"/>
                </a:cubicBezTo>
                <a:cubicBezTo>
                  <a:pt x="37073" y="89160"/>
                  <a:pt x="41563" y="85923"/>
                  <a:pt x="44532" y="79456"/>
                </a:cubicBezTo>
                <a:cubicBezTo>
                  <a:pt x="47578" y="72908"/>
                  <a:pt x="49100" y="63013"/>
                  <a:pt x="49100" y="49764"/>
                </a:cubicBezTo>
                <a:cubicBezTo>
                  <a:pt x="49100" y="36442"/>
                  <a:pt x="47578" y="26547"/>
                  <a:pt x="44532" y="20080"/>
                </a:cubicBezTo>
                <a:cubicBezTo>
                  <a:pt x="41563" y="13532"/>
                  <a:pt x="37073" y="10258"/>
                  <a:pt x="31059" y="10258"/>
                </a:cubicBezTo>
                <a:close/>
                <a:moveTo>
                  <a:pt x="31059" y="-17"/>
                </a:moveTo>
                <a:cubicBezTo>
                  <a:pt x="41259" y="-17"/>
                  <a:pt x="48986" y="4170"/>
                  <a:pt x="54239" y="12538"/>
                </a:cubicBezTo>
                <a:cubicBezTo>
                  <a:pt x="59491" y="20913"/>
                  <a:pt x="62117" y="33321"/>
                  <a:pt x="62117" y="49764"/>
                </a:cubicBezTo>
                <a:cubicBezTo>
                  <a:pt x="62117" y="66133"/>
                  <a:pt x="59491" y="78498"/>
                  <a:pt x="54239" y="86873"/>
                </a:cubicBezTo>
                <a:cubicBezTo>
                  <a:pt x="48986" y="95248"/>
                  <a:pt x="41259" y="99435"/>
                  <a:pt x="31059" y="99435"/>
                </a:cubicBezTo>
                <a:cubicBezTo>
                  <a:pt x="20782" y="99435"/>
                  <a:pt x="13017" y="95248"/>
                  <a:pt x="7765" y="86873"/>
                </a:cubicBezTo>
                <a:cubicBezTo>
                  <a:pt x="2589" y="78498"/>
                  <a:pt x="1" y="66133"/>
                  <a:pt x="1" y="49764"/>
                </a:cubicBezTo>
                <a:cubicBezTo>
                  <a:pt x="1" y="33321"/>
                  <a:pt x="2589" y="20913"/>
                  <a:pt x="7765" y="12538"/>
                </a:cubicBezTo>
                <a:cubicBezTo>
                  <a:pt x="13017" y="4170"/>
                  <a:pt x="20782" y="-17"/>
                  <a:pt x="31059" y="-17"/>
                </a:cubicBezTo>
                <a:close/>
              </a:path>
            </a:pathLst>
          </a:custGeom>
          <a:solidFill>
            <a:srgbClr val="000000"/>
          </a:solidFill>
          <a:ln w="7300" cap="sq">
            <a:noFill/>
            <a:prstDash val="solid"/>
            <a:miter/>
          </a:ln>
        </p:spPr>
        <p:txBody>
          <a:bodyPr/>
          <a:lstStyle/>
          <a:p>
            <a:endParaRPr lang="en-GB"/>
          </a:p>
        </p:txBody>
      </p:sp>
      <p:sp>
        <p:nvSpPr>
          <p:cNvPr id="80" name="Freeform: Shape 79">
            <a:extLst>
              <a:ext uri="{FF2B5EF4-FFF2-40B4-BE49-F238E27FC236}">
                <a16:creationId xmlns:a16="http://schemas.microsoft.com/office/drawing/2014/main" id="{F809F4C6-C82C-EBFD-9328-551FBF83D211}"/>
              </a:ext>
            </a:extLst>
          </p:cNvPr>
          <p:cNvSpPr/>
          <p:nvPr/>
        </p:nvSpPr>
        <p:spPr>
          <a:xfrm>
            <a:off x="619358"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81" name="Freeform: Shape 80">
            <a:extLst>
              <a:ext uri="{FF2B5EF4-FFF2-40B4-BE49-F238E27FC236}">
                <a16:creationId xmlns:a16="http://schemas.microsoft.com/office/drawing/2014/main" id="{B0D96E36-9B21-4003-6CAD-2C98CE8F46B6}"/>
              </a:ext>
            </a:extLst>
          </p:cNvPr>
          <p:cNvSpPr/>
          <p:nvPr/>
        </p:nvSpPr>
        <p:spPr>
          <a:xfrm>
            <a:off x="587047" y="4315561"/>
            <a:ext cx="58230" cy="97625"/>
          </a:xfrm>
          <a:custGeom>
            <a:avLst/>
            <a:gdLst>
              <a:gd name="csX0" fmla="*/ 14157 w 58230"/>
              <a:gd name="csY0" fmla="*/ 86647 h 97625"/>
              <a:gd name="csX1" fmla="*/ 58231 w 58230"/>
              <a:gd name="csY1" fmla="*/ 86647 h 97625"/>
              <a:gd name="csX2" fmla="*/ 58231 w 58230"/>
              <a:gd name="csY2" fmla="*/ 97608 h 97625"/>
              <a:gd name="csX3" fmla="*/ 1 w 58230"/>
              <a:gd name="csY3" fmla="*/ 97608 h 97625"/>
              <a:gd name="csX4" fmla="*/ 1 w 58230"/>
              <a:gd name="csY4" fmla="*/ 86647 h 97625"/>
              <a:gd name="csX5" fmla="*/ 20895 w 58230"/>
              <a:gd name="csY5" fmla="*/ 64380 h 97625"/>
              <a:gd name="csX6" fmla="*/ 33340 w 58230"/>
              <a:gd name="csY6" fmla="*/ 50678 h 97625"/>
              <a:gd name="csX7" fmla="*/ 42022 w 58230"/>
              <a:gd name="csY7" fmla="*/ 38006 h 97625"/>
              <a:gd name="csX8" fmla="*/ 44302 w 58230"/>
              <a:gd name="csY8" fmla="*/ 28067 h 97625"/>
              <a:gd name="csX9" fmla="*/ 39508 w 58230"/>
              <a:gd name="csY9" fmla="*/ 15512 h 97625"/>
              <a:gd name="csX10" fmla="*/ 26603 w 58230"/>
              <a:gd name="csY10" fmla="*/ 10945 h 97625"/>
              <a:gd name="csX11" fmla="*/ 14274 w 58230"/>
              <a:gd name="csY11" fmla="*/ 13115 h 97625"/>
              <a:gd name="csX12" fmla="*/ 685 w 58230"/>
              <a:gd name="csY12" fmla="*/ 19393 h 97625"/>
              <a:gd name="csX13" fmla="*/ 685 w 58230"/>
              <a:gd name="csY13" fmla="*/ 6377 h 97625"/>
              <a:gd name="csX14" fmla="*/ 13704 w 58230"/>
              <a:gd name="csY14" fmla="*/ 1576 h 97625"/>
              <a:gd name="csX15" fmla="*/ 26376 w 58230"/>
              <a:gd name="csY15" fmla="*/ -17 h 97625"/>
              <a:gd name="csX16" fmla="*/ 48986 w 58230"/>
              <a:gd name="csY16" fmla="*/ 7518 h 97625"/>
              <a:gd name="csX17" fmla="*/ 57551 w 58230"/>
              <a:gd name="csY17" fmla="*/ 27044 h 97625"/>
              <a:gd name="csX18" fmla="*/ 54694 w 58230"/>
              <a:gd name="csY18" fmla="*/ 39372 h 97625"/>
              <a:gd name="csX19" fmla="*/ 45442 w 58230"/>
              <a:gd name="csY19" fmla="*/ 53074 h 97625"/>
              <a:gd name="csX20" fmla="*/ 34941 w 58230"/>
              <a:gd name="csY20" fmla="*/ 64606 h 97625"/>
              <a:gd name="csX21" fmla="*/ 14157 w 58230"/>
              <a:gd name="csY21" fmla="*/ 86647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8230" h="97625">
                <a:moveTo>
                  <a:pt x="14157" y="86647"/>
                </a:moveTo>
                <a:lnTo>
                  <a:pt x="58231" y="86647"/>
                </a:lnTo>
                <a:lnTo>
                  <a:pt x="58231" y="97608"/>
                </a:lnTo>
                <a:lnTo>
                  <a:pt x="1" y="97608"/>
                </a:lnTo>
                <a:lnTo>
                  <a:pt x="1" y="86647"/>
                </a:lnTo>
                <a:cubicBezTo>
                  <a:pt x="7997" y="78272"/>
                  <a:pt x="14961" y="70854"/>
                  <a:pt x="20895" y="64380"/>
                </a:cubicBezTo>
                <a:cubicBezTo>
                  <a:pt x="26910" y="57912"/>
                  <a:pt x="31060" y="53345"/>
                  <a:pt x="33340" y="50678"/>
                </a:cubicBezTo>
                <a:cubicBezTo>
                  <a:pt x="37608" y="45423"/>
                  <a:pt x="40495" y="41199"/>
                  <a:pt x="42022" y="38006"/>
                </a:cubicBezTo>
                <a:cubicBezTo>
                  <a:pt x="43542" y="34732"/>
                  <a:pt x="44302" y="31421"/>
                  <a:pt x="44302" y="28067"/>
                </a:cubicBezTo>
                <a:cubicBezTo>
                  <a:pt x="44302" y="22667"/>
                  <a:pt x="42702" y="18479"/>
                  <a:pt x="39508" y="15512"/>
                </a:cubicBezTo>
                <a:cubicBezTo>
                  <a:pt x="36388" y="12465"/>
                  <a:pt x="32084" y="10945"/>
                  <a:pt x="26603" y="10945"/>
                </a:cubicBezTo>
                <a:cubicBezTo>
                  <a:pt x="22722" y="10945"/>
                  <a:pt x="18615" y="11668"/>
                  <a:pt x="14274" y="13115"/>
                </a:cubicBezTo>
                <a:cubicBezTo>
                  <a:pt x="10014" y="14482"/>
                  <a:pt x="5483" y="16572"/>
                  <a:pt x="685" y="19393"/>
                </a:cubicBezTo>
                <a:lnTo>
                  <a:pt x="685" y="6377"/>
                </a:lnTo>
                <a:cubicBezTo>
                  <a:pt x="5103" y="4244"/>
                  <a:pt x="9437" y="2643"/>
                  <a:pt x="13704" y="1576"/>
                </a:cubicBezTo>
                <a:cubicBezTo>
                  <a:pt x="17965" y="517"/>
                  <a:pt x="22189" y="-17"/>
                  <a:pt x="26376" y="-17"/>
                </a:cubicBezTo>
                <a:cubicBezTo>
                  <a:pt x="35737" y="-17"/>
                  <a:pt x="43279" y="2490"/>
                  <a:pt x="48986" y="7518"/>
                </a:cubicBezTo>
                <a:cubicBezTo>
                  <a:pt x="54694" y="12465"/>
                  <a:pt x="57551" y="18976"/>
                  <a:pt x="57551" y="27044"/>
                </a:cubicBezTo>
                <a:cubicBezTo>
                  <a:pt x="57551" y="31151"/>
                  <a:pt x="56601" y="35265"/>
                  <a:pt x="54694" y="39372"/>
                </a:cubicBezTo>
                <a:cubicBezTo>
                  <a:pt x="52794" y="43487"/>
                  <a:pt x="49710" y="48054"/>
                  <a:pt x="45442" y="53074"/>
                </a:cubicBezTo>
                <a:cubicBezTo>
                  <a:pt x="43009" y="55815"/>
                  <a:pt x="39508" y="59659"/>
                  <a:pt x="34941" y="64606"/>
                </a:cubicBezTo>
                <a:cubicBezTo>
                  <a:pt x="30373" y="69554"/>
                  <a:pt x="23446" y="76905"/>
                  <a:pt x="14157" y="86647"/>
                </a:cubicBezTo>
                <a:close/>
              </a:path>
            </a:pathLst>
          </a:custGeom>
          <a:solidFill>
            <a:srgbClr val="000000"/>
          </a:solidFill>
          <a:ln w="7300" cap="sq">
            <a:noFill/>
            <a:prstDash val="solid"/>
            <a:miter/>
          </a:ln>
        </p:spPr>
        <p:txBody>
          <a:bodyPr/>
          <a:lstStyle/>
          <a:p>
            <a:endParaRPr lang="en-GB"/>
          </a:p>
        </p:txBody>
      </p:sp>
      <p:sp>
        <p:nvSpPr>
          <p:cNvPr id="82" name="Freeform: Shape 81">
            <a:extLst>
              <a:ext uri="{FF2B5EF4-FFF2-40B4-BE49-F238E27FC236}">
                <a16:creationId xmlns:a16="http://schemas.microsoft.com/office/drawing/2014/main" id="{2C61A12A-F9B4-447C-8355-635925855819}"/>
              </a:ext>
            </a:extLst>
          </p:cNvPr>
          <p:cNvSpPr/>
          <p:nvPr/>
        </p:nvSpPr>
        <p:spPr>
          <a:xfrm>
            <a:off x="829690"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83" name="Freeform: Shape 82">
            <a:extLst>
              <a:ext uri="{FF2B5EF4-FFF2-40B4-BE49-F238E27FC236}">
                <a16:creationId xmlns:a16="http://schemas.microsoft.com/office/drawing/2014/main" id="{39E8CBB4-B65A-1C0A-7F3E-4D98C0FF3BBC}"/>
              </a:ext>
            </a:extLst>
          </p:cNvPr>
          <p:cNvSpPr/>
          <p:nvPr/>
        </p:nvSpPr>
        <p:spPr>
          <a:xfrm>
            <a:off x="795665" y="4317271"/>
            <a:ext cx="66340" cy="95915"/>
          </a:xfrm>
          <a:custGeom>
            <a:avLst/>
            <a:gdLst>
              <a:gd name="csX0" fmla="*/ 40647 w 66340"/>
              <a:gd name="csY0" fmla="*/ 11858 h 95915"/>
              <a:gd name="csX1" fmla="*/ 10502 w 66340"/>
              <a:gd name="csY1" fmla="*/ 62443 h 95915"/>
              <a:gd name="csX2" fmla="*/ 40647 w 66340"/>
              <a:gd name="csY2" fmla="*/ 62443 h 95915"/>
              <a:gd name="csX3" fmla="*/ 38593 w 66340"/>
              <a:gd name="csY3" fmla="*/ -17 h 95915"/>
              <a:gd name="csX4" fmla="*/ 53662 w 66340"/>
              <a:gd name="csY4" fmla="*/ -17 h 95915"/>
              <a:gd name="csX5" fmla="*/ 53662 w 66340"/>
              <a:gd name="csY5" fmla="*/ 62443 h 95915"/>
              <a:gd name="csX6" fmla="*/ 66341 w 66340"/>
              <a:gd name="csY6" fmla="*/ 62443 h 95915"/>
              <a:gd name="csX7" fmla="*/ 66341 w 66340"/>
              <a:gd name="csY7" fmla="*/ 73061 h 95915"/>
              <a:gd name="csX8" fmla="*/ 53662 w 66340"/>
              <a:gd name="csY8" fmla="*/ 73061 h 95915"/>
              <a:gd name="csX9" fmla="*/ 53662 w 66340"/>
              <a:gd name="csY9" fmla="*/ 95898 h 95915"/>
              <a:gd name="csX10" fmla="*/ 40647 w 66340"/>
              <a:gd name="csY10" fmla="*/ 95898 h 95915"/>
              <a:gd name="csX11" fmla="*/ 40647 w 66340"/>
              <a:gd name="csY11" fmla="*/ 73061 h 95915"/>
              <a:gd name="csX12" fmla="*/ 1 w 66340"/>
              <a:gd name="csY12" fmla="*/ 73061 h 95915"/>
              <a:gd name="csX13" fmla="*/ 1 w 66340"/>
              <a:gd name="csY13" fmla="*/ 60733 h 959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6340" h="95915">
                <a:moveTo>
                  <a:pt x="40647" y="11858"/>
                </a:moveTo>
                <a:lnTo>
                  <a:pt x="10502" y="62443"/>
                </a:lnTo>
                <a:lnTo>
                  <a:pt x="40647" y="62443"/>
                </a:lnTo>
                <a:close/>
                <a:moveTo>
                  <a:pt x="38593" y="-17"/>
                </a:moveTo>
                <a:lnTo>
                  <a:pt x="53662" y="-17"/>
                </a:lnTo>
                <a:lnTo>
                  <a:pt x="53662" y="62443"/>
                </a:lnTo>
                <a:lnTo>
                  <a:pt x="66341" y="62443"/>
                </a:lnTo>
                <a:lnTo>
                  <a:pt x="66341" y="73061"/>
                </a:lnTo>
                <a:lnTo>
                  <a:pt x="53662" y="73061"/>
                </a:lnTo>
                <a:lnTo>
                  <a:pt x="53662" y="95898"/>
                </a:lnTo>
                <a:lnTo>
                  <a:pt x="40647" y="95898"/>
                </a:lnTo>
                <a:lnTo>
                  <a:pt x="40647" y="73061"/>
                </a:lnTo>
                <a:lnTo>
                  <a:pt x="1" y="73061"/>
                </a:lnTo>
                <a:lnTo>
                  <a:pt x="1" y="60733"/>
                </a:lnTo>
                <a:close/>
              </a:path>
            </a:pathLst>
          </a:custGeom>
          <a:solidFill>
            <a:srgbClr val="000000"/>
          </a:solidFill>
          <a:ln w="7300" cap="sq">
            <a:noFill/>
            <a:prstDash val="solid"/>
            <a:miter/>
          </a:ln>
        </p:spPr>
        <p:txBody>
          <a:bodyPr/>
          <a:lstStyle/>
          <a:p>
            <a:endParaRPr lang="en-GB"/>
          </a:p>
        </p:txBody>
      </p:sp>
      <p:sp>
        <p:nvSpPr>
          <p:cNvPr id="84" name="Freeform: Shape 83">
            <a:extLst>
              <a:ext uri="{FF2B5EF4-FFF2-40B4-BE49-F238E27FC236}">
                <a16:creationId xmlns:a16="http://schemas.microsoft.com/office/drawing/2014/main" id="{6CF699F1-90FC-A106-3FBE-5CBEAA347D22}"/>
              </a:ext>
            </a:extLst>
          </p:cNvPr>
          <p:cNvSpPr/>
          <p:nvPr/>
        </p:nvSpPr>
        <p:spPr>
          <a:xfrm>
            <a:off x="1040016"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85" name="Freeform: Shape 84">
            <a:extLst>
              <a:ext uri="{FF2B5EF4-FFF2-40B4-BE49-F238E27FC236}">
                <a16:creationId xmlns:a16="http://schemas.microsoft.com/office/drawing/2014/main" id="{DCD40792-BB37-D892-4FC1-36D21B34406F}"/>
              </a:ext>
            </a:extLst>
          </p:cNvPr>
          <p:cNvSpPr/>
          <p:nvPr/>
        </p:nvSpPr>
        <p:spPr>
          <a:xfrm>
            <a:off x="1009645" y="4315561"/>
            <a:ext cx="62116" cy="99452"/>
          </a:xfrm>
          <a:custGeom>
            <a:avLst/>
            <a:gdLst>
              <a:gd name="csX0" fmla="*/ 55036 w 62116"/>
              <a:gd name="csY0" fmla="*/ 3864 h 99452"/>
              <a:gd name="csX1" fmla="*/ 55036 w 62116"/>
              <a:gd name="csY1" fmla="*/ 15739 h 99452"/>
              <a:gd name="csX2" fmla="*/ 46471 w 62116"/>
              <a:gd name="csY2" fmla="*/ 12195 h 99452"/>
              <a:gd name="csX3" fmla="*/ 36993 w 62116"/>
              <a:gd name="csY3" fmla="*/ 10945 h 99452"/>
              <a:gd name="csX4" fmla="*/ 18270 w 62116"/>
              <a:gd name="csY4" fmla="*/ 20189 h 99452"/>
              <a:gd name="csX5" fmla="*/ 11876 w 62116"/>
              <a:gd name="csY5" fmla="*/ 47484 h 99452"/>
              <a:gd name="csX6" fmla="*/ 20441 w 62116"/>
              <a:gd name="csY6" fmla="*/ 37662 h 99452"/>
              <a:gd name="csX7" fmla="*/ 33003 w 62116"/>
              <a:gd name="csY7" fmla="*/ 34235 h 99452"/>
              <a:gd name="csX8" fmla="*/ 54466 w 62116"/>
              <a:gd name="csY8" fmla="*/ 42800 h 99452"/>
              <a:gd name="csX9" fmla="*/ 62117 w 62116"/>
              <a:gd name="csY9" fmla="*/ 66894 h 99452"/>
              <a:gd name="csX10" fmla="*/ 54239 w 62116"/>
              <a:gd name="csY10" fmla="*/ 90987 h 99452"/>
              <a:gd name="csX11" fmla="*/ 32199 w 62116"/>
              <a:gd name="csY11" fmla="*/ 99435 h 99452"/>
              <a:gd name="csX12" fmla="*/ 7762 w 62116"/>
              <a:gd name="csY12" fmla="*/ 87443 h 99452"/>
              <a:gd name="csX13" fmla="*/ 1 w 62116"/>
              <a:gd name="csY13" fmla="*/ 49764 h 99452"/>
              <a:gd name="csX14" fmla="*/ 9362 w 62116"/>
              <a:gd name="csY14" fmla="*/ 12772 h 99452"/>
              <a:gd name="csX15" fmla="*/ 36423 w 62116"/>
              <a:gd name="csY15" fmla="*/ -17 h 99452"/>
              <a:gd name="csX16" fmla="*/ 45901 w 62116"/>
              <a:gd name="csY16" fmla="*/ 1006 h 99452"/>
              <a:gd name="csX17" fmla="*/ 55036 w 62116"/>
              <a:gd name="csY17" fmla="*/ 3864 h 99452"/>
              <a:gd name="csX18" fmla="*/ 31972 w 62116"/>
              <a:gd name="csY18" fmla="*/ 44400 h 99452"/>
              <a:gd name="csX19" fmla="*/ 18840 w 62116"/>
              <a:gd name="csY19" fmla="*/ 50334 h 99452"/>
              <a:gd name="csX20" fmla="*/ 14156 w 62116"/>
              <a:gd name="csY20" fmla="*/ 66894 h 99452"/>
              <a:gd name="csX21" fmla="*/ 18840 w 62116"/>
              <a:gd name="csY21" fmla="*/ 83336 h 99452"/>
              <a:gd name="csX22" fmla="*/ 31972 w 62116"/>
              <a:gd name="csY22" fmla="*/ 89270 h 99452"/>
              <a:gd name="csX23" fmla="*/ 44871 w 62116"/>
              <a:gd name="csY23" fmla="*/ 83680 h 99452"/>
              <a:gd name="csX24" fmla="*/ 49329 w 62116"/>
              <a:gd name="csY24" fmla="*/ 66894 h 99452"/>
              <a:gd name="csX25" fmla="*/ 44871 w 62116"/>
              <a:gd name="csY25" fmla="*/ 50107 h 99452"/>
              <a:gd name="csX26" fmla="*/ 31972 w 62116"/>
              <a:gd name="csY26"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2116" h="99452">
                <a:moveTo>
                  <a:pt x="55036" y="3864"/>
                </a:moveTo>
                <a:lnTo>
                  <a:pt x="55036" y="15739"/>
                </a:lnTo>
                <a:cubicBezTo>
                  <a:pt x="52376" y="14219"/>
                  <a:pt x="49519" y="13035"/>
                  <a:pt x="46471" y="12195"/>
                </a:cubicBezTo>
                <a:cubicBezTo>
                  <a:pt x="43431" y="11361"/>
                  <a:pt x="40267" y="10945"/>
                  <a:pt x="36993" y="10945"/>
                </a:cubicBezTo>
                <a:cubicBezTo>
                  <a:pt x="28772" y="10945"/>
                  <a:pt x="22531" y="14022"/>
                  <a:pt x="18270" y="20189"/>
                </a:cubicBezTo>
                <a:cubicBezTo>
                  <a:pt x="14010" y="26357"/>
                  <a:pt x="11876" y="35455"/>
                  <a:pt x="11876" y="47484"/>
                </a:cubicBezTo>
                <a:cubicBezTo>
                  <a:pt x="13929" y="43216"/>
                  <a:pt x="16787" y="39942"/>
                  <a:pt x="20441" y="37662"/>
                </a:cubicBezTo>
                <a:cubicBezTo>
                  <a:pt x="24095" y="35375"/>
                  <a:pt x="28282" y="34235"/>
                  <a:pt x="33003" y="34235"/>
                </a:cubicBezTo>
                <a:cubicBezTo>
                  <a:pt x="42211" y="34235"/>
                  <a:pt x="49365" y="37092"/>
                  <a:pt x="54466" y="42800"/>
                </a:cubicBezTo>
                <a:cubicBezTo>
                  <a:pt x="59567" y="48434"/>
                  <a:pt x="62117" y="56465"/>
                  <a:pt x="62117" y="66894"/>
                </a:cubicBezTo>
                <a:cubicBezTo>
                  <a:pt x="62117" y="77249"/>
                  <a:pt x="59494" y="85280"/>
                  <a:pt x="54239" y="90987"/>
                </a:cubicBezTo>
                <a:cubicBezTo>
                  <a:pt x="49058" y="96622"/>
                  <a:pt x="41714" y="99435"/>
                  <a:pt x="32199" y="99435"/>
                </a:cubicBezTo>
                <a:cubicBezTo>
                  <a:pt x="21084" y="99435"/>
                  <a:pt x="12943" y="95438"/>
                  <a:pt x="7762" y="87443"/>
                </a:cubicBezTo>
                <a:cubicBezTo>
                  <a:pt x="2588" y="79456"/>
                  <a:pt x="1" y="66894"/>
                  <a:pt x="1" y="49764"/>
                </a:cubicBezTo>
                <a:cubicBezTo>
                  <a:pt x="1" y="33548"/>
                  <a:pt x="3121" y="21220"/>
                  <a:pt x="9362" y="12772"/>
                </a:cubicBezTo>
                <a:cubicBezTo>
                  <a:pt x="15603" y="4244"/>
                  <a:pt x="24628" y="-17"/>
                  <a:pt x="36423" y="-17"/>
                </a:cubicBezTo>
                <a:cubicBezTo>
                  <a:pt x="39543" y="-17"/>
                  <a:pt x="42708" y="319"/>
                  <a:pt x="45901" y="1006"/>
                </a:cubicBezTo>
                <a:cubicBezTo>
                  <a:pt x="49102" y="1620"/>
                  <a:pt x="52142" y="2570"/>
                  <a:pt x="55036" y="3864"/>
                </a:cubicBezTo>
                <a:close/>
                <a:moveTo>
                  <a:pt x="31972" y="44400"/>
                </a:moveTo>
                <a:cubicBezTo>
                  <a:pt x="26411" y="44400"/>
                  <a:pt x="22034" y="46380"/>
                  <a:pt x="18840" y="50334"/>
                </a:cubicBezTo>
                <a:cubicBezTo>
                  <a:pt x="15720" y="54295"/>
                  <a:pt x="14156" y="59812"/>
                  <a:pt x="14156" y="66894"/>
                </a:cubicBezTo>
                <a:cubicBezTo>
                  <a:pt x="14156" y="73894"/>
                  <a:pt x="15720" y="79375"/>
                  <a:pt x="18840" y="83336"/>
                </a:cubicBezTo>
                <a:cubicBezTo>
                  <a:pt x="22034" y="87297"/>
                  <a:pt x="26411" y="89270"/>
                  <a:pt x="31972" y="89270"/>
                </a:cubicBezTo>
                <a:cubicBezTo>
                  <a:pt x="37680" y="89270"/>
                  <a:pt x="41984" y="87407"/>
                  <a:pt x="44871" y="83680"/>
                </a:cubicBezTo>
                <a:cubicBezTo>
                  <a:pt x="47845" y="79872"/>
                  <a:pt x="49329" y="74274"/>
                  <a:pt x="49329" y="66894"/>
                </a:cubicBezTo>
                <a:cubicBezTo>
                  <a:pt x="49329" y="59432"/>
                  <a:pt x="47845" y="53835"/>
                  <a:pt x="44871" y="50107"/>
                </a:cubicBezTo>
                <a:cubicBezTo>
                  <a:pt x="41984" y="46300"/>
                  <a:pt x="37680" y="44400"/>
                  <a:pt x="31972" y="44400"/>
                </a:cubicBezTo>
                <a:close/>
              </a:path>
            </a:pathLst>
          </a:custGeom>
          <a:solidFill>
            <a:srgbClr val="000000"/>
          </a:solidFill>
          <a:ln w="7300" cap="sq">
            <a:noFill/>
            <a:prstDash val="solid"/>
            <a:miter/>
          </a:ln>
        </p:spPr>
        <p:txBody>
          <a:bodyPr/>
          <a:lstStyle/>
          <a:p>
            <a:endParaRPr lang="en-GB"/>
          </a:p>
        </p:txBody>
      </p:sp>
      <p:sp>
        <p:nvSpPr>
          <p:cNvPr id="86" name="Freeform: Shape 85">
            <a:extLst>
              <a:ext uri="{FF2B5EF4-FFF2-40B4-BE49-F238E27FC236}">
                <a16:creationId xmlns:a16="http://schemas.microsoft.com/office/drawing/2014/main" id="{64BEB688-701D-7790-A372-4EAB2FDD0E9B}"/>
              </a:ext>
            </a:extLst>
          </p:cNvPr>
          <p:cNvSpPr/>
          <p:nvPr/>
        </p:nvSpPr>
        <p:spPr>
          <a:xfrm>
            <a:off x="1250342"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87" name="Freeform: Shape 86">
            <a:extLst>
              <a:ext uri="{FF2B5EF4-FFF2-40B4-BE49-F238E27FC236}">
                <a16:creationId xmlns:a16="http://schemas.microsoft.com/office/drawing/2014/main" id="{B8F02911-3AEF-4055-CE0A-8FAFE838D835}"/>
              </a:ext>
            </a:extLst>
          </p:cNvPr>
          <p:cNvSpPr/>
          <p:nvPr/>
        </p:nvSpPr>
        <p:spPr>
          <a:xfrm>
            <a:off x="1221455" y="4315561"/>
            <a:ext cx="62350" cy="99452"/>
          </a:xfrm>
          <a:custGeom>
            <a:avLst/>
            <a:gdLst>
              <a:gd name="csX0" fmla="*/ 31176 w 62350"/>
              <a:gd name="csY0" fmla="*/ 52051 h 99452"/>
              <a:gd name="csX1" fmla="*/ 17700 w 62350"/>
              <a:gd name="csY1" fmla="*/ 56962 h 99452"/>
              <a:gd name="csX2" fmla="*/ 13023 w 62350"/>
              <a:gd name="csY2" fmla="*/ 70657 h 99452"/>
              <a:gd name="csX3" fmla="*/ 17817 w 62350"/>
              <a:gd name="csY3" fmla="*/ 84366 h 99452"/>
              <a:gd name="csX4" fmla="*/ 31176 w 62350"/>
              <a:gd name="csY4" fmla="*/ 89270 h 99452"/>
              <a:gd name="csX5" fmla="*/ 44535 w 62350"/>
              <a:gd name="csY5" fmla="*/ 84476 h 99452"/>
              <a:gd name="csX6" fmla="*/ 49329 w 62350"/>
              <a:gd name="csY6" fmla="*/ 70657 h 99452"/>
              <a:gd name="csX7" fmla="*/ 44535 w 62350"/>
              <a:gd name="csY7" fmla="*/ 56962 h 99452"/>
              <a:gd name="csX8" fmla="*/ 31176 w 62350"/>
              <a:gd name="csY8" fmla="*/ 52051 h 99452"/>
              <a:gd name="csX9" fmla="*/ 19871 w 62350"/>
              <a:gd name="csY9" fmla="*/ 46680 h 99452"/>
              <a:gd name="csX10" fmla="*/ 6855 w 62350"/>
              <a:gd name="csY10" fmla="*/ 38802 h 99452"/>
              <a:gd name="csX11" fmla="*/ 2171 w 62350"/>
              <a:gd name="csY11" fmla="*/ 24874 h 99452"/>
              <a:gd name="csX12" fmla="*/ 9939 w 62350"/>
              <a:gd name="csY12" fmla="*/ 6714 h 99452"/>
              <a:gd name="csX13" fmla="*/ 31176 w 62350"/>
              <a:gd name="csY13" fmla="*/ -17 h 99452"/>
              <a:gd name="csX14" fmla="*/ 52295 w 62350"/>
              <a:gd name="csY14" fmla="*/ 6714 h 99452"/>
              <a:gd name="csX15" fmla="*/ 60064 w 62350"/>
              <a:gd name="csY15" fmla="*/ 24874 h 99452"/>
              <a:gd name="csX16" fmla="*/ 55379 w 62350"/>
              <a:gd name="csY16" fmla="*/ 38802 h 99452"/>
              <a:gd name="csX17" fmla="*/ 42481 w 62350"/>
              <a:gd name="csY17" fmla="*/ 46680 h 99452"/>
              <a:gd name="csX18" fmla="*/ 57206 w 62350"/>
              <a:gd name="csY18" fmla="*/ 55245 h 99452"/>
              <a:gd name="csX19" fmla="*/ 62351 w 62350"/>
              <a:gd name="csY19" fmla="*/ 71804 h 99452"/>
              <a:gd name="csX20" fmla="*/ 54013 w 62350"/>
              <a:gd name="csY20" fmla="*/ 92127 h 99452"/>
              <a:gd name="csX21" fmla="*/ 31176 w 62350"/>
              <a:gd name="csY21" fmla="*/ 99435 h 99452"/>
              <a:gd name="csX22" fmla="*/ 8222 w 62350"/>
              <a:gd name="csY22" fmla="*/ 92244 h 99452"/>
              <a:gd name="csX23" fmla="*/ 1 w 62350"/>
              <a:gd name="csY23" fmla="*/ 72031 h 99452"/>
              <a:gd name="csX24" fmla="*/ 5028 w 62350"/>
              <a:gd name="csY24" fmla="*/ 55245 h 99452"/>
              <a:gd name="csX25" fmla="*/ 19871 w 62350"/>
              <a:gd name="csY25" fmla="*/ 46680 h 99452"/>
              <a:gd name="csX26" fmla="*/ 15077 w 62350"/>
              <a:gd name="csY26" fmla="*/ 26014 h 99452"/>
              <a:gd name="csX27" fmla="*/ 19184 w 62350"/>
              <a:gd name="csY27" fmla="*/ 37889 h 99452"/>
              <a:gd name="csX28" fmla="*/ 31176 w 62350"/>
              <a:gd name="csY28" fmla="*/ 41886 h 99452"/>
              <a:gd name="csX29" fmla="*/ 43051 w 62350"/>
              <a:gd name="csY29" fmla="*/ 37889 h 99452"/>
              <a:gd name="csX30" fmla="*/ 47158 w 62350"/>
              <a:gd name="csY30" fmla="*/ 26014 h 99452"/>
              <a:gd name="csX31" fmla="*/ 43051 w 62350"/>
              <a:gd name="csY31" fmla="*/ 14138 h 99452"/>
              <a:gd name="csX32" fmla="*/ 31176 w 62350"/>
              <a:gd name="csY32" fmla="*/ 10031 h 99452"/>
              <a:gd name="csX33" fmla="*/ 19184 w 62350"/>
              <a:gd name="csY33" fmla="*/ 14138 h 99452"/>
              <a:gd name="csX34" fmla="*/ 15077 w 62350"/>
              <a:gd name="csY34"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62350" h="99452">
                <a:moveTo>
                  <a:pt x="31176" y="52051"/>
                </a:moveTo>
                <a:cubicBezTo>
                  <a:pt x="25388" y="52051"/>
                  <a:pt x="20901" y="53688"/>
                  <a:pt x="17700" y="56962"/>
                </a:cubicBezTo>
                <a:cubicBezTo>
                  <a:pt x="14580" y="60156"/>
                  <a:pt x="13023" y="64723"/>
                  <a:pt x="13023" y="70657"/>
                </a:cubicBezTo>
                <a:cubicBezTo>
                  <a:pt x="13023" y="76525"/>
                  <a:pt x="14616" y="81093"/>
                  <a:pt x="17817" y="84366"/>
                </a:cubicBezTo>
                <a:cubicBezTo>
                  <a:pt x="21011" y="87633"/>
                  <a:pt x="25468" y="89270"/>
                  <a:pt x="31176" y="89270"/>
                </a:cubicBezTo>
                <a:cubicBezTo>
                  <a:pt x="36964" y="89270"/>
                  <a:pt x="41414" y="87677"/>
                  <a:pt x="44535" y="84476"/>
                </a:cubicBezTo>
                <a:cubicBezTo>
                  <a:pt x="47728" y="81202"/>
                  <a:pt x="49329" y="76598"/>
                  <a:pt x="49329" y="70657"/>
                </a:cubicBezTo>
                <a:cubicBezTo>
                  <a:pt x="49329" y="64796"/>
                  <a:pt x="47728" y="60229"/>
                  <a:pt x="44535" y="56962"/>
                </a:cubicBezTo>
                <a:cubicBezTo>
                  <a:pt x="41341" y="53688"/>
                  <a:pt x="36883" y="52051"/>
                  <a:pt x="31176" y="52051"/>
                </a:cubicBezTo>
                <a:close/>
                <a:moveTo>
                  <a:pt x="19871" y="46680"/>
                </a:moveTo>
                <a:cubicBezTo>
                  <a:pt x="14317" y="45233"/>
                  <a:pt x="9976" y="42610"/>
                  <a:pt x="6855" y="38802"/>
                </a:cubicBezTo>
                <a:cubicBezTo>
                  <a:pt x="3735" y="34922"/>
                  <a:pt x="2171" y="30274"/>
                  <a:pt x="2171" y="24874"/>
                </a:cubicBezTo>
                <a:cubicBezTo>
                  <a:pt x="2171" y="17259"/>
                  <a:pt x="4758" y="11208"/>
                  <a:pt x="9939" y="6714"/>
                </a:cubicBezTo>
                <a:cubicBezTo>
                  <a:pt x="15186" y="2227"/>
                  <a:pt x="22268" y="-17"/>
                  <a:pt x="31176" y="-17"/>
                </a:cubicBezTo>
                <a:cubicBezTo>
                  <a:pt x="40084" y="-17"/>
                  <a:pt x="47122" y="2227"/>
                  <a:pt x="52295" y="6714"/>
                </a:cubicBezTo>
                <a:cubicBezTo>
                  <a:pt x="57477" y="11208"/>
                  <a:pt x="60064" y="17259"/>
                  <a:pt x="60064" y="24874"/>
                </a:cubicBezTo>
                <a:cubicBezTo>
                  <a:pt x="60064" y="30274"/>
                  <a:pt x="58500" y="34922"/>
                  <a:pt x="55379" y="38802"/>
                </a:cubicBezTo>
                <a:cubicBezTo>
                  <a:pt x="52339" y="42610"/>
                  <a:pt x="48035" y="45233"/>
                  <a:pt x="42481" y="46680"/>
                </a:cubicBezTo>
                <a:cubicBezTo>
                  <a:pt x="48875" y="48054"/>
                  <a:pt x="53786" y="50904"/>
                  <a:pt x="57206" y="55245"/>
                </a:cubicBezTo>
                <a:cubicBezTo>
                  <a:pt x="60634" y="59505"/>
                  <a:pt x="62351" y="65030"/>
                  <a:pt x="62351" y="71804"/>
                </a:cubicBezTo>
                <a:cubicBezTo>
                  <a:pt x="62351" y="80479"/>
                  <a:pt x="59567" y="87253"/>
                  <a:pt x="54013" y="92127"/>
                </a:cubicBezTo>
                <a:cubicBezTo>
                  <a:pt x="48532" y="97002"/>
                  <a:pt x="40917" y="99435"/>
                  <a:pt x="31176" y="99435"/>
                </a:cubicBezTo>
                <a:cubicBezTo>
                  <a:pt x="21354" y="99435"/>
                  <a:pt x="13703" y="97038"/>
                  <a:pt x="8222" y="92244"/>
                </a:cubicBezTo>
                <a:cubicBezTo>
                  <a:pt x="2741" y="87370"/>
                  <a:pt x="1" y="80632"/>
                  <a:pt x="1" y="72031"/>
                </a:cubicBezTo>
                <a:cubicBezTo>
                  <a:pt x="1" y="65183"/>
                  <a:pt x="1674" y="59586"/>
                  <a:pt x="5028" y="55245"/>
                </a:cubicBezTo>
                <a:cubicBezTo>
                  <a:pt x="8456" y="50904"/>
                  <a:pt x="13403" y="48054"/>
                  <a:pt x="19871" y="46680"/>
                </a:cubicBezTo>
                <a:close/>
                <a:moveTo>
                  <a:pt x="15077" y="26014"/>
                </a:moveTo>
                <a:cubicBezTo>
                  <a:pt x="15077" y="31188"/>
                  <a:pt x="16443" y="35148"/>
                  <a:pt x="19184" y="37889"/>
                </a:cubicBezTo>
                <a:cubicBezTo>
                  <a:pt x="21924" y="40556"/>
                  <a:pt x="25922" y="41886"/>
                  <a:pt x="31176" y="41886"/>
                </a:cubicBezTo>
                <a:cubicBezTo>
                  <a:pt x="36350" y="41886"/>
                  <a:pt x="40311" y="40556"/>
                  <a:pt x="43051" y="37889"/>
                </a:cubicBezTo>
                <a:cubicBezTo>
                  <a:pt x="45791" y="35148"/>
                  <a:pt x="47158" y="31188"/>
                  <a:pt x="47158" y="26014"/>
                </a:cubicBezTo>
                <a:cubicBezTo>
                  <a:pt x="47158" y="20840"/>
                  <a:pt x="45791" y="16879"/>
                  <a:pt x="43051" y="14138"/>
                </a:cubicBezTo>
                <a:cubicBezTo>
                  <a:pt x="40384" y="11398"/>
                  <a:pt x="36430" y="10031"/>
                  <a:pt x="31176" y="10031"/>
                </a:cubicBezTo>
                <a:cubicBezTo>
                  <a:pt x="25922" y="10031"/>
                  <a:pt x="21924" y="11398"/>
                  <a:pt x="19184" y="14138"/>
                </a:cubicBezTo>
                <a:cubicBezTo>
                  <a:pt x="16443" y="16879"/>
                  <a:pt x="15077" y="20840"/>
                  <a:pt x="15077" y="26014"/>
                </a:cubicBezTo>
                <a:close/>
              </a:path>
            </a:pathLst>
          </a:custGeom>
          <a:solidFill>
            <a:srgbClr val="000000"/>
          </a:solidFill>
          <a:ln w="7300" cap="sq">
            <a:noFill/>
            <a:prstDash val="solid"/>
            <a:miter/>
          </a:ln>
        </p:spPr>
        <p:txBody>
          <a:bodyPr/>
          <a:lstStyle/>
          <a:p>
            <a:endParaRPr lang="en-GB"/>
          </a:p>
        </p:txBody>
      </p:sp>
      <p:sp>
        <p:nvSpPr>
          <p:cNvPr id="88" name="Freeform: Shape 87">
            <a:extLst>
              <a:ext uri="{FF2B5EF4-FFF2-40B4-BE49-F238E27FC236}">
                <a16:creationId xmlns:a16="http://schemas.microsoft.com/office/drawing/2014/main" id="{56902EAB-C547-BDE6-E09A-E539B4C2BBBB}"/>
              </a:ext>
            </a:extLst>
          </p:cNvPr>
          <p:cNvSpPr/>
          <p:nvPr/>
        </p:nvSpPr>
        <p:spPr>
          <a:xfrm>
            <a:off x="1460676"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89" name="Freeform: Shape 88">
            <a:extLst>
              <a:ext uri="{FF2B5EF4-FFF2-40B4-BE49-F238E27FC236}">
                <a16:creationId xmlns:a16="http://schemas.microsoft.com/office/drawing/2014/main" id="{2A6C9B18-EC1F-DE39-AFEA-BD8F12BA0472}"/>
              </a:ext>
            </a:extLst>
          </p:cNvPr>
          <p:cNvSpPr/>
          <p:nvPr/>
        </p:nvSpPr>
        <p:spPr>
          <a:xfrm>
            <a:off x="1396842" y="4315561"/>
            <a:ext cx="134120" cy="99452"/>
          </a:xfrm>
          <a:custGeom>
            <a:avLst/>
            <a:gdLst>
              <a:gd name="csX0" fmla="*/ 1601 w 134120"/>
              <a:gd name="csY0" fmla="*/ 86647 h 99452"/>
              <a:gd name="csX1" fmla="*/ 21815 w 134120"/>
              <a:gd name="csY1" fmla="*/ 86647 h 99452"/>
              <a:gd name="csX2" fmla="*/ 21815 w 134120"/>
              <a:gd name="csY2" fmla="*/ 13452 h 99452"/>
              <a:gd name="csX3" fmla="*/ 1 w 134120"/>
              <a:gd name="csY3" fmla="*/ 18253 h 99452"/>
              <a:gd name="csX4" fmla="*/ 1 w 134120"/>
              <a:gd name="csY4" fmla="*/ 6487 h 99452"/>
              <a:gd name="csX5" fmla="*/ 21581 w 134120"/>
              <a:gd name="csY5" fmla="*/ 1693 h 99452"/>
              <a:gd name="csX6" fmla="*/ 34603 w 134120"/>
              <a:gd name="csY6" fmla="*/ 1693 h 99452"/>
              <a:gd name="csX7" fmla="*/ 34603 w 134120"/>
              <a:gd name="csY7" fmla="*/ 86647 h 99452"/>
              <a:gd name="csX8" fmla="*/ 54466 w 134120"/>
              <a:gd name="csY8" fmla="*/ 86647 h 99452"/>
              <a:gd name="csX9" fmla="*/ 54466 w 134120"/>
              <a:gd name="csY9" fmla="*/ 97608 h 99452"/>
              <a:gd name="csX10" fmla="*/ 1601 w 134120"/>
              <a:gd name="csY10" fmla="*/ 97608 h 99452"/>
              <a:gd name="csX11" fmla="*/ 94498 w 134120"/>
              <a:gd name="csY11" fmla="*/ 49421 h 99452"/>
              <a:gd name="csX12" fmla="*/ 96895 w 134120"/>
              <a:gd name="csY12" fmla="*/ 43370 h 99452"/>
              <a:gd name="csX13" fmla="*/ 102829 w 134120"/>
              <a:gd name="csY13" fmla="*/ 40746 h 99452"/>
              <a:gd name="csX14" fmla="*/ 108997 w 134120"/>
              <a:gd name="csY14" fmla="*/ 43370 h 99452"/>
              <a:gd name="csX15" fmla="*/ 111628 w 134120"/>
              <a:gd name="csY15" fmla="*/ 49421 h 99452"/>
              <a:gd name="csX16" fmla="*/ 108997 w 134120"/>
              <a:gd name="csY16" fmla="*/ 55588 h 99452"/>
              <a:gd name="csX17" fmla="*/ 102829 w 134120"/>
              <a:gd name="csY17" fmla="*/ 57985 h 99452"/>
              <a:gd name="csX18" fmla="*/ 96895 w 134120"/>
              <a:gd name="csY18" fmla="*/ 55588 h 99452"/>
              <a:gd name="csX19" fmla="*/ 94498 w 134120"/>
              <a:gd name="csY19" fmla="*/ 49421 h 99452"/>
              <a:gd name="csX20" fmla="*/ 103063 w 134120"/>
              <a:gd name="csY20" fmla="*/ 10258 h 99452"/>
              <a:gd name="csX21" fmla="*/ 89470 w 134120"/>
              <a:gd name="csY21" fmla="*/ 20080 h 99452"/>
              <a:gd name="csX22" fmla="*/ 85020 w 134120"/>
              <a:gd name="csY22" fmla="*/ 49764 h 99452"/>
              <a:gd name="csX23" fmla="*/ 89470 w 134120"/>
              <a:gd name="csY23" fmla="*/ 79456 h 99452"/>
              <a:gd name="csX24" fmla="*/ 103063 w 134120"/>
              <a:gd name="csY24" fmla="*/ 89160 h 99452"/>
              <a:gd name="csX25" fmla="*/ 116531 w 134120"/>
              <a:gd name="csY25" fmla="*/ 79456 h 99452"/>
              <a:gd name="csX26" fmla="*/ 121099 w 134120"/>
              <a:gd name="csY26" fmla="*/ 49764 h 99452"/>
              <a:gd name="csX27" fmla="*/ 116531 w 134120"/>
              <a:gd name="csY27" fmla="*/ 20080 h 99452"/>
              <a:gd name="csX28" fmla="*/ 103063 w 134120"/>
              <a:gd name="csY28" fmla="*/ 10258 h 99452"/>
              <a:gd name="csX29" fmla="*/ 103063 w 134120"/>
              <a:gd name="csY29" fmla="*/ -17 h 99452"/>
              <a:gd name="csX30" fmla="*/ 126243 w 134120"/>
              <a:gd name="csY30" fmla="*/ 12538 h 99452"/>
              <a:gd name="csX31" fmla="*/ 134121 w 134120"/>
              <a:gd name="csY31" fmla="*/ 49764 h 99452"/>
              <a:gd name="csX32" fmla="*/ 126243 w 134120"/>
              <a:gd name="csY32" fmla="*/ 86873 h 99452"/>
              <a:gd name="csX33" fmla="*/ 103063 w 134120"/>
              <a:gd name="csY33" fmla="*/ 99435 h 99452"/>
              <a:gd name="csX34" fmla="*/ 79766 w 134120"/>
              <a:gd name="csY34" fmla="*/ 86873 h 99452"/>
              <a:gd name="csX35" fmla="*/ 72005 w 134120"/>
              <a:gd name="csY35" fmla="*/ 49764 h 99452"/>
              <a:gd name="csX36" fmla="*/ 79766 w 134120"/>
              <a:gd name="csY36" fmla="*/ 12538 h 99452"/>
              <a:gd name="csX37" fmla="*/ 103063 w 134120"/>
              <a:gd name="csY37"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34120" h="99452">
                <a:moveTo>
                  <a:pt x="1601" y="86647"/>
                </a:moveTo>
                <a:lnTo>
                  <a:pt x="21815" y="86647"/>
                </a:lnTo>
                <a:lnTo>
                  <a:pt x="21815" y="13452"/>
                </a:lnTo>
                <a:lnTo>
                  <a:pt x="1" y="18253"/>
                </a:lnTo>
                <a:lnTo>
                  <a:pt x="1" y="6487"/>
                </a:lnTo>
                <a:lnTo>
                  <a:pt x="21581" y="1693"/>
                </a:lnTo>
                <a:lnTo>
                  <a:pt x="34603" y="1693"/>
                </a:lnTo>
                <a:lnTo>
                  <a:pt x="34603" y="86647"/>
                </a:lnTo>
                <a:lnTo>
                  <a:pt x="54466" y="86647"/>
                </a:lnTo>
                <a:lnTo>
                  <a:pt x="54466" y="97608"/>
                </a:lnTo>
                <a:lnTo>
                  <a:pt x="1601" y="97608"/>
                </a:lnTo>
                <a:close/>
                <a:moveTo>
                  <a:pt x="94498" y="49421"/>
                </a:moveTo>
                <a:cubicBezTo>
                  <a:pt x="94498" y="47060"/>
                  <a:pt x="95295" y="45043"/>
                  <a:pt x="96895" y="43370"/>
                </a:cubicBezTo>
                <a:cubicBezTo>
                  <a:pt x="98569" y="41623"/>
                  <a:pt x="100549" y="40746"/>
                  <a:pt x="102829" y="40746"/>
                </a:cubicBezTo>
                <a:cubicBezTo>
                  <a:pt x="105270" y="40746"/>
                  <a:pt x="107323" y="41623"/>
                  <a:pt x="108997" y="43370"/>
                </a:cubicBezTo>
                <a:cubicBezTo>
                  <a:pt x="110751" y="45043"/>
                  <a:pt x="111628" y="47060"/>
                  <a:pt x="111628" y="49421"/>
                </a:cubicBezTo>
                <a:cubicBezTo>
                  <a:pt x="111628" y="51861"/>
                  <a:pt x="110751" y="53915"/>
                  <a:pt x="108997" y="55588"/>
                </a:cubicBezTo>
                <a:cubicBezTo>
                  <a:pt x="107323" y="57189"/>
                  <a:pt x="105270" y="57985"/>
                  <a:pt x="102829" y="57985"/>
                </a:cubicBezTo>
                <a:cubicBezTo>
                  <a:pt x="100476" y="57985"/>
                  <a:pt x="98495" y="57189"/>
                  <a:pt x="96895" y="55588"/>
                </a:cubicBezTo>
                <a:cubicBezTo>
                  <a:pt x="95295" y="53988"/>
                  <a:pt x="94498" y="51934"/>
                  <a:pt x="94498" y="49421"/>
                </a:cubicBezTo>
                <a:close/>
                <a:moveTo>
                  <a:pt x="103063" y="10258"/>
                </a:moveTo>
                <a:cubicBezTo>
                  <a:pt x="96968" y="10258"/>
                  <a:pt x="92445" y="13532"/>
                  <a:pt x="89470" y="20080"/>
                </a:cubicBezTo>
                <a:cubicBezTo>
                  <a:pt x="86503" y="26547"/>
                  <a:pt x="85020" y="36442"/>
                  <a:pt x="85020" y="49764"/>
                </a:cubicBezTo>
                <a:cubicBezTo>
                  <a:pt x="85020" y="63013"/>
                  <a:pt x="86503" y="72908"/>
                  <a:pt x="89470" y="79456"/>
                </a:cubicBezTo>
                <a:cubicBezTo>
                  <a:pt x="92445" y="85923"/>
                  <a:pt x="96968" y="89160"/>
                  <a:pt x="103063" y="89160"/>
                </a:cubicBezTo>
                <a:cubicBezTo>
                  <a:pt x="109077" y="89160"/>
                  <a:pt x="113564" y="85923"/>
                  <a:pt x="116531" y="79456"/>
                </a:cubicBezTo>
                <a:cubicBezTo>
                  <a:pt x="119579" y="72908"/>
                  <a:pt x="121099" y="63013"/>
                  <a:pt x="121099" y="49764"/>
                </a:cubicBezTo>
                <a:cubicBezTo>
                  <a:pt x="121099" y="36442"/>
                  <a:pt x="119579" y="26547"/>
                  <a:pt x="116531" y="20080"/>
                </a:cubicBezTo>
                <a:cubicBezTo>
                  <a:pt x="113564" y="13532"/>
                  <a:pt x="109077" y="10258"/>
                  <a:pt x="103063" y="10258"/>
                </a:cubicBezTo>
                <a:close/>
                <a:moveTo>
                  <a:pt x="103063" y="-17"/>
                </a:moveTo>
                <a:cubicBezTo>
                  <a:pt x="113265" y="-17"/>
                  <a:pt x="120989" y="4170"/>
                  <a:pt x="126243" y="12538"/>
                </a:cubicBezTo>
                <a:cubicBezTo>
                  <a:pt x="131490" y="20913"/>
                  <a:pt x="134121" y="33321"/>
                  <a:pt x="134121" y="49764"/>
                </a:cubicBezTo>
                <a:cubicBezTo>
                  <a:pt x="134121" y="66133"/>
                  <a:pt x="131490" y="78498"/>
                  <a:pt x="126243" y="86873"/>
                </a:cubicBezTo>
                <a:cubicBezTo>
                  <a:pt x="120989" y="95248"/>
                  <a:pt x="113265" y="99435"/>
                  <a:pt x="103063" y="99435"/>
                </a:cubicBezTo>
                <a:cubicBezTo>
                  <a:pt x="92788" y="99435"/>
                  <a:pt x="85020" y="95248"/>
                  <a:pt x="79766" y="86873"/>
                </a:cubicBezTo>
                <a:cubicBezTo>
                  <a:pt x="74592" y="78498"/>
                  <a:pt x="72005" y="66133"/>
                  <a:pt x="72005" y="49764"/>
                </a:cubicBezTo>
                <a:cubicBezTo>
                  <a:pt x="72005" y="33321"/>
                  <a:pt x="74592" y="20913"/>
                  <a:pt x="79766" y="12538"/>
                </a:cubicBezTo>
                <a:cubicBezTo>
                  <a:pt x="85020" y="4170"/>
                  <a:pt x="92788" y="-17"/>
                  <a:pt x="103063" y="-17"/>
                </a:cubicBezTo>
                <a:close/>
              </a:path>
            </a:pathLst>
          </a:custGeom>
          <a:solidFill>
            <a:srgbClr val="000000"/>
          </a:solidFill>
          <a:ln w="7300" cap="sq">
            <a:noFill/>
            <a:prstDash val="solid"/>
            <a:miter/>
          </a:ln>
        </p:spPr>
        <p:txBody>
          <a:bodyPr/>
          <a:lstStyle/>
          <a:p>
            <a:endParaRPr lang="en-GB"/>
          </a:p>
        </p:txBody>
      </p:sp>
      <p:sp>
        <p:nvSpPr>
          <p:cNvPr id="90" name="Freeform: Shape 89">
            <a:extLst>
              <a:ext uri="{FF2B5EF4-FFF2-40B4-BE49-F238E27FC236}">
                <a16:creationId xmlns:a16="http://schemas.microsoft.com/office/drawing/2014/main" id="{B5189D72-8CD5-30ED-F98F-1BDB7133B729}"/>
              </a:ext>
            </a:extLst>
          </p:cNvPr>
          <p:cNvSpPr/>
          <p:nvPr/>
        </p:nvSpPr>
        <p:spPr>
          <a:xfrm>
            <a:off x="1671002"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91" name="Freeform: Shape 90">
            <a:extLst>
              <a:ext uri="{FF2B5EF4-FFF2-40B4-BE49-F238E27FC236}">
                <a16:creationId xmlns:a16="http://schemas.microsoft.com/office/drawing/2014/main" id="{6AC36CE0-68F7-9258-50FC-F0B47DB8D9EF}"/>
              </a:ext>
            </a:extLst>
          </p:cNvPr>
          <p:cNvSpPr/>
          <p:nvPr/>
        </p:nvSpPr>
        <p:spPr>
          <a:xfrm>
            <a:off x="1608769" y="4315561"/>
            <a:ext cx="131489" cy="97625"/>
          </a:xfrm>
          <a:custGeom>
            <a:avLst/>
            <a:gdLst>
              <a:gd name="csX0" fmla="*/ 1601 w 131489"/>
              <a:gd name="csY0" fmla="*/ 86647 h 97625"/>
              <a:gd name="csX1" fmla="*/ 21815 w 131489"/>
              <a:gd name="csY1" fmla="*/ 86647 h 97625"/>
              <a:gd name="csX2" fmla="*/ 21815 w 131489"/>
              <a:gd name="csY2" fmla="*/ 13452 h 97625"/>
              <a:gd name="csX3" fmla="*/ 1 w 131489"/>
              <a:gd name="csY3" fmla="*/ 18253 h 97625"/>
              <a:gd name="csX4" fmla="*/ 1 w 131489"/>
              <a:gd name="csY4" fmla="*/ 6487 h 97625"/>
              <a:gd name="csX5" fmla="*/ 21581 w 131489"/>
              <a:gd name="csY5" fmla="*/ 1693 h 97625"/>
              <a:gd name="csX6" fmla="*/ 34603 w 131489"/>
              <a:gd name="csY6" fmla="*/ 1693 h 97625"/>
              <a:gd name="csX7" fmla="*/ 34603 w 131489"/>
              <a:gd name="csY7" fmla="*/ 86647 h 97625"/>
              <a:gd name="csX8" fmla="*/ 54466 w 131489"/>
              <a:gd name="csY8" fmla="*/ 86647 h 97625"/>
              <a:gd name="csX9" fmla="*/ 54466 w 131489"/>
              <a:gd name="csY9" fmla="*/ 97608 h 97625"/>
              <a:gd name="csX10" fmla="*/ 1601 w 131489"/>
              <a:gd name="csY10" fmla="*/ 97608 h 97625"/>
              <a:gd name="csX11" fmla="*/ 87417 w 131489"/>
              <a:gd name="csY11" fmla="*/ 86647 h 97625"/>
              <a:gd name="csX12" fmla="*/ 131490 w 131489"/>
              <a:gd name="csY12" fmla="*/ 86647 h 97625"/>
              <a:gd name="csX13" fmla="*/ 131490 w 131489"/>
              <a:gd name="csY13" fmla="*/ 97608 h 97625"/>
              <a:gd name="csX14" fmla="*/ 73262 w 131489"/>
              <a:gd name="csY14" fmla="*/ 97608 h 97625"/>
              <a:gd name="csX15" fmla="*/ 73262 w 131489"/>
              <a:gd name="csY15" fmla="*/ 86647 h 97625"/>
              <a:gd name="csX16" fmla="*/ 94155 w 131489"/>
              <a:gd name="csY16" fmla="*/ 64380 h 97625"/>
              <a:gd name="csX17" fmla="*/ 106600 w 131489"/>
              <a:gd name="csY17" fmla="*/ 50678 h 97625"/>
              <a:gd name="csX18" fmla="*/ 115282 w 131489"/>
              <a:gd name="csY18" fmla="*/ 38006 h 97625"/>
              <a:gd name="csX19" fmla="*/ 117562 w 131489"/>
              <a:gd name="csY19" fmla="*/ 28067 h 97625"/>
              <a:gd name="csX20" fmla="*/ 112768 w 131489"/>
              <a:gd name="csY20" fmla="*/ 15512 h 97625"/>
              <a:gd name="csX21" fmla="*/ 99862 w 131489"/>
              <a:gd name="csY21" fmla="*/ 10945 h 97625"/>
              <a:gd name="csX22" fmla="*/ 87534 w 131489"/>
              <a:gd name="csY22" fmla="*/ 13115 h 97625"/>
              <a:gd name="csX23" fmla="*/ 73941 w 131489"/>
              <a:gd name="csY23" fmla="*/ 19393 h 97625"/>
              <a:gd name="csX24" fmla="*/ 73941 w 131489"/>
              <a:gd name="csY24" fmla="*/ 6377 h 97625"/>
              <a:gd name="csX25" fmla="*/ 86964 w 131489"/>
              <a:gd name="csY25" fmla="*/ 1576 h 97625"/>
              <a:gd name="csX26" fmla="*/ 99635 w 131489"/>
              <a:gd name="csY26" fmla="*/ -17 h 97625"/>
              <a:gd name="csX27" fmla="*/ 122246 w 131489"/>
              <a:gd name="csY27" fmla="*/ 7518 h 97625"/>
              <a:gd name="csX28" fmla="*/ 130811 w 131489"/>
              <a:gd name="csY28" fmla="*/ 27044 h 97625"/>
              <a:gd name="csX29" fmla="*/ 127953 w 131489"/>
              <a:gd name="csY29" fmla="*/ 39372 h 97625"/>
              <a:gd name="csX30" fmla="*/ 118702 w 131489"/>
              <a:gd name="csY30" fmla="*/ 53074 h 97625"/>
              <a:gd name="csX31" fmla="*/ 108200 w 131489"/>
              <a:gd name="csY31" fmla="*/ 64606 h 97625"/>
              <a:gd name="csX32" fmla="*/ 87417 w 131489"/>
              <a:gd name="csY32" fmla="*/ 86647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131489" h="97625">
                <a:moveTo>
                  <a:pt x="1601" y="86647"/>
                </a:moveTo>
                <a:lnTo>
                  <a:pt x="21815" y="86647"/>
                </a:lnTo>
                <a:lnTo>
                  <a:pt x="21815" y="13452"/>
                </a:lnTo>
                <a:lnTo>
                  <a:pt x="1" y="18253"/>
                </a:lnTo>
                <a:lnTo>
                  <a:pt x="1" y="6487"/>
                </a:lnTo>
                <a:lnTo>
                  <a:pt x="21581" y="1693"/>
                </a:lnTo>
                <a:lnTo>
                  <a:pt x="34603" y="1693"/>
                </a:lnTo>
                <a:lnTo>
                  <a:pt x="34603" y="86647"/>
                </a:lnTo>
                <a:lnTo>
                  <a:pt x="54466" y="86647"/>
                </a:lnTo>
                <a:lnTo>
                  <a:pt x="54466" y="97608"/>
                </a:lnTo>
                <a:lnTo>
                  <a:pt x="1601" y="97608"/>
                </a:lnTo>
                <a:close/>
                <a:moveTo>
                  <a:pt x="87417" y="86647"/>
                </a:moveTo>
                <a:lnTo>
                  <a:pt x="131490" y="86647"/>
                </a:lnTo>
                <a:lnTo>
                  <a:pt x="131490" y="97608"/>
                </a:lnTo>
                <a:lnTo>
                  <a:pt x="73262" y="97608"/>
                </a:lnTo>
                <a:lnTo>
                  <a:pt x="73262" y="86647"/>
                </a:lnTo>
                <a:cubicBezTo>
                  <a:pt x="81249" y="78272"/>
                  <a:pt x="88221" y="70854"/>
                  <a:pt x="94155" y="64380"/>
                </a:cubicBezTo>
                <a:cubicBezTo>
                  <a:pt x="100169" y="57912"/>
                  <a:pt x="104320" y="53345"/>
                  <a:pt x="106600" y="50678"/>
                </a:cubicBezTo>
                <a:cubicBezTo>
                  <a:pt x="110868" y="45423"/>
                  <a:pt x="113754" y="41199"/>
                  <a:pt x="115282" y="38006"/>
                </a:cubicBezTo>
                <a:cubicBezTo>
                  <a:pt x="116802" y="34732"/>
                  <a:pt x="117562" y="31421"/>
                  <a:pt x="117562" y="28067"/>
                </a:cubicBezTo>
                <a:cubicBezTo>
                  <a:pt x="117562" y="22667"/>
                  <a:pt x="115961" y="18479"/>
                  <a:pt x="112768" y="15512"/>
                </a:cubicBezTo>
                <a:cubicBezTo>
                  <a:pt x="109647" y="12465"/>
                  <a:pt x="105343" y="10945"/>
                  <a:pt x="99862" y="10945"/>
                </a:cubicBezTo>
                <a:cubicBezTo>
                  <a:pt x="95982" y="10945"/>
                  <a:pt x="91875" y="11668"/>
                  <a:pt x="87534" y="13115"/>
                </a:cubicBezTo>
                <a:cubicBezTo>
                  <a:pt x="83266" y="14482"/>
                  <a:pt x="78742" y="16572"/>
                  <a:pt x="73941" y="19393"/>
                </a:cubicBezTo>
                <a:lnTo>
                  <a:pt x="73941" y="6377"/>
                </a:lnTo>
                <a:cubicBezTo>
                  <a:pt x="78362" y="4244"/>
                  <a:pt x="82696" y="2643"/>
                  <a:pt x="86964" y="1576"/>
                </a:cubicBezTo>
                <a:cubicBezTo>
                  <a:pt x="91224" y="517"/>
                  <a:pt x="95448" y="-17"/>
                  <a:pt x="99635" y="-17"/>
                </a:cubicBezTo>
                <a:cubicBezTo>
                  <a:pt x="108997" y="-17"/>
                  <a:pt x="116538" y="2490"/>
                  <a:pt x="122246" y="7518"/>
                </a:cubicBezTo>
                <a:cubicBezTo>
                  <a:pt x="127953" y="12465"/>
                  <a:pt x="130811" y="18976"/>
                  <a:pt x="130811" y="27044"/>
                </a:cubicBezTo>
                <a:cubicBezTo>
                  <a:pt x="130811" y="31151"/>
                  <a:pt x="129853" y="35265"/>
                  <a:pt x="127953" y="39372"/>
                </a:cubicBezTo>
                <a:cubicBezTo>
                  <a:pt x="126053" y="43487"/>
                  <a:pt x="122969" y="48054"/>
                  <a:pt x="118702" y="53074"/>
                </a:cubicBezTo>
                <a:cubicBezTo>
                  <a:pt x="116268" y="55815"/>
                  <a:pt x="112768" y="59659"/>
                  <a:pt x="108200" y="64606"/>
                </a:cubicBezTo>
                <a:cubicBezTo>
                  <a:pt x="103633" y="69554"/>
                  <a:pt x="96705" y="76905"/>
                  <a:pt x="87417" y="86647"/>
                </a:cubicBezTo>
                <a:close/>
              </a:path>
            </a:pathLst>
          </a:custGeom>
          <a:solidFill>
            <a:srgbClr val="000000"/>
          </a:solidFill>
          <a:ln w="7300" cap="sq">
            <a:noFill/>
            <a:prstDash val="solid"/>
            <a:miter/>
          </a:ln>
        </p:spPr>
        <p:txBody>
          <a:bodyPr/>
          <a:lstStyle/>
          <a:p>
            <a:endParaRPr lang="en-GB"/>
          </a:p>
        </p:txBody>
      </p:sp>
      <p:sp>
        <p:nvSpPr>
          <p:cNvPr id="92" name="Freeform: Shape 91">
            <a:extLst>
              <a:ext uri="{FF2B5EF4-FFF2-40B4-BE49-F238E27FC236}">
                <a16:creationId xmlns:a16="http://schemas.microsoft.com/office/drawing/2014/main" id="{663A93E4-EB1B-129F-2299-CDA9C9C494F1}"/>
              </a:ext>
            </a:extLst>
          </p:cNvPr>
          <p:cNvSpPr/>
          <p:nvPr/>
        </p:nvSpPr>
        <p:spPr>
          <a:xfrm>
            <a:off x="1881329"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93" name="Freeform: Shape 92">
            <a:extLst>
              <a:ext uri="{FF2B5EF4-FFF2-40B4-BE49-F238E27FC236}">
                <a16:creationId xmlns:a16="http://schemas.microsoft.com/office/drawing/2014/main" id="{5FD0B97F-E552-DD92-6A8C-879A973A3814}"/>
              </a:ext>
            </a:extLst>
          </p:cNvPr>
          <p:cNvSpPr/>
          <p:nvPr/>
        </p:nvSpPr>
        <p:spPr>
          <a:xfrm>
            <a:off x="1820696" y="4317271"/>
            <a:ext cx="136290" cy="95915"/>
          </a:xfrm>
          <a:custGeom>
            <a:avLst/>
            <a:gdLst>
              <a:gd name="csX0" fmla="*/ 1601 w 136290"/>
              <a:gd name="csY0" fmla="*/ 84936 h 95915"/>
              <a:gd name="csX1" fmla="*/ 21814 w 136290"/>
              <a:gd name="csY1" fmla="*/ 84936 h 95915"/>
              <a:gd name="csX2" fmla="*/ 21814 w 136290"/>
              <a:gd name="csY2" fmla="*/ 11741 h 95915"/>
              <a:gd name="csX3" fmla="*/ 1 w 136290"/>
              <a:gd name="csY3" fmla="*/ 16543 h 95915"/>
              <a:gd name="csX4" fmla="*/ 1 w 136290"/>
              <a:gd name="csY4" fmla="*/ 4777 h 95915"/>
              <a:gd name="csX5" fmla="*/ 21581 w 136290"/>
              <a:gd name="csY5" fmla="*/ -17 h 95915"/>
              <a:gd name="csX6" fmla="*/ 34603 w 136290"/>
              <a:gd name="csY6" fmla="*/ -17 h 95915"/>
              <a:gd name="csX7" fmla="*/ 34603 w 136290"/>
              <a:gd name="csY7" fmla="*/ 84936 h 95915"/>
              <a:gd name="csX8" fmla="*/ 54466 w 136290"/>
              <a:gd name="csY8" fmla="*/ 84936 h 95915"/>
              <a:gd name="csX9" fmla="*/ 54466 w 136290"/>
              <a:gd name="csY9" fmla="*/ 95898 h 95915"/>
              <a:gd name="csX10" fmla="*/ 1601 w 136290"/>
              <a:gd name="csY10" fmla="*/ 95898 h 95915"/>
              <a:gd name="csX11" fmla="*/ 110597 w 136290"/>
              <a:gd name="csY11" fmla="*/ 11858 h 95915"/>
              <a:gd name="csX12" fmla="*/ 80453 w 136290"/>
              <a:gd name="csY12" fmla="*/ 62443 h 95915"/>
              <a:gd name="csX13" fmla="*/ 110597 w 136290"/>
              <a:gd name="csY13" fmla="*/ 62443 h 95915"/>
              <a:gd name="csX14" fmla="*/ 108544 w 136290"/>
              <a:gd name="csY14" fmla="*/ -17 h 95915"/>
              <a:gd name="csX15" fmla="*/ 123613 w 136290"/>
              <a:gd name="csY15" fmla="*/ -17 h 95915"/>
              <a:gd name="csX16" fmla="*/ 123613 w 136290"/>
              <a:gd name="csY16" fmla="*/ 62443 h 95915"/>
              <a:gd name="csX17" fmla="*/ 136292 w 136290"/>
              <a:gd name="csY17" fmla="*/ 62443 h 95915"/>
              <a:gd name="csX18" fmla="*/ 136292 w 136290"/>
              <a:gd name="csY18" fmla="*/ 73061 h 95915"/>
              <a:gd name="csX19" fmla="*/ 123613 w 136290"/>
              <a:gd name="csY19" fmla="*/ 73061 h 95915"/>
              <a:gd name="csX20" fmla="*/ 123613 w 136290"/>
              <a:gd name="csY20" fmla="*/ 95898 h 95915"/>
              <a:gd name="csX21" fmla="*/ 110597 w 136290"/>
              <a:gd name="csY21" fmla="*/ 95898 h 95915"/>
              <a:gd name="csX22" fmla="*/ 110597 w 136290"/>
              <a:gd name="csY22" fmla="*/ 73061 h 95915"/>
              <a:gd name="csX23" fmla="*/ 69951 w 136290"/>
              <a:gd name="csY23" fmla="*/ 73061 h 95915"/>
              <a:gd name="csX24" fmla="*/ 69951 w 136290"/>
              <a:gd name="csY24" fmla="*/ 60733 h 959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36290" h="95915">
                <a:moveTo>
                  <a:pt x="1601" y="84936"/>
                </a:moveTo>
                <a:lnTo>
                  <a:pt x="21814" y="84936"/>
                </a:lnTo>
                <a:lnTo>
                  <a:pt x="21814" y="11741"/>
                </a:lnTo>
                <a:lnTo>
                  <a:pt x="1" y="16543"/>
                </a:lnTo>
                <a:lnTo>
                  <a:pt x="1" y="4777"/>
                </a:lnTo>
                <a:lnTo>
                  <a:pt x="21581" y="-17"/>
                </a:lnTo>
                <a:lnTo>
                  <a:pt x="34603" y="-17"/>
                </a:lnTo>
                <a:lnTo>
                  <a:pt x="34603" y="84936"/>
                </a:lnTo>
                <a:lnTo>
                  <a:pt x="54466" y="84936"/>
                </a:lnTo>
                <a:lnTo>
                  <a:pt x="54466" y="95898"/>
                </a:lnTo>
                <a:lnTo>
                  <a:pt x="1601" y="95898"/>
                </a:lnTo>
                <a:close/>
                <a:moveTo>
                  <a:pt x="110597" y="11858"/>
                </a:moveTo>
                <a:lnTo>
                  <a:pt x="80453" y="62443"/>
                </a:lnTo>
                <a:lnTo>
                  <a:pt x="110597" y="62443"/>
                </a:lnTo>
                <a:close/>
                <a:moveTo>
                  <a:pt x="108544" y="-17"/>
                </a:moveTo>
                <a:lnTo>
                  <a:pt x="123613" y="-17"/>
                </a:lnTo>
                <a:lnTo>
                  <a:pt x="123613" y="62443"/>
                </a:lnTo>
                <a:lnTo>
                  <a:pt x="136292" y="62443"/>
                </a:lnTo>
                <a:lnTo>
                  <a:pt x="136292" y="73061"/>
                </a:lnTo>
                <a:lnTo>
                  <a:pt x="123613" y="73061"/>
                </a:lnTo>
                <a:lnTo>
                  <a:pt x="123613" y="95898"/>
                </a:lnTo>
                <a:lnTo>
                  <a:pt x="110597" y="95898"/>
                </a:lnTo>
                <a:lnTo>
                  <a:pt x="110597" y="73061"/>
                </a:lnTo>
                <a:lnTo>
                  <a:pt x="69951" y="73061"/>
                </a:lnTo>
                <a:lnTo>
                  <a:pt x="69951" y="60733"/>
                </a:lnTo>
                <a:close/>
              </a:path>
            </a:pathLst>
          </a:custGeom>
          <a:solidFill>
            <a:srgbClr val="000000"/>
          </a:solidFill>
          <a:ln w="7300" cap="sq">
            <a:noFill/>
            <a:prstDash val="solid"/>
            <a:miter/>
          </a:ln>
        </p:spPr>
        <p:txBody>
          <a:bodyPr/>
          <a:lstStyle/>
          <a:p>
            <a:endParaRPr lang="en-GB"/>
          </a:p>
        </p:txBody>
      </p:sp>
      <p:sp>
        <p:nvSpPr>
          <p:cNvPr id="94" name="Freeform: Shape 93">
            <a:extLst>
              <a:ext uri="{FF2B5EF4-FFF2-40B4-BE49-F238E27FC236}">
                <a16:creationId xmlns:a16="http://schemas.microsoft.com/office/drawing/2014/main" id="{AAF4F19C-BB12-53E3-5FDB-1866481B672B}"/>
              </a:ext>
            </a:extLst>
          </p:cNvPr>
          <p:cNvSpPr/>
          <p:nvPr/>
        </p:nvSpPr>
        <p:spPr>
          <a:xfrm>
            <a:off x="2091662"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95" name="Freeform: Shape 94">
            <a:extLst>
              <a:ext uri="{FF2B5EF4-FFF2-40B4-BE49-F238E27FC236}">
                <a16:creationId xmlns:a16="http://schemas.microsoft.com/office/drawing/2014/main" id="{549F30C0-CAAC-F582-8B57-8703F3E3E3A7}"/>
              </a:ext>
            </a:extLst>
          </p:cNvPr>
          <p:cNvSpPr/>
          <p:nvPr/>
        </p:nvSpPr>
        <p:spPr>
          <a:xfrm>
            <a:off x="2032622" y="4315561"/>
            <a:ext cx="134120" cy="99452"/>
          </a:xfrm>
          <a:custGeom>
            <a:avLst/>
            <a:gdLst>
              <a:gd name="csX0" fmla="*/ 1601 w 134120"/>
              <a:gd name="csY0" fmla="*/ 86647 h 99452"/>
              <a:gd name="csX1" fmla="*/ 21814 w 134120"/>
              <a:gd name="csY1" fmla="*/ 86647 h 99452"/>
              <a:gd name="csX2" fmla="*/ 21814 w 134120"/>
              <a:gd name="csY2" fmla="*/ 13452 h 99452"/>
              <a:gd name="csX3" fmla="*/ 1 w 134120"/>
              <a:gd name="csY3" fmla="*/ 18253 h 99452"/>
              <a:gd name="csX4" fmla="*/ 1 w 134120"/>
              <a:gd name="csY4" fmla="*/ 6487 h 99452"/>
              <a:gd name="csX5" fmla="*/ 21581 w 134120"/>
              <a:gd name="csY5" fmla="*/ 1693 h 99452"/>
              <a:gd name="csX6" fmla="*/ 34603 w 134120"/>
              <a:gd name="csY6" fmla="*/ 1693 h 99452"/>
              <a:gd name="csX7" fmla="*/ 34603 w 134120"/>
              <a:gd name="csY7" fmla="*/ 86647 h 99452"/>
              <a:gd name="csX8" fmla="*/ 54466 w 134120"/>
              <a:gd name="csY8" fmla="*/ 86647 h 99452"/>
              <a:gd name="csX9" fmla="*/ 54466 w 134120"/>
              <a:gd name="csY9" fmla="*/ 97608 h 99452"/>
              <a:gd name="csX10" fmla="*/ 1601 w 134120"/>
              <a:gd name="csY10" fmla="*/ 97608 h 99452"/>
              <a:gd name="csX11" fmla="*/ 127040 w 134120"/>
              <a:gd name="csY11" fmla="*/ 3864 h 99452"/>
              <a:gd name="csX12" fmla="*/ 127040 w 134120"/>
              <a:gd name="csY12" fmla="*/ 15739 h 99452"/>
              <a:gd name="csX13" fmla="*/ 118475 w 134120"/>
              <a:gd name="csY13" fmla="*/ 12195 h 99452"/>
              <a:gd name="csX14" fmla="*/ 108997 w 134120"/>
              <a:gd name="csY14" fmla="*/ 10945 h 99452"/>
              <a:gd name="csX15" fmla="*/ 90274 w 134120"/>
              <a:gd name="csY15" fmla="*/ 20189 h 99452"/>
              <a:gd name="csX16" fmla="*/ 83880 w 134120"/>
              <a:gd name="csY16" fmla="*/ 47484 h 99452"/>
              <a:gd name="csX17" fmla="*/ 92445 w 134120"/>
              <a:gd name="csY17" fmla="*/ 37662 h 99452"/>
              <a:gd name="csX18" fmla="*/ 104999 w 134120"/>
              <a:gd name="csY18" fmla="*/ 34235 h 99452"/>
              <a:gd name="csX19" fmla="*/ 126470 w 134120"/>
              <a:gd name="csY19" fmla="*/ 42800 h 99452"/>
              <a:gd name="csX20" fmla="*/ 134121 w 134120"/>
              <a:gd name="csY20" fmla="*/ 66894 h 99452"/>
              <a:gd name="csX21" fmla="*/ 126243 w 134120"/>
              <a:gd name="csY21" fmla="*/ 90987 h 99452"/>
              <a:gd name="csX22" fmla="*/ 104203 w 134120"/>
              <a:gd name="csY22" fmla="*/ 99435 h 99452"/>
              <a:gd name="csX23" fmla="*/ 79766 w 134120"/>
              <a:gd name="csY23" fmla="*/ 87443 h 99452"/>
              <a:gd name="csX24" fmla="*/ 72005 w 134120"/>
              <a:gd name="csY24" fmla="*/ 49764 h 99452"/>
              <a:gd name="csX25" fmla="*/ 81366 w 134120"/>
              <a:gd name="csY25" fmla="*/ 12772 h 99452"/>
              <a:gd name="csX26" fmla="*/ 108427 w 134120"/>
              <a:gd name="csY26" fmla="*/ -17 h 99452"/>
              <a:gd name="csX27" fmla="*/ 117905 w 134120"/>
              <a:gd name="csY27" fmla="*/ 1006 h 99452"/>
              <a:gd name="csX28" fmla="*/ 127040 w 134120"/>
              <a:gd name="csY28" fmla="*/ 3864 h 99452"/>
              <a:gd name="csX29" fmla="*/ 103976 w 134120"/>
              <a:gd name="csY29" fmla="*/ 44400 h 99452"/>
              <a:gd name="csX30" fmla="*/ 90844 w 134120"/>
              <a:gd name="csY30" fmla="*/ 50334 h 99452"/>
              <a:gd name="csX31" fmla="*/ 86160 w 134120"/>
              <a:gd name="csY31" fmla="*/ 66894 h 99452"/>
              <a:gd name="csX32" fmla="*/ 90844 w 134120"/>
              <a:gd name="csY32" fmla="*/ 83336 h 99452"/>
              <a:gd name="csX33" fmla="*/ 103976 w 134120"/>
              <a:gd name="csY33" fmla="*/ 89270 h 99452"/>
              <a:gd name="csX34" fmla="*/ 116875 w 134120"/>
              <a:gd name="csY34" fmla="*/ 83680 h 99452"/>
              <a:gd name="csX35" fmla="*/ 121332 w 134120"/>
              <a:gd name="csY35" fmla="*/ 66894 h 99452"/>
              <a:gd name="csX36" fmla="*/ 116875 w 134120"/>
              <a:gd name="csY36" fmla="*/ 50107 h 99452"/>
              <a:gd name="csX37" fmla="*/ 103976 w 134120"/>
              <a:gd name="csY37"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34120" h="99452">
                <a:moveTo>
                  <a:pt x="1601" y="86647"/>
                </a:moveTo>
                <a:lnTo>
                  <a:pt x="21814" y="86647"/>
                </a:lnTo>
                <a:lnTo>
                  <a:pt x="21814" y="13452"/>
                </a:lnTo>
                <a:lnTo>
                  <a:pt x="1" y="18253"/>
                </a:lnTo>
                <a:lnTo>
                  <a:pt x="1" y="6487"/>
                </a:lnTo>
                <a:lnTo>
                  <a:pt x="21581" y="1693"/>
                </a:lnTo>
                <a:lnTo>
                  <a:pt x="34603" y="1693"/>
                </a:lnTo>
                <a:lnTo>
                  <a:pt x="34603" y="86647"/>
                </a:lnTo>
                <a:lnTo>
                  <a:pt x="54466" y="86647"/>
                </a:lnTo>
                <a:lnTo>
                  <a:pt x="54466" y="97608"/>
                </a:lnTo>
                <a:lnTo>
                  <a:pt x="1601" y="97608"/>
                </a:lnTo>
                <a:close/>
                <a:moveTo>
                  <a:pt x="127040" y="3864"/>
                </a:moveTo>
                <a:lnTo>
                  <a:pt x="127040" y="15739"/>
                </a:lnTo>
                <a:cubicBezTo>
                  <a:pt x="124372" y="14219"/>
                  <a:pt x="121522" y="13035"/>
                  <a:pt x="118475" y="12195"/>
                </a:cubicBezTo>
                <a:cubicBezTo>
                  <a:pt x="115435" y="11361"/>
                  <a:pt x="112271" y="10945"/>
                  <a:pt x="108997" y="10945"/>
                </a:cubicBezTo>
                <a:cubicBezTo>
                  <a:pt x="100776" y="10945"/>
                  <a:pt x="94535" y="14022"/>
                  <a:pt x="90274" y="20189"/>
                </a:cubicBezTo>
                <a:cubicBezTo>
                  <a:pt x="86006" y="26357"/>
                  <a:pt x="83880" y="35455"/>
                  <a:pt x="83880" y="47484"/>
                </a:cubicBezTo>
                <a:cubicBezTo>
                  <a:pt x="85933" y="43216"/>
                  <a:pt x="88791" y="39942"/>
                  <a:pt x="92445" y="37662"/>
                </a:cubicBezTo>
                <a:cubicBezTo>
                  <a:pt x="96099" y="35375"/>
                  <a:pt x="100286" y="34235"/>
                  <a:pt x="104999" y="34235"/>
                </a:cubicBezTo>
                <a:cubicBezTo>
                  <a:pt x="114215" y="34235"/>
                  <a:pt x="121369" y="37092"/>
                  <a:pt x="126470" y="42800"/>
                </a:cubicBezTo>
                <a:cubicBezTo>
                  <a:pt x="131571" y="48434"/>
                  <a:pt x="134121" y="56465"/>
                  <a:pt x="134121" y="66894"/>
                </a:cubicBezTo>
                <a:cubicBezTo>
                  <a:pt x="134121" y="77249"/>
                  <a:pt x="131490" y="85280"/>
                  <a:pt x="126243" y="90987"/>
                </a:cubicBezTo>
                <a:cubicBezTo>
                  <a:pt x="121062" y="96622"/>
                  <a:pt x="113718" y="99435"/>
                  <a:pt x="104203" y="99435"/>
                </a:cubicBezTo>
                <a:cubicBezTo>
                  <a:pt x="93088" y="99435"/>
                  <a:pt x="84947" y="95438"/>
                  <a:pt x="79766" y="87443"/>
                </a:cubicBezTo>
                <a:cubicBezTo>
                  <a:pt x="74592" y="79456"/>
                  <a:pt x="72005" y="66894"/>
                  <a:pt x="72005" y="49764"/>
                </a:cubicBezTo>
                <a:cubicBezTo>
                  <a:pt x="72005" y="33548"/>
                  <a:pt x="75125" y="21220"/>
                  <a:pt x="81366" y="12772"/>
                </a:cubicBezTo>
                <a:cubicBezTo>
                  <a:pt x="87607" y="4244"/>
                  <a:pt x="96632" y="-17"/>
                  <a:pt x="108427" y="-17"/>
                </a:cubicBezTo>
                <a:cubicBezTo>
                  <a:pt x="111547" y="-17"/>
                  <a:pt x="114711" y="319"/>
                  <a:pt x="117905" y="1006"/>
                </a:cubicBezTo>
                <a:cubicBezTo>
                  <a:pt x="121106" y="1620"/>
                  <a:pt x="124146" y="2570"/>
                  <a:pt x="127040" y="3864"/>
                </a:cubicBezTo>
                <a:close/>
                <a:moveTo>
                  <a:pt x="103976" y="44400"/>
                </a:moveTo>
                <a:cubicBezTo>
                  <a:pt x="98415" y="44400"/>
                  <a:pt x="94038" y="46380"/>
                  <a:pt x="90844" y="50334"/>
                </a:cubicBezTo>
                <a:cubicBezTo>
                  <a:pt x="87724" y="54295"/>
                  <a:pt x="86160" y="59812"/>
                  <a:pt x="86160" y="66894"/>
                </a:cubicBezTo>
                <a:cubicBezTo>
                  <a:pt x="86160" y="73894"/>
                  <a:pt x="87724" y="79375"/>
                  <a:pt x="90844" y="83336"/>
                </a:cubicBezTo>
                <a:cubicBezTo>
                  <a:pt x="94038" y="87297"/>
                  <a:pt x="98415" y="89270"/>
                  <a:pt x="103976" y="89270"/>
                </a:cubicBezTo>
                <a:cubicBezTo>
                  <a:pt x="109684" y="89270"/>
                  <a:pt x="113988" y="87407"/>
                  <a:pt x="116875" y="83680"/>
                </a:cubicBezTo>
                <a:cubicBezTo>
                  <a:pt x="119849" y="79872"/>
                  <a:pt x="121332" y="74274"/>
                  <a:pt x="121332" y="66894"/>
                </a:cubicBezTo>
                <a:cubicBezTo>
                  <a:pt x="121332" y="59432"/>
                  <a:pt x="119849" y="53835"/>
                  <a:pt x="116875" y="50107"/>
                </a:cubicBezTo>
                <a:cubicBezTo>
                  <a:pt x="113988" y="46300"/>
                  <a:pt x="109684" y="44400"/>
                  <a:pt x="103976" y="44400"/>
                </a:cubicBezTo>
                <a:close/>
              </a:path>
            </a:pathLst>
          </a:custGeom>
          <a:solidFill>
            <a:srgbClr val="000000"/>
          </a:solidFill>
          <a:ln w="7300" cap="sq">
            <a:noFill/>
            <a:prstDash val="solid"/>
            <a:miter/>
          </a:ln>
        </p:spPr>
        <p:txBody>
          <a:bodyPr/>
          <a:lstStyle/>
          <a:p>
            <a:endParaRPr lang="en-GB"/>
          </a:p>
        </p:txBody>
      </p:sp>
      <p:sp>
        <p:nvSpPr>
          <p:cNvPr id="96" name="Freeform: Shape 95">
            <a:extLst>
              <a:ext uri="{FF2B5EF4-FFF2-40B4-BE49-F238E27FC236}">
                <a16:creationId xmlns:a16="http://schemas.microsoft.com/office/drawing/2014/main" id="{96E75A03-7853-E4F0-BCDF-EAAC1D387CDE}"/>
              </a:ext>
            </a:extLst>
          </p:cNvPr>
          <p:cNvSpPr/>
          <p:nvPr/>
        </p:nvSpPr>
        <p:spPr>
          <a:xfrm>
            <a:off x="2301988"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97" name="Freeform: Shape 96">
            <a:extLst>
              <a:ext uri="{FF2B5EF4-FFF2-40B4-BE49-F238E27FC236}">
                <a16:creationId xmlns:a16="http://schemas.microsoft.com/office/drawing/2014/main" id="{283F49DD-6805-466A-B4B0-DCCE48ABD3AD}"/>
              </a:ext>
            </a:extLst>
          </p:cNvPr>
          <p:cNvSpPr/>
          <p:nvPr/>
        </p:nvSpPr>
        <p:spPr>
          <a:xfrm>
            <a:off x="2244549" y="4315561"/>
            <a:ext cx="134229" cy="99452"/>
          </a:xfrm>
          <a:custGeom>
            <a:avLst/>
            <a:gdLst>
              <a:gd name="csX0" fmla="*/ 1601 w 134229"/>
              <a:gd name="csY0" fmla="*/ 86647 h 99452"/>
              <a:gd name="csX1" fmla="*/ 21814 w 134229"/>
              <a:gd name="csY1" fmla="*/ 86647 h 99452"/>
              <a:gd name="csX2" fmla="*/ 21814 w 134229"/>
              <a:gd name="csY2" fmla="*/ 13452 h 99452"/>
              <a:gd name="csX3" fmla="*/ 1 w 134229"/>
              <a:gd name="csY3" fmla="*/ 18253 h 99452"/>
              <a:gd name="csX4" fmla="*/ 1 w 134229"/>
              <a:gd name="csY4" fmla="*/ 6487 h 99452"/>
              <a:gd name="csX5" fmla="*/ 21581 w 134229"/>
              <a:gd name="csY5" fmla="*/ 1693 h 99452"/>
              <a:gd name="csX6" fmla="*/ 34603 w 134229"/>
              <a:gd name="csY6" fmla="*/ 1693 h 99452"/>
              <a:gd name="csX7" fmla="*/ 34603 w 134229"/>
              <a:gd name="csY7" fmla="*/ 86647 h 99452"/>
              <a:gd name="csX8" fmla="*/ 54466 w 134229"/>
              <a:gd name="csY8" fmla="*/ 86647 h 99452"/>
              <a:gd name="csX9" fmla="*/ 54466 w 134229"/>
              <a:gd name="csY9" fmla="*/ 97608 h 99452"/>
              <a:gd name="csX10" fmla="*/ 1601 w 134229"/>
              <a:gd name="csY10" fmla="*/ 97608 h 99452"/>
              <a:gd name="csX11" fmla="*/ 103063 w 134229"/>
              <a:gd name="csY11" fmla="*/ 52051 h 99452"/>
              <a:gd name="csX12" fmla="*/ 89587 w 134229"/>
              <a:gd name="csY12" fmla="*/ 56962 h 99452"/>
              <a:gd name="csX13" fmla="*/ 84903 w 134229"/>
              <a:gd name="csY13" fmla="*/ 70657 h 99452"/>
              <a:gd name="csX14" fmla="*/ 89704 w 134229"/>
              <a:gd name="csY14" fmla="*/ 84366 h 99452"/>
              <a:gd name="csX15" fmla="*/ 103063 w 134229"/>
              <a:gd name="csY15" fmla="*/ 89270 h 99452"/>
              <a:gd name="csX16" fmla="*/ 116422 w 134229"/>
              <a:gd name="csY16" fmla="*/ 84476 h 99452"/>
              <a:gd name="csX17" fmla="*/ 121216 w 134229"/>
              <a:gd name="csY17" fmla="*/ 70657 h 99452"/>
              <a:gd name="csX18" fmla="*/ 116422 w 134229"/>
              <a:gd name="csY18" fmla="*/ 56962 h 99452"/>
              <a:gd name="csX19" fmla="*/ 103063 w 134229"/>
              <a:gd name="csY19" fmla="*/ 52051 h 99452"/>
              <a:gd name="csX20" fmla="*/ 91758 w 134229"/>
              <a:gd name="csY20" fmla="*/ 46680 h 99452"/>
              <a:gd name="csX21" fmla="*/ 78742 w 134229"/>
              <a:gd name="csY21" fmla="*/ 38802 h 99452"/>
              <a:gd name="csX22" fmla="*/ 74058 w 134229"/>
              <a:gd name="csY22" fmla="*/ 24874 h 99452"/>
              <a:gd name="csX23" fmla="*/ 81826 w 134229"/>
              <a:gd name="csY23" fmla="*/ 6714 h 99452"/>
              <a:gd name="csX24" fmla="*/ 103063 w 134229"/>
              <a:gd name="csY24" fmla="*/ -17 h 99452"/>
              <a:gd name="csX25" fmla="*/ 124182 w 134229"/>
              <a:gd name="csY25" fmla="*/ 6714 h 99452"/>
              <a:gd name="csX26" fmla="*/ 131951 w 134229"/>
              <a:gd name="csY26" fmla="*/ 24874 h 99452"/>
              <a:gd name="csX27" fmla="*/ 127266 w 134229"/>
              <a:gd name="csY27" fmla="*/ 38802 h 99452"/>
              <a:gd name="csX28" fmla="*/ 114368 w 134229"/>
              <a:gd name="csY28" fmla="*/ 46680 h 99452"/>
              <a:gd name="csX29" fmla="*/ 129093 w 134229"/>
              <a:gd name="csY29" fmla="*/ 55245 h 99452"/>
              <a:gd name="csX30" fmla="*/ 134231 w 134229"/>
              <a:gd name="csY30" fmla="*/ 71804 h 99452"/>
              <a:gd name="csX31" fmla="*/ 125900 w 134229"/>
              <a:gd name="csY31" fmla="*/ 92127 h 99452"/>
              <a:gd name="csX32" fmla="*/ 103063 w 134229"/>
              <a:gd name="csY32" fmla="*/ 99435 h 99452"/>
              <a:gd name="csX33" fmla="*/ 80109 w 134229"/>
              <a:gd name="csY33" fmla="*/ 92244 h 99452"/>
              <a:gd name="csX34" fmla="*/ 71888 w 134229"/>
              <a:gd name="csY34" fmla="*/ 72031 h 99452"/>
              <a:gd name="csX35" fmla="*/ 76915 w 134229"/>
              <a:gd name="csY35" fmla="*/ 55245 h 99452"/>
              <a:gd name="csX36" fmla="*/ 91758 w 134229"/>
              <a:gd name="csY36" fmla="*/ 46680 h 99452"/>
              <a:gd name="csX37" fmla="*/ 86964 w 134229"/>
              <a:gd name="csY37" fmla="*/ 26014 h 99452"/>
              <a:gd name="csX38" fmla="*/ 91071 w 134229"/>
              <a:gd name="csY38" fmla="*/ 37889 h 99452"/>
              <a:gd name="csX39" fmla="*/ 103063 w 134229"/>
              <a:gd name="csY39" fmla="*/ 41886 h 99452"/>
              <a:gd name="csX40" fmla="*/ 114938 w 134229"/>
              <a:gd name="csY40" fmla="*/ 37889 h 99452"/>
              <a:gd name="csX41" fmla="*/ 119045 w 134229"/>
              <a:gd name="csY41" fmla="*/ 26014 h 99452"/>
              <a:gd name="csX42" fmla="*/ 114938 w 134229"/>
              <a:gd name="csY42" fmla="*/ 14138 h 99452"/>
              <a:gd name="csX43" fmla="*/ 103063 w 134229"/>
              <a:gd name="csY43" fmla="*/ 10031 h 99452"/>
              <a:gd name="csX44" fmla="*/ 91071 w 134229"/>
              <a:gd name="csY44" fmla="*/ 14138 h 99452"/>
              <a:gd name="csX45" fmla="*/ 86964 w 134229"/>
              <a:gd name="csY45"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134229" h="99452">
                <a:moveTo>
                  <a:pt x="1601" y="86647"/>
                </a:moveTo>
                <a:lnTo>
                  <a:pt x="21814" y="86647"/>
                </a:lnTo>
                <a:lnTo>
                  <a:pt x="21814" y="13452"/>
                </a:lnTo>
                <a:lnTo>
                  <a:pt x="1" y="18253"/>
                </a:lnTo>
                <a:lnTo>
                  <a:pt x="1" y="6487"/>
                </a:lnTo>
                <a:lnTo>
                  <a:pt x="21581" y="1693"/>
                </a:lnTo>
                <a:lnTo>
                  <a:pt x="34603" y="1693"/>
                </a:lnTo>
                <a:lnTo>
                  <a:pt x="34603" y="86647"/>
                </a:lnTo>
                <a:lnTo>
                  <a:pt x="54466" y="86647"/>
                </a:lnTo>
                <a:lnTo>
                  <a:pt x="54466" y="97608"/>
                </a:lnTo>
                <a:lnTo>
                  <a:pt x="1601" y="97608"/>
                </a:lnTo>
                <a:close/>
                <a:moveTo>
                  <a:pt x="103063" y="52051"/>
                </a:moveTo>
                <a:cubicBezTo>
                  <a:pt x="97275" y="52051"/>
                  <a:pt x="92788" y="53688"/>
                  <a:pt x="89587" y="56962"/>
                </a:cubicBezTo>
                <a:cubicBezTo>
                  <a:pt x="86467" y="60156"/>
                  <a:pt x="84903" y="64723"/>
                  <a:pt x="84903" y="70657"/>
                </a:cubicBezTo>
                <a:cubicBezTo>
                  <a:pt x="84903" y="76525"/>
                  <a:pt x="86503" y="81093"/>
                  <a:pt x="89704" y="84366"/>
                </a:cubicBezTo>
                <a:cubicBezTo>
                  <a:pt x="92898" y="87633"/>
                  <a:pt x="97355" y="89270"/>
                  <a:pt x="103063" y="89270"/>
                </a:cubicBezTo>
                <a:cubicBezTo>
                  <a:pt x="108843" y="89270"/>
                  <a:pt x="113301" y="87677"/>
                  <a:pt x="116422" y="84476"/>
                </a:cubicBezTo>
                <a:cubicBezTo>
                  <a:pt x="119615" y="81202"/>
                  <a:pt x="121216" y="76598"/>
                  <a:pt x="121216" y="70657"/>
                </a:cubicBezTo>
                <a:cubicBezTo>
                  <a:pt x="121216" y="64796"/>
                  <a:pt x="119615" y="60229"/>
                  <a:pt x="116422" y="56962"/>
                </a:cubicBezTo>
                <a:cubicBezTo>
                  <a:pt x="113221" y="53688"/>
                  <a:pt x="108770" y="52051"/>
                  <a:pt x="103063" y="52051"/>
                </a:cubicBezTo>
                <a:close/>
                <a:moveTo>
                  <a:pt x="91758" y="46680"/>
                </a:moveTo>
                <a:cubicBezTo>
                  <a:pt x="86204" y="45233"/>
                  <a:pt x="81863" y="42610"/>
                  <a:pt x="78742" y="38802"/>
                </a:cubicBezTo>
                <a:cubicBezTo>
                  <a:pt x="75622" y="34922"/>
                  <a:pt x="74058" y="30274"/>
                  <a:pt x="74058" y="24874"/>
                </a:cubicBezTo>
                <a:cubicBezTo>
                  <a:pt x="74058" y="17259"/>
                  <a:pt x="76645" y="11208"/>
                  <a:pt x="81826" y="6714"/>
                </a:cubicBezTo>
                <a:cubicBezTo>
                  <a:pt x="87073" y="2227"/>
                  <a:pt x="94155" y="-17"/>
                  <a:pt x="103063" y="-17"/>
                </a:cubicBezTo>
                <a:cubicBezTo>
                  <a:pt x="111971" y="-17"/>
                  <a:pt x="119009" y="2227"/>
                  <a:pt x="124182" y="6714"/>
                </a:cubicBezTo>
                <a:cubicBezTo>
                  <a:pt x="129364" y="11208"/>
                  <a:pt x="131951" y="17259"/>
                  <a:pt x="131951" y="24874"/>
                </a:cubicBezTo>
                <a:cubicBezTo>
                  <a:pt x="131951" y="30274"/>
                  <a:pt x="130387" y="34922"/>
                  <a:pt x="127266" y="38802"/>
                </a:cubicBezTo>
                <a:cubicBezTo>
                  <a:pt x="124226" y="42610"/>
                  <a:pt x="119922" y="45233"/>
                  <a:pt x="114368" y="46680"/>
                </a:cubicBezTo>
                <a:cubicBezTo>
                  <a:pt x="120762" y="48054"/>
                  <a:pt x="125673" y="50904"/>
                  <a:pt x="129093" y="55245"/>
                </a:cubicBezTo>
                <a:cubicBezTo>
                  <a:pt x="132521" y="59505"/>
                  <a:pt x="134231" y="65030"/>
                  <a:pt x="134231" y="71804"/>
                </a:cubicBezTo>
                <a:cubicBezTo>
                  <a:pt x="134231" y="80479"/>
                  <a:pt x="131454" y="87253"/>
                  <a:pt x="125900" y="92127"/>
                </a:cubicBezTo>
                <a:cubicBezTo>
                  <a:pt x="120419" y="97002"/>
                  <a:pt x="112804" y="99435"/>
                  <a:pt x="103063" y="99435"/>
                </a:cubicBezTo>
                <a:cubicBezTo>
                  <a:pt x="93241" y="99435"/>
                  <a:pt x="85590" y="97038"/>
                  <a:pt x="80109" y="92244"/>
                </a:cubicBezTo>
                <a:cubicBezTo>
                  <a:pt x="74628" y="87370"/>
                  <a:pt x="71888" y="80632"/>
                  <a:pt x="71888" y="72031"/>
                </a:cubicBezTo>
                <a:cubicBezTo>
                  <a:pt x="71888" y="65183"/>
                  <a:pt x="73561" y="59586"/>
                  <a:pt x="76915" y="55245"/>
                </a:cubicBezTo>
                <a:cubicBezTo>
                  <a:pt x="80335" y="50904"/>
                  <a:pt x="85290" y="48054"/>
                  <a:pt x="91758" y="46680"/>
                </a:cubicBezTo>
                <a:close/>
                <a:moveTo>
                  <a:pt x="86964" y="26014"/>
                </a:moveTo>
                <a:cubicBezTo>
                  <a:pt x="86964" y="31188"/>
                  <a:pt x="88330" y="35148"/>
                  <a:pt x="91071" y="37889"/>
                </a:cubicBezTo>
                <a:cubicBezTo>
                  <a:pt x="93811" y="40556"/>
                  <a:pt x="97809" y="41886"/>
                  <a:pt x="103063" y="41886"/>
                </a:cubicBezTo>
                <a:cubicBezTo>
                  <a:pt x="108237" y="41886"/>
                  <a:pt x="112198" y="40556"/>
                  <a:pt x="114938" y="37889"/>
                </a:cubicBezTo>
                <a:cubicBezTo>
                  <a:pt x="117679" y="35148"/>
                  <a:pt x="119045" y="31188"/>
                  <a:pt x="119045" y="26014"/>
                </a:cubicBezTo>
                <a:cubicBezTo>
                  <a:pt x="119045" y="20840"/>
                  <a:pt x="117679" y="16879"/>
                  <a:pt x="114938" y="14138"/>
                </a:cubicBezTo>
                <a:cubicBezTo>
                  <a:pt x="112271" y="11398"/>
                  <a:pt x="108317" y="10031"/>
                  <a:pt x="103063" y="10031"/>
                </a:cubicBezTo>
                <a:cubicBezTo>
                  <a:pt x="97809" y="10031"/>
                  <a:pt x="93811" y="11398"/>
                  <a:pt x="91071" y="14138"/>
                </a:cubicBezTo>
                <a:cubicBezTo>
                  <a:pt x="88330" y="16879"/>
                  <a:pt x="86964" y="20840"/>
                  <a:pt x="86964" y="26014"/>
                </a:cubicBezTo>
                <a:close/>
              </a:path>
            </a:pathLst>
          </a:custGeom>
          <a:solidFill>
            <a:srgbClr val="000000"/>
          </a:solidFill>
          <a:ln w="7300" cap="sq">
            <a:noFill/>
            <a:prstDash val="solid"/>
            <a:miter/>
          </a:ln>
        </p:spPr>
        <p:txBody>
          <a:bodyPr/>
          <a:lstStyle/>
          <a:p>
            <a:endParaRPr lang="en-GB"/>
          </a:p>
        </p:txBody>
      </p:sp>
      <p:sp>
        <p:nvSpPr>
          <p:cNvPr id="98" name="Freeform: Shape 97">
            <a:extLst>
              <a:ext uri="{FF2B5EF4-FFF2-40B4-BE49-F238E27FC236}">
                <a16:creationId xmlns:a16="http://schemas.microsoft.com/office/drawing/2014/main" id="{DF39A703-A80A-2F0B-EC11-29BFDF35B8C1}"/>
              </a:ext>
            </a:extLst>
          </p:cNvPr>
          <p:cNvSpPr/>
          <p:nvPr/>
        </p:nvSpPr>
        <p:spPr>
          <a:xfrm>
            <a:off x="2512322"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99" name="Freeform: Shape 98">
            <a:extLst>
              <a:ext uri="{FF2B5EF4-FFF2-40B4-BE49-F238E27FC236}">
                <a16:creationId xmlns:a16="http://schemas.microsoft.com/office/drawing/2014/main" id="{DD7B1DB4-379B-E568-5DA3-5CB3E0F7444C}"/>
              </a:ext>
            </a:extLst>
          </p:cNvPr>
          <p:cNvSpPr/>
          <p:nvPr/>
        </p:nvSpPr>
        <p:spPr>
          <a:xfrm>
            <a:off x="2443234" y="4315561"/>
            <a:ext cx="140054" cy="99452"/>
          </a:xfrm>
          <a:custGeom>
            <a:avLst/>
            <a:gdLst>
              <a:gd name="csX0" fmla="*/ 14156 w 140054"/>
              <a:gd name="csY0" fmla="*/ 86647 h 99452"/>
              <a:gd name="csX1" fmla="*/ 58230 w 140054"/>
              <a:gd name="csY1" fmla="*/ 86647 h 99452"/>
              <a:gd name="csX2" fmla="*/ 58230 w 140054"/>
              <a:gd name="csY2" fmla="*/ 97608 h 99452"/>
              <a:gd name="csX3" fmla="*/ 1 w 140054"/>
              <a:gd name="csY3" fmla="*/ 97608 h 99452"/>
              <a:gd name="csX4" fmla="*/ 1 w 140054"/>
              <a:gd name="csY4" fmla="*/ 86647 h 99452"/>
              <a:gd name="csX5" fmla="*/ 20894 w 140054"/>
              <a:gd name="csY5" fmla="*/ 64380 h 99452"/>
              <a:gd name="csX6" fmla="*/ 33339 w 140054"/>
              <a:gd name="csY6" fmla="*/ 50678 h 99452"/>
              <a:gd name="csX7" fmla="*/ 42021 w 140054"/>
              <a:gd name="csY7" fmla="*/ 38006 h 99452"/>
              <a:gd name="csX8" fmla="*/ 44301 w 140054"/>
              <a:gd name="csY8" fmla="*/ 28067 h 99452"/>
              <a:gd name="csX9" fmla="*/ 39507 w 140054"/>
              <a:gd name="csY9" fmla="*/ 15512 h 99452"/>
              <a:gd name="csX10" fmla="*/ 26601 w 140054"/>
              <a:gd name="csY10" fmla="*/ 10945 h 99452"/>
              <a:gd name="csX11" fmla="*/ 14273 w 140054"/>
              <a:gd name="csY11" fmla="*/ 13115 h 99452"/>
              <a:gd name="csX12" fmla="*/ 688 w 140054"/>
              <a:gd name="csY12" fmla="*/ 19393 h 99452"/>
              <a:gd name="csX13" fmla="*/ 688 w 140054"/>
              <a:gd name="csY13" fmla="*/ 6377 h 99452"/>
              <a:gd name="csX14" fmla="*/ 13703 w 140054"/>
              <a:gd name="csY14" fmla="*/ 1576 h 99452"/>
              <a:gd name="csX15" fmla="*/ 26375 w 140054"/>
              <a:gd name="csY15" fmla="*/ -17 h 99452"/>
              <a:gd name="csX16" fmla="*/ 48985 w 140054"/>
              <a:gd name="csY16" fmla="*/ 7518 h 99452"/>
              <a:gd name="csX17" fmla="*/ 57550 w 140054"/>
              <a:gd name="csY17" fmla="*/ 27044 h 99452"/>
              <a:gd name="csX18" fmla="*/ 54693 w 140054"/>
              <a:gd name="csY18" fmla="*/ 39372 h 99452"/>
              <a:gd name="csX19" fmla="*/ 45441 w 140054"/>
              <a:gd name="csY19" fmla="*/ 53074 h 99452"/>
              <a:gd name="csX20" fmla="*/ 34939 w 140054"/>
              <a:gd name="csY20" fmla="*/ 64606 h 99452"/>
              <a:gd name="csX21" fmla="*/ 14156 w 140054"/>
              <a:gd name="csY21" fmla="*/ 86647 h 99452"/>
              <a:gd name="csX22" fmla="*/ 100432 w 140054"/>
              <a:gd name="csY22" fmla="*/ 49421 h 99452"/>
              <a:gd name="csX23" fmla="*/ 102829 w 140054"/>
              <a:gd name="csY23" fmla="*/ 43370 h 99452"/>
              <a:gd name="csX24" fmla="*/ 108770 w 140054"/>
              <a:gd name="csY24" fmla="*/ 40746 h 99452"/>
              <a:gd name="csX25" fmla="*/ 114931 w 140054"/>
              <a:gd name="csY25" fmla="*/ 43370 h 99452"/>
              <a:gd name="csX26" fmla="*/ 117562 w 140054"/>
              <a:gd name="csY26" fmla="*/ 49421 h 99452"/>
              <a:gd name="csX27" fmla="*/ 114931 w 140054"/>
              <a:gd name="csY27" fmla="*/ 55588 h 99452"/>
              <a:gd name="csX28" fmla="*/ 108770 w 140054"/>
              <a:gd name="csY28" fmla="*/ 57985 h 99452"/>
              <a:gd name="csX29" fmla="*/ 102829 w 140054"/>
              <a:gd name="csY29" fmla="*/ 55588 h 99452"/>
              <a:gd name="csX30" fmla="*/ 100432 w 140054"/>
              <a:gd name="csY30" fmla="*/ 49421 h 99452"/>
              <a:gd name="csX31" fmla="*/ 108997 w 140054"/>
              <a:gd name="csY31" fmla="*/ 10258 h 99452"/>
              <a:gd name="csX32" fmla="*/ 95404 w 140054"/>
              <a:gd name="csY32" fmla="*/ 20080 h 99452"/>
              <a:gd name="csX33" fmla="*/ 90954 w 140054"/>
              <a:gd name="csY33" fmla="*/ 49764 h 99452"/>
              <a:gd name="csX34" fmla="*/ 95404 w 140054"/>
              <a:gd name="csY34" fmla="*/ 79456 h 99452"/>
              <a:gd name="csX35" fmla="*/ 108997 w 140054"/>
              <a:gd name="csY35" fmla="*/ 89160 h 99452"/>
              <a:gd name="csX36" fmla="*/ 122472 w 140054"/>
              <a:gd name="csY36" fmla="*/ 79456 h 99452"/>
              <a:gd name="csX37" fmla="*/ 127040 w 140054"/>
              <a:gd name="csY37" fmla="*/ 49764 h 99452"/>
              <a:gd name="csX38" fmla="*/ 122472 w 140054"/>
              <a:gd name="csY38" fmla="*/ 20080 h 99452"/>
              <a:gd name="csX39" fmla="*/ 108997 w 140054"/>
              <a:gd name="csY39" fmla="*/ 10258 h 99452"/>
              <a:gd name="csX40" fmla="*/ 108997 w 140054"/>
              <a:gd name="csY40" fmla="*/ -17 h 99452"/>
              <a:gd name="csX41" fmla="*/ 132177 w 140054"/>
              <a:gd name="csY41" fmla="*/ 12538 h 99452"/>
              <a:gd name="csX42" fmla="*/ 140055 w 140054"/>
              <a:gd name="csY42" fmla="*/ 49764 h 99452"/>
              <a:gd name="csX43" fmla="*/ 132177 w 140054"/>
              <a:gd name="csY43" fmla="*/ 86873 h 99452"/>
              <a:gd name="csX44" fmla="*/ 108997 w 140054"/>
              <a:gd name="csY44" fmla="*/ 99435 h 99452"/>
              <a:gd name="csX45" fmla="*/ 85700 w 140054"/>
              <a:gd name="csY45" fmla="*/ 86873 h 99452"/>
              <a:gd name="csX46" fmla="*/ 77939 w 140054"/>
              <a:gd name="csY46" fmla="*/ 49764 h 99452"/>
              <a:gd name="csX47" fmla="*/ 85700 w 140054"/>
              <a:gd name="csY47" fmla="*/ 12538 h 99452"/>
              <a:gd name="csX48" fmla="*/ 108997 w 140054"/>
              <a:gd name="csY48"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0054" h="99452">
                <a:moveTo>
                  <a:pt x="14156" y="86647"/>
                </a:moveTo>
                <a:lnTo>
                  <a:pt x="58230" y="86647"/>
                </a:lnTo>
                <a:lnTo>
                  <a:pt x="58230" y="97608"/>
                </a:lnTo>
                <a:lnTo>
                  <a:pt x="1" y="97608"/>
                </a:lnTo>
                <a:lnTo>
                  <a:pt x="1" y="86647"/>
                </a:lnTo>
                <a:cubicBezTo>
                  <a:pt x="7995" y="78272"/>
                  <a:pt x="14960" y="70854"/>
                  <a:pt x="20894" y="64380"/>
                </a:cubicBezTo>
                <a:cubicBezTo>
                  <a:pt x="26908" y="57912"/>
                  <a:pt x="31059" y="53345"/>
                  <a:pt x="33339" y="50678"/>
                </a:cubicBezTo>
                <a:cubicBezTo>
                  <a:pt x="37607" y="45423"/>
                  <a:pt x="40493" y="41199"/>
                  <a:pt x="42021" y="38006"/>
                </a:cubicBezTo>
                <a:cubicBezTo>
                  <a:pt x="43541" y="34732"/>
                  <a:pt x="44301" y="31421"/>
                  <a:pt x="44301" y="28067"/>
                </a:cubicBezTo>
                <a:cubicBezTo>
                  <a:pt x="44301" y="22667"/>
                  <a:pt x="42700" y="18479"/>
                  <a:pt x="39507" y="15512"/>
                </a:cubicBezTo>
                <a:cubicBezTo>
                  <a:pt x="36386" y="12465"/>
                  <a:pt x="32082" y="10945"/>
                  <a:pt x="26601" y="10945"/>
                </a:cubicBezTo>
                <a:cubicBezTo>
                  <a:pt x="22721" y="10945"/>
                  <a:pt x="18614" y="11668"/>
                  <a:pt x="14273" y="13115"/>
                </a:cubicBezTo>
                <a:cubicBezTo>
                  <a:pt x="10012" y="14482"/>
                  <a:pt x="5482" y="16572"/>
                  <a:pt x="688" y="19393"/>
                </a:cubicBezTo>
                <a:lnTo>
                  <a:pt x="688" y="6377"/>
                </a:lnTo>
                <a:cubicBezTo>
                  <a:pt x="5102" y="4244"/>
                  <a:pt x="9435" y="2643"/>
                  <a:pt x="13703" y="1576"/>
                </a:cubicBezTo>
                <a:cubicBezTo>
                  <a:pt x="17963" y="517"/>
                  <a:pt x="22187" y="-17"/>
                  <a:pt x="26375" y="-17"/>
                </a:cubicBezTo>
                <a:cubicBezTo>
                  <a:pt x="35736" y="-17"/>
                  <a:pt x="43278" y="2490"/>
                  <a:pt x="48985" y="7518"/>
                </a:cubicBezTo>
                <a:cubicBezTo>
                  <a:pt x="54693" y="12465"/>
                  <a:pt x="57550" y="18976"/>
                  <a:pt x="57550" y="27044"/>
                </a:cubicBezTo>
                <a:cubicBezTo>
                  <a:pt x="57550" y="31151"/>
                  <a:pt x="56600" y="35265"/>
                  <a:pt x="54693" y="39372"/>
                </a:cubicBezTo>
                <a:cubicBezTo>
                  <a:pt x="52792" y="43487"/>
                  <a:pt x="49709" y="48054"/>
                  <a:pt x="45441" y="53074"/>
                </a:cubicBezTo>
                <a:cubicBezTo>
                  <a:pt x="43007" y="55815"/>
                  <a:pt x="39507" y="59659"/>
                  <a:pt x="34939" y="64606"/>
                </a:cubicBezTo>
                <a:cubicBezTo>
                  <a:pt x="30372" y="69554"/>
                  <a:pt x="23444" y="76905"/>
                  <a:pt x="14156" y="86647"/>
                </a:cubicBezTo>
                <a:close/>
                <a:moveTo>
                  <a:pt x="100432" y="49421"/>
                </a:moveTo>
                <a:cubicBezTo>
                  <a:pt x="100432" y="47060"/>
                  <a:pt x="101229" y="45043"/>
                  <a:pt x="102829" y="43370"/>
                </a:cubicBezTo>
                <a:cubicBezTo>
                  <a:pt x="104503" y="41623"/>
                  <a:pt x="106483" y="40746"/>
                  <a:pt x="108770" y="40746"/>
                </a:cubicBezTo>
                <a:cubicBezTo>
                  <a:pt x="111204" y="40746"/>
                  <a:pt x="113257" y="41623"/>
                  <a:pt x="114931" y="43370"/>
                </a:cubicBezTo>
                <a:cubicBezTo>
                  <a:pt x="116685" y="45043"/>
                  <a:pt x="117562" y="47060"/>
                  <a:pt x="117562" y="49421"/>
                </a:cubicBezTo>
                <a:cubicBezTo>
                  <a:pt x="117562" y="51861"/>
                  <a:pt x="116685" y="53915"/>
                  <a:pt x="114931" y="55588"/>
                </a:cubicBezTo>
                <a:cubicBezTo>
                  <a:pt x="113257" y="57189"/>
                  <a:pt x="111204" y="57985"/>
                  <a:pt x="108770" y="57985"/>
                </a:cubicBezTo>
                <a:cubicBezTo>
                  <a:pt x="106410" y="57985"/>
                  <a:pt x="104430" y="57189"/>
                  <a:pt x="102829" y="55588"/>
                </a:cubicBezTo>
                <a:cubicBezTo>
                  <a:pt x="101229" y="53988"/>
                  <a:pt x="100432" y="51934"/>
                  <a:pt x="100432" y="49421"/>
                </a:cubicBezTo>
                <a:close/>
                <a:moveTo>
                  <a:pt x="108997" y="10258"/>
                </a:moveTo>
                <a:cubicBezTo>
                  <a:pt x="102902" y="10258"/>
                  <a:pt x="98379" y="13532"/>
                  <a:pt x="95404" y="20080"/>
                </a:cubicBezTo>
                <a:cubicBezTo>
                  <a:pt x="92437" y="26547"/>
                  <a:pt x="90954" y="36442"/>
                  <a:pt x="90954" y="49764"/>
                </a:cubicBezTo>
                <a:cubicBezTo>
                  <a:pt x="90954" y="63013"/>
                  <a:pt x="92437" y="72908"/>
                  <a:pt x="95404" y="79456"/>
                </a:cubicBezTo>
                <a:cubicBezTo>
                  <a:pt x="98379" y="85923"/>
                  <a:pt x="102902" y="89160"/>
                  <a:pt x="108997" y="89160"/>
                </a:cubicBezTo>
                <a:cubicBezTo>
                  <a:pt x="115011" y="89160"/>
                  <a:pt x="119498" y="85923"/>
                  <a:pt x="122472" y="79456"/>
                </a:cubicBezTo>
                <a:cubicBezTo>
                  <a:pt x="125513" y="72908"/>
                  <a:pt x="127040" y="63013"/>
                  <a:pt x="127040" y="49764"/>
                </a:cubicBezTo>
                <a:cubicBezTo>
                  <a:pt x="127040" y="36442"/>
                  <a:pt x="125513" y="26547"/>
                  <a:pt x="122472" y="20080"/>
                </a:cubicBezTo>
                <a:cubicBezTo>
                  <a:pt x="119498" y="13532"/>
                  <a:pt x="115011" y="10258"/>
                  <a:pt x="108997" y="10258"/>
                </a:cubicBezTo>
                <a:close/>
                <a:moveTo>
                  <a:pt x="108997" y="-17"/>
                </a:moveTo>
                <a:cubicBezTo>
                  <a:pt x="119199" y="-17"/>
                  <a:pt x="126923" y="4170"/>
                  <a:pt x="132177" y="12538"/>
                </a:cubicBezTo>
                <a:cubicBezTo>
                  <a:pt x="137424" y="20913"/>
                  <a:pt x="140055" y="33321"/>
                  <a:pt x="140055" y="49764"/>
                </a:cubicBezTo>
                <a:cubicBezTo>
                  <a:pt x="140055" y="66133"/>
                  <a:pt x="137424" y="78498"/>
                  <a:pt x="132177" y="86873"/>
                </a:cubicBezTo>
                <a:cubicBezTo>
                  <a:pt x="126923" y="95248"/>
                  <a:pt x="119199" y="99435"/>
                  <a:pt x="108997" y="99435"/>
                </a:cubicBezTo>
                <a:cubicBezTo>
                  <a:pt x="98722" y="99435"/>
                  <a:pt x="90954" y="95248"/>
                  <a:pt x="85700" y="86873"/>
                </a:cubicBezTo>
                <a:cubicBezTo>
                  <a:pt x="80526" y="78498"/>
                  <a:pt x="77939" y="66133"/>
                  <a:pt x="77939" y="49764"/>
                </a:cubicBezTo>
                <a:cubicBezTo>
                  <a:pt x="77939" y="33321"/>
                  <a:pt x="80526" y="20913"/>
                  <a:pt x="85700" y="12538"/>
                </a:cubicBezTo>
                <a:cubicBezTo>
                  <a:pt x="90954" y="4170"/>
                  <a:pt x="98722" y="-17"/>
                  <a:pt x="108997" y="-17"/>
                </a:cubicBezTo>
                <a:close/>
              </a:path>
            </a:pathLst>
          </a:custGeom>
          <a:solidFill>
            <a:srgbClr val="000000"/>
          </a:solidFill>
          <a:ln w="7300" cap="sq">
            <a:noFill/>
            <a:prstDash val="solid"/>
            <a:miter/>
          </a:ln>
        </p:spPr>
        <p:txBody>
          <a:bodyPr/>
          <a:lstStyle/>
          <a:p>
            <a:endParaRPr lang="en-GB"/>
          </a:p>
        </p:txBody>
      </p:sp>
      <p:sp>
        <p:nvSpPr>
          <p:cNvPr id="100" name="Freeform: Shape 99">
            <a:extLst>
              <a:ext uri="{FF2B5EF4-FFF2-40B4-BE49-F238E27FC236}">
                <a16:creationId xmlns:a16="http://schemas.microsoft.com/office/drawing/2014/main" id="{F3E12A79-4D1D-2CBF-B93D-A80E2C956314}"/>
              </a:ext>
            </a:extLst>
          </p:cNvPr>
          <p:cNvSpPr/>
          <p:nvPr/>
        </p:nvSpPr>
        <p:spPr>
          <a:xfrm>
            <a:off x="2722648"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01" name="Freeform: Shape 100">
            <a:extLst>
              <a:ext uri="{FF2B5EF4-FFF2-40B4-BE49-F238E27FC236}">
                <a16:creationId xmlns:a16="http://schemas.microsoft.com/office/drawing/2014/main" id="{315EBC24-5B34-A978-5AB5-202B976E91FB}"/>
              </a:ext>
            </a:extLst>
          </p:cNvPr>
          <p:cNvSpPr/>
          <p:nvPr/>
        </p:nvSpPr>
        <p:spPr>
          <a:xfrm>
            <a:off x="2655161" y="4315561"/>
            <a:ext cx="137423" cy="97625"/>
          </a:xfrm>
          <a:custGeom>
            <a:avLst/>
            <a:gdLst>
              <a:gd name="csX0" fmla="*/ 14156 w 137423"/>
              <a:gd name="csY0" fmla="*/ 86647 h 97625"/>
              <a:gd name="csX1" fmla="*/ 58230 w 137423"/>
              <a:gd name="csY1" fmla="*/ 86647 h 97625"/>
              <a:gd name="csX2" fmla="*/ 58230 w 137423"/>
              <a:gd name="csY2" fmla="*/ 97608 h 97625"/>
              <a:gd name="csX3" fmla="*/ 1 w 137423"/>
              <a:gd name="csY3" fmla="*/ 97608 h 97625"/>
              <a:gd name="csX4" fmla="*/ 1 w 137423"/>
              <a:gd name="csY4" fmla="*/ 86647 h 97625"/>
              <a:gd name="csX5" fmla="*/ 20894 w 137423"/>
              <a:gd name="csY5" fmla="*/ 64380 h 97625"/>
              <a:gd name="csX6" fmla="*/ 33339 w 137423"/>
              <a:gd name="csY6" fmla="*/ 50678 h 97625"/>
              <a:gd name="csX7" fmla="*/ 42021 w 137423"/>
              <a:gd name="csY7" fmla="*/ 38006 h 97625"/>
              <a:gd name="csX8" fmla="*/ 44301 w 137423"/>
              <a:gd name="csY8" fmla="*/ 28067 h 97625"/>
              <a:gd name="csX9" fmla="*/ 39507 w 137423"/>
              <a:gd name="csY9" fmla="*/ 15512 h 97625"/>
              <a:gd name="csX10" fmla="*/ 26601 w 137423"/>
              <a:gd name="csY10" fmla="*/ 10945 h 97625"/>
              <a:gd name="csX11" fmla="*/ 14273 w 137423"/>
              <a:gd name="csY11" fmla="*/ 13115 h 97625"/>
              <a:gd name="csX12" fmla="*/ 688 w 137423"/>
              <a:gd name="csY12" fmla="*/ 19393 h 97625"/>
              <a:gd name="csX13" fmla="*/ 688 w 137423"/>
              <a:gd name="csY13" fmla="*/ 6377 h 97625"/>
              <a:gd name="csX14" fmla="*/ 13703 w 137423"/>
              <a:gd name="csY14" fmla="*/ 1576 h 97625"/>
              <a:gd name="csX15" fmla="*/ 26375 w 137423"/>
              <a:gd name="csY15" fmla="*/ -17 h 97625"/>
              <a:gd name="csX16" fmla="*/ 48985 w 137423"/>
              <a:gd name="csY16" fmla="*/ 7518 h 97625"/>
              <a:gd name="csX17" fmla="*/ 57550 w 137423"/>
              <a:gd name="csY17" fmla="*/ 27044 h 97625"/>
              <a:gd name="csX18" fmla="*/ 54693 w 137423"/>
              <a:gd name="csY18" fmla="*/ 39372 h 97625"/>
              <a:gd name="csX19" fmla="*/ 45441 w 137423"/>
              <a:gd name="csY19" fmla="*/ 53074 h 97625"/>
              <a:gd name="csX20" fmla="*/ 34939 w 137423"/>
              <a:gd name="csY20" fmla="*/ 64606 h 97625"/>
              <a:gd name="csX21" fmla="*/ 14156 w 137423"/>
              <a:gd name="csY21" fmla="*/ 86647 h 97625"/>
              <a:gd name="csX22" fmla="*/ 93351 w 137423"/>
              <a:gd name="csY22" fmla="*/ 86647 h 97625"/>
              <a:gd name="csX23" fmla="*/ 137424 w 137423"/>
              <a:gd name="csY23" fmla="*/ 86647 h 97625"/>
              <a:gd name="csX24" fmla="*/ 137424 w 137423"/>
              <a:gd name="csY24" fmla="*/ 97608 h 97625"/>
              <a:gd name="csX25" fmla="*/ 79196 w 137423"/>
              <a:gd name="csY25" fmla="*/ 97608 h 97625"/>
              <a:gd name="csX26" fmla="*/ 79196 w 137423"/>
              <a:gd name="csY26" fmla="*/ 86647 h 97625"/>
              <a:gd name="csX27" fmla="*/ 100089 w 137423"/>
              <a:gd name="csY27" fmla="*/ 64380 h 97625"/>
              <a:gd name="csX28" fmla="*/ 112534 w 137423"/>
              <a:gd name="csY28" fmla="*/ 50678 h 97625"/>
              <a:gd name="csX29" fmla="*/ 121216 w 137423"/>
              <a:gd name="csY29" fmla="*/ 38006 h 97625"/>
              <a:gd name="csX30" fmla="*/ 123496 w 137423"/>
              <a:gd name="csY30" fmla="*/ 28067 h 97625"/>
              <a:gd name="csX31" fmla="*/ 118702 w 137423"/>
              <a:gd name="csY31" fmla="*/ 15512 h 97625"/>
              <a:gd name="csX32" fmla="*/ 105796 w 137423"/>
              <a:gd name="csY32" fmla="*/ 10945 h 97625"/>
              <a:gd name="csX33" fmla="*/ 93468 w 137423"/>
              <a:gd name="csY33" fmla="*/ 13115 h 97625"/>
              <a:gd name="csX34" fmla="*/ 79875 w 137423"/>
              <a:gd name="csY34" fmla="*/ 19393 h 97625"/>
              <a:gd name="csX35" fmla="*/ 79875 w 137423"/>
              <a:gd name="csY35" fmla="*/ 6377 h 97625"/>
              <a:gd name="csX36" fmla="*/ 92898 w 137423"/>
              <a:gd name="csY36" fmla="*/ 1576 h 97625"/>
              <a:gd name="csX37" fmla="*/ 105570 w 137423"/>
              <a:gd name="csY37" fmla="*/ -17 h 97625"/>
              <a:gd name="csX38" fmla="*/ 128180 w 137423"/>
              <a:gd name="csY38" fmla="*/ 7518 h 97625"/>
              <a:gd name="csX39" fmla="*/ 136745 w 137423"/>
              <a:gd name="csY39" fmla="*/ 27044 h 97625"/>
              <a:gd name="csX40" fmla="*/ 133887 w 137423"/>
              <a:gd name="csY40" fmla="*/ 39372 h 97625"/>
              <a:gd name="csX41" fmla="*/ 124636 w 137423"/>
              <a:gd name="csY41" fmla="*/ 53074 h 97625"/>
              <a:gd name="csX42" fmla="*/ 114134 w 137423"/>
              <a:gd name="csY42" fmla="*/ 64606 h 97625"/>
              <a:gd name="csX43" fmla="*/ 93351 w 137423"/>
              <a:gd name="csY43" fmla="*/ 86647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137423" h="97625">
                <a:moveTo>
                  <a:pt x="14156" y="86647"/>
                </a:moveTo>
                <a:lnTo>
                  <a:pt x="58230" y="86647"/>
                </a:lnTo>
                <a:lnTo>
                  <a:pt x="58230" y="97608"/>
                </a:lnTo>
                <a:lnTo>
                  <a:pt x="1" y="97608"/>
                </a:lnTo>
                <a:lnTo>
                  <a:pt x="1" y="86647"/>
                </a:lnTo>
                <a:cubicBezTo>
                  <a:pt x="7995" y="78272"/>
                  <a:pt x="14960" y="70854"/>
                  <a:pt x="20894" y="64380"/>
                </a:cubicBezTo>
                <a:cubicBezTo>
                  <a:pt x="26908" y="57912"/>
                  <a:pt x="31059" y="53345"/>
                  <a:pt x="33339" y="50678"/>
                </a:cubicBezTo>
                <a:cubicBezTo>
                  <a:pt x="37607" y="45423"/>
                  <a:pt x="40493" y="41199"/>
                  <a:pt x="42021" y="38006"/>
                </a:cubicBezTo>
                <a:cubicBezTo>
                  <a:pt x="43541" y="34732"/>
                  <a:pt x="44301" y="31421"/>
                  <a:pt x="44301" y="28067"/>
                </a:cubicBezTo>
                <a:cubicBezTo>
                  <a:pt x="44301" y="22667"/>
                  <a:pt x="42700" y="18479"/>
                  <a:pt x="39507" y="15512"/>
                </a:cubicBezTo>
                <a:cubicBezTo>
                  <a:pt x="36386" y="12465"/>
                  <a:pt x="32082" y="10945"/>
                  <a:pt x="26601" y="10945"/>
                </a:cubicBezTo>
                <a:cubicBezTo>
                  <a:pt x="22721" y="10945"/>
                  <a:pt x="18614" y="11668"/>
                  <a:pt x="14273" y="13115"/>
                </a:cubicBezTo>
                <a:cubicBezTo>
                  <a:pt x="10012" y="14482"/>
                  <a:pt x="5482" y="16572"/>
                  <a:pt x="688" y="19393"/>
                </a:cubicBezTo>
                <a:lnTo>
                  <a:pt x="688" y="6377"/>
                </a:lnTo>
                <a:cubicBezTo>
                  <a:pt x="5102" y="4244"/>
                  <a:pt x="9435" y="2643"/>
                  <a:pt x="13703" y="1576"/>
                </a:cubicBezTo>
                <a:cubicBezTo>
                  <a:pt x="17963" y="517"/>
                  <a:pt x="22187" y="-17"/>
                  <a:pt x="26375" y="-17"/>
                </a:cubicBezTo>
                <a:cubicBezTo>
                  <a:pt x="35736" y="-17"/>
                  <a:pt x="43278" y="2490"/>
                  <a:pt x="48985" y="7518"/>
                </a:cubicBezTo>
                <a:cubicBezTo>
                  <a:pt x="54693" y="12465"/>
                  <a:pt x="57550" y="18976"/>
                  <a:pt x="57550" y="27044"/>
                </a:cubicBezTo>
                <a:cubicBezTo>
                  <a:pt x="57550" y="31151"/>
                  <a:pt x="56600" y="35265"/>
                  <a:pt x="54693" y="39372"/>
                </a:cubicBezTo>
                <a:cubicBezTo>
                  <a:pt x="52792" y="43487"/>
                  <a:pt x="49709" y="48054"/>
                  <a:pt x="45441" y="53074"/>
                </a:cubicBezTo>
                <a:cubicBezTo>
                  <a:pt x="43007" y="55815"/>
                  <a:pt x="39507" y="59659"/>
                  <a:pt x="34939" y="64606"/>
                </a:cubicBezTo>
                <a:cubicBezTo>
                  <a:pt x="30372" y="69554"/>
                  <a:pt x="23444" y="76905"/>
                  <a:pt x="14156" y="86647"/>
                </a:cubicBezTo>
                <a:close/>
                <a:moveTo>
                  <a:pt x="93351" y="86647"/>
                </a:moveTo>
                <a:lnTo>
                  <a:pt x="137424" y="86647"/>
                </a:lnTo>
                <a:lnTo>
                  <a:pt x="137424" y="97608"/>
                </a:lnTo>
                <a:lnTo>
                  <a:pt x="79196" y="97608"/>
                </a:lnTo>
                <a:lnTo>
                  <a:pt x="79196" y="86647"/>
                </a:lnTo>
                <a:cubicBezTo>
                  <a:pt x="87183" y="78272"/>
                  <a:pt x="94155" y="70854"/>
                  <a:pt x="100089" y="64380"/>
                </a:cubicBezTo>
                <a:cubicBezTo>
                  <a:pt x="106103" y="57912"/>
                  <a:pt x="110254" y="53345"/>
                  <a:pt x="112534" y="50678"/>
                </a:cubicBezTo>
                <a:cubicBezTo>
                  <a:pt x="116802" y="45423"/>
                  <a:pt x="119688" y="41199"/>
                  <a:pt x="121216" y="38006"/>
                </a:cubicBezTo>
                <a:cubicBezTo>
                  <a:pt x="122736" y="34732"/>
                  <a:pt x="123496" y="31421"/>
                  <a:pt x="123496" y="28067"/>
                </a:cubicBezTo>
                <a:cubicBezTo>
                  <a:pt x="123496" y="22667"/>
                  <a:pt x="121895" y="18479"/>
                  <a:pt x="118702" y="15512"/>
                </a:cubicBezTo>
                <a:cubicBezTo>
                  <a:pt x="115581" y="12465"/>
                  <a:pt x="111277" y="10945"/>
                  <a:pt x="105796" y="10945"/>
                </a:cubicBezTo>
                <a:cubicBezTo>
                  <a:pt x="101916" y="10945"/>
                  <a:pt x="97809" y="11668"/>
                  <a:pt x="93468" y="13115"/>
                </a:cubicBezTo>
                <a:cubicBezTo>
                  <a:pt x="89200" y="14482"/>
                  <a:pt x="84676" y="16572"/>
                  <a:pt x="79875" y="19393"/>
                </a:cubicBezTo>
                <a:lnTo>
                  <a:pt x="79875" y="6377"/>
                </a:lnTo>
                <a:cubicBezTo>
                  <a:pt x="84296" y="4244"/>
                  <a:pt x="88630" y="2643"/>
                  <a:pt x="92898" y="1576"/>
                </a:cubicBezTo>
                <a:cubicBezTo>
                  <a:pt x="97158" y="517"/>
                  <a:pt x="101382" y="-17"/>
                  <a:pt x="105570" y="-17"/>
                </a:cubicBezTo>
                <a:cubicBezTo>
                  <a:pt x="114931" y="-17"/>
                  <a:pt x="122472" y="2490"/>
                  <a:pt x="128180" y="7518"/>
                </a:cubicBezTo>
                <a:cubicBezTo>
                  <a:pt x="133887" y="12465"/>
                  <a:pt x="136745" y="18976"/>
                  <a:pt x="136745" y="27044"/>
                </a:cubicBezTo>
                <a:cubicBezTo>
                  <a:pt x="136745" y="31151"/>
                  <a:pt x="135787" y="35265"/>
                  <a:pt x="133887" y="39372"/>
                </a:cubicBezTo>
                <a:cubicBezTo>
                  <a:pt x="131987" y="43487"/>
                  <a:pt x="128903" y="48054"/>
                  <a:pt x="124636" y="53074"/>
                </a:cubicBezTo>
                <a:cubicBezTo>
                  <a:pt x="122202" y="55815"/>
                  <a:pt x="118702" y="59659"/>
                  <a:pt x="114134" y="64606"/>
                </a:cubicBezTo>
                <a:cubicBezTo>
                  <a:pt x="109567" y="69554"/>
                  <a:pt x="102639" y="76905"/>
                  <a:pt x="93351" y="86647"/>
                </a:cubicBezTo>
                <a:close/>
              </a:path>
            </a:pathLst>
          </a:custGeom>
          <a:solidFill>
            <a:srgbClr val="000000"/>
          </a:solidFill>
          <a:ln w="7300" cap="sq">
            <a:noFill/>
            <a:prstDash val="solid"/>
            <a:miter/>
          </a:ln>
        </p:spPr>
        <p:txBody>
          <a:bodyPr/>
          <a:lstStyle/>
          <a:p>
            <a:endParaRPr lang="en-GB"/>
          </a:p>
        </p:txBody>
      </p:sp>
      <p:sp>
        <p:nvSpPr>
          <p:cNvPr id="102" name="Freeform: Shape 101">
            <a:extLst>
              <a:ext uri="{FF2B5EF4-FFF2-40B4-BE49-F238E27FC236}">
                <a16:creationId xmlns:a16="http://schemas.microsoft.com/office/drawing/2014/main" id="{91C2D41C-3707-9299-9292-36F8ADEA58A9}"/>
              </a:ext>
            </a:extLst>
          </p:cNvPr>
          <p:cNvSpPr/>
          <p:nvPr/>
        </p:nvSpPr>
        <p:spPr>
          <a:xfrm>
            <a:off x="2932975"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03" name="Freeform: Shape 102">
            <a:extLst>
              <a:ext uri="{FF2B5EF4-FFF2-40B4-BE49-F238E27FC236}">
                <a16:creationId xmlns:a16="http://schemas.microsoft.com/office/drawing/2014/main" id="{A3DC020D-FBFC-157D-5B47-E3ECF4E33A51}"/>
              </a:ext>
            </a:extLst>
          </p:cNvPr>
          <p:cNvSpPr/>
          <p:nvPr/>
        </p:nvSpPr>
        <p:spPr>
          <a:xfrm>
            <a:off x="2867087" y="4315561"/>
            <a:ext cx="142224" cy="97625"/>
          </a:xfrm>
          <a:custGeom>
            <a:avLst/>
            <a:gdLst>
              <a:gd name="csX0" fmla="*/ 14156 w 142224"/>
              <a:gd name="csY0" fmla="*/ 86647 h 97625"/>
              <a:gd name="csX1" fmla="*/ 58230 w 142224"/>
              <a:gd name="csY1" fmla="*/ 86647 h 97625"/>
              <a:gd name="csX2" fmla="*/ 58230 w 142224"/>
              <a:gd name="csY2" fmla="*/ 97608 h 97625"/>
              <a:gd name="csX3" fmla="*/ 1 w 142224"/>
              <a:gd name="csY3" fmla="*/ 97608 h 97625"/>
              <a:gd name="csX4" fmla="*/ 1 w 142224"/>
              <a:gd name="csY4" fmla="*/ 86647 h 97625"/>
              <a:gd name="csX5" fmla="*/ 20894 w 142224"/>
              <a:gd name="csY5" fmla="*/ 64380 h 97625"/>
              <a:gd name="csX6" fmla="*/ 33339 w 142224"/>
              <a:gd name="csY6" fmla="*/ 50678 h 97625"/>
              <a:gd name="csX7" fmla="*/ 42021 w 142224"/>
              <a:gd name="csY7" fmla="*/ 38006 h 97625"/>
              <a:gd name="csX8" fmla="*/ 44301 w 142224"/>
              <a:gd name="csY8" fmla="*/ 28067 h 97625"/>
              <a:gd name="csX9" fmla="*/ 39507 w 142224"/>
              <a:gd name="csY9" fmla="*/ 15512 h 97625"/>
              <a:gd name="csX10" fmla="*/ 26601 w 142224"/>
              <a:gd name="csY10" fmla="*/ 10945 h 97625"/>
              <a:gd name="csX11" fmla="*/ 14273 w 142224"/>
              <a:gd name="csY11" fmla="*/ 13115 h 97625"/>
              <a:gd name="csX12" fmla="*/ 688 w 142224"/>
              <a:gd name="csY12" fmla="*/ 19393 h 97625"/>
              <a:gd name="csX13" fmla="*/ 688 w 142224"/>
              <a:gd name="csY13" fmla="*/ 6377 h 97625"/>
              <a:gd name="csX14" fmla="*/ 13703 w 142224"/>
              <a:gd name="csY14" fmla="*/ 1576 h 97625"/>
              <a:gd name="csX15" fmla="*/ 26375 w 142224"/>
              <a:gd name="csY15" fmla="*/ -17 h 97625"/>
              <a:gd name="csX16" fmla="*/ 48985 w 142224"/>
              <a:gd name="csY16" fmla="*/ 7518 h 97625"/>
              <a:gd name="csX17" fmla="*/ 57550 w 142224"/>
              <a:gd name="csY17" fmla="*/ 27044 h 97625"/>
              <a:gd name="csX18" fmla="*/ 54693 w 142224"/>
              <a:gd name="csY18" fmla="*/ 39372 h 97625"/>
              <a:gd name="csX19" fmla="*/ 45441 w 142224"/>
              <a:gd name="csY19" fmla="*/ 53074 h 97625"/>
              <a:gd name="csX20" fmla="*/ 34939 w 142224"/>
              <a:gd name="csY20" fmla="*/ 64606 h 97625"/>
              <a:gd name="csX21" fmla="*/ 14156 w 142224"/>
              <a:gd name="csY21" fmla="*/ 86647 h 97625"/>
              <a:gd name="csX22" fmla="*/ 116531 w 142224"/>
              <a:gd name="csY22" fmla="*/ 13568 h 97625"/>
              <a:gd name="csX23" fmla="*/ 86387 w 142224"/>
              <a:gd name="csY23" fmla="*/ 64153 h 97625"/>
              <a:gd name="csX24" fmla="*/ 116531 w 142224"/>
              <a:gd name="csY24" fmla="*/ 64153 h 97625"/>
              <a:gd name="csX25" fmla="*/ 114478 w 142224"/>
              <a:gd name="csY25" fmla="*/ 1693 h 97625"/>
              <a:gd name="csX26" fmla="*/ 129547 w 142224"/>
              <a:gd name="csY26" fmla="*/ 1693 h 97625"/>
              <a:gd name="csX27" fmla="*/ 129547 w 142224"/>
              <a:gd name="csY27" fmla="*/ 64153 h 97625"/>
              <a:gd name="csX28" fmla="*/ 142226 w 142224"/>
              <a:gd name="csY28" fmla="*/ 64153 h 97625"/>
              <a:gd name="csX29" fmla="*/ 142226 w 142224"/>
              <a:gd name="csY29" fmla="*/ 74771 h 97625"/>
              <a:gd name="csX30" fmla="*/ 129547 w 142224"/>
              <a:gd name="csY30" fmla="*/ 74771 h 97625"/>
              <a:gd name="csX31" fmla="*/ 129547 w 142224"/>
              <a:gd name="csY31" fmla="*/ 97608 h 97625"/>
              <a:gd name="csX32" fmla="*/ 116531 w 142224"/>
              <a:gd name="csY32" fmla="*/ 97608 h 97625"/>
              <a:gd name="csX33" fmla="*/ 116531 w 142224"/>
              <a:gd name="csY33" fmla="*/ 74771 h 97625"/>
              <a:gd name="csX34" fmla="*/ 75885 w 142224"/>
              <a:gd name="csY34" fmla="*/ 74771 h 97625"/>
              <a:gd name="csX35" fmla="*/ 75885 w 142224"/>
              <a:gd name="csY35" fmla="*/ 62443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42224" h="97625">
                <a:moveTo>
                  <a:pt x="14156" y="86647"/>
                </a:moveTo>
                <a:lnTo>
                  <a:pt x="58230" y="86647"/>
                </a:lnTo>
                <a:lnTo>
                  <a:pt x="58230" y="97608"/>
                </a:lnTo>
                <a:lnTo>
                  <a:pt x="1" y="97608"/>
                </a:lnTo>
                <a:lnTo>
                  <a:pt x="1" y="86647"/>
                </a:lnTo>
                <a:cubicBezTo>
                  <a:pt x="7995" y="78272"/>
                  <a:pt x="14960" y="70854"/>
                  <a:pt x="20894" y="64380"/>
                </a:cubicBezTo>
                <a:cubicBezTo>
                  <a:pt x="26908" y="57912"/>
                  <a:pt x="31059" y="53345"/>
                  <a:pt x="33339" y="50678"/>
                </a:cubicBezTo>
                <a:cubicBezTo>
                  <a:pt x="37607" y="45423"/>
                  <a:pt x="40493" y="41199"/>
                  <a:pt x="42021" y="38006"/>
                </a:cubicBezTo>
                <a:cubicBezTo>
                  <a:pt x="43541" y="34732"/>
                  <a:pt x="44301" y="31421"/>
                  <a:pt x="44301" y="28067"/>
                </a:cubicBezTo>
                <a:cubicBezTo>
                  <a:pt x="44301" y="22667"/>
                  <a:pt x="42700" y="18479"/>
                  <a:pt x="39507" y="15512"/>
                </a:cubicBezTo>
                <a:cubicBezTo>
                  <a:pt x="36386" y="12465"/>
                  <a:pt x="32082" y="10945"/>
                  <a:pt x="26601" y="10945"/>
                </a:cubicBezTo>
                <a:cubicBezTo>
                  <a:pt x="22721" y="10945"/>
                  <a:pt x="18614" y="11668"/>
                  <a:pt x="14273" y="13115"/>
                </a:cubicBezTo>
                <a:cubicBezTo>
                  <a:pt x="10012" y="14482"/>
                  <a:pt x="5482" y="16572"/>
                  <a:pt x="688" y="19393"/>
                </a:cubicBezTo>
                <a:lnTo>
                  <a:pt x="688" y="6377"/>
                </a:lnTo>
                <a:cubicBezTo>
                  <a:pt x="5102" y="4244"/>
                  <a:pt x="9435" y="2643"/>
                  <a:pt x="13703" y="1576"/>
                </a:cubicBezTo>
                <a:cubicBezTo>
                  <a:pt x="17963" y="517"/>
                  <a:pt x="22187" y="-17"/>
                  <a:pt x="26375" y="-17"/>
                </a:cubicBezTo>
                <a:cubicBezTo>
                  <a:pt x="35736" y="-17"/>
                  <a:pt x="43278" y="2490"/>
                  <a:pt x="48985" y="7518"/>
                </a:cubicBezTo>
                <a:cubicBezTo>
                  <a:pt x="54693" y="12465"/>
                  <a:pt x="57550" y="18976"/>
                  <a:pt x="57550" y="27044"/>
                </a:cubicBezTo>
                <a:cubicBezTo>
                  <a:pt x="57550" y="31151"/>
                  <a:pt x="56600" y="35265"/>
                  <a:pt x="54693" y="39372"/>
                </a:cubicBezTo>
                <a:cubicBezTo>
                  <a:pt x="52792" y="43487"/>
                  <a:pt x="49709" y="48054"/>
                  <a:pt x="45441" y="53074"/>
                </a:cubicBezTo>
                <a:cubicBezTo>
                  <a:pt x="43007" y="55815"/>
                  <a:pt x="39507" y="59659"/>
                  <a:pt x="34939" y="64606"/>
                </a:cubicBezTo>
                <a:cubicBezTo>
                  <a:pt x="30372" y="69554"/>
                  <a:pt x="23444" y="76905"/>
                  <a:pt x="14156" y="86647"/>
                </a:cubicBezTo>
                <a:close/>
                <a:moveTo>
                  <a:pt x="116531" y="13568"/>
                </a:moveTo>
                <a:lnTo>
                  <a:pt x="86387" y="64153"/>
                </a:lnTo>
                <a:lnTo>
                  <a:pt x="116531" y="64153"/>
                </a:lnTo>
                <a:close/>
                <a:moveTo>
                  <a:pt x="114478" y="1693"/>
                </a:moveTo>
                <a:lnTo>
                  <a:pt x="129547" y="1693"/>
                </a:lnTo>
                <a:lnTo>
                  <a:pt x="129547" y="64153"/>
                </a:lnTo>
                <a:lnTo>
                  <a:pt x="142226" y="64153"/>
                </a:lnTo>
                <a:lnTo>
                  <a:pt x="142226" y="74771"/>
                </a:lnTo>
                <a:lnTo>
                  <a:pt x="129547" y="74771"/>
                </a:lnTo>
                <a:lnTo>
                  <a:pt x="129547" y="97608"/>
                </a:lnTo>
                <a:lnTo>
                  <a:pt x="116531" y="97608"/>
                </a:lnTo>
                <a:lnTo>
                  <a:pt x="116531" y="74771"/>
                </a:lnTo>
                <a:lnTo>
                  <a:pt x="75885" y="74771"/>
                </a:lnTo>
                <a:lnTo>
                  <a:pt x="75885" y="62443"/>
                </a:lnTo>
                <a:close/>
              </a:path>
            </a:pathLst>
          </a:custGeom>
          <a:solidFill>
            <a:srgbClr val="000000"/>
          </a:solidFill>
          <a:ln w="7300" cap="sq">
            <a:noFill/>
            <a:prstDash val="solid"/>
            <a:miter/>
          </a:ln>
        </p:spPr>
        <p:txBody>
          <a:bodyPr/>
          <a:lstStyle/>
          <a:p>
            <a:endParaRPr lang="en-GB"/>
          </a:p>
        </p:txBody>
      </p:sp>
      <p:sp>
        <p:nvSpPr>
          <p:cNvPr id="104" name="Freeform: Shape 103">
            <a:extLst>
              <a:ext uri="{FF2B5EF4-FFF2-40B4-BE49-F238E27FC236}">
                <a16:creationId xmlns:a16="http://schemas.microsoft.com/office/drawing/2014/main" id="{34451C7D-A0F5-5779-A7C0-A593FE773FEF}"/>
              </a:ext>
            </a:extLst>
          </p:cNvPr>
          <p:cNvSpPr/>
          <p:nvPr/>
        </p:nvSpPr>
        <p:spPr>
          <a:xfrm>
            <a:off x="3143308"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05" name="Freeform: Shape 104">
            <a:extLst>
              <a:ext uri="{FF2B5EF4-FFF2-40B4-BE49-F238E27FC236}">
                <a16:creationId xmlns:a16="http://schemas.microsoft.com/office/drawing/2014/main" id="{405B301F-1728-65ED-4E5E-9FF0DBAAA9A8}"/>
              </a:ext>
            </a:extLst>
          </p:cNvPr>
          <p:cNvSpPr/>
          <p:nvPr/>
        </p:nvSpPr>
        <p:spPr>
          <a:xfrm>
            <a:off x="3079014" y="4315561"/>
            <a:ext cx="140054" cy="99452"/>
          </a:xfrm>
          <a:custGeom>
            <a:avLst/>
            <a:gdLst>
              <a:gd name="csX0" fmla="*/ 14156 w 140054"/>
              <a:gd name="csY0" fmla="*/ 86647 h 99452"/>
              <a:gd name="csX1" fmla="*/ 58230 w 140054"/>
              <a:gd name="csY1" fmla="*/ 86647 h 99452"/>
              <a:gd name="csX2" fmla="*/ 58230 w 140054"/>
              <a:gd name="csY2" fmla="*/ 97608 h 99452"/>
              <a:gd name="csX3" fmla="*/ 1 w 140054"/>
              <a:gd name="csY3" fmla="*/ 97608 h 99452"/>
              <a:gd name="csX4" fmla="*/ 1 w 140054"/>
              <a:gd name="csY4" fmla="*/ 86647 h 99452"/>
              <a:gd name="csX5" fmla="*/ 20894 w 140054"/>
              <a:gd name="csY5" fmla="*/ 64380 h 99452"/>
              <a:gd name="csX6" fmla="*/ 33339 w 140054"/>
              <a:gd name="csY6" fmla="*/ 50678 h 99452"/>
              <a:gd name="csX7" fmla="*/ 42021 w 140054"/>
              <a:gd name="csY7" fmla="*/ 38006 h 99452"/>
              <a:gd name="csX8" fmla="*/ 44301 w 140054"/>
              <a:gd name="csY8" fmla="*/ 28067 h 99452"/>
              <a:gd name="csX9" fmla="*/ 39507 w 140054"/>
              <a:gd name="csY9" fmla="*/ 15512 h 99452"/>
              <a:gd name="csX10" fmla="*/ 26601 w 140054"/>
              <a:gd name="csY10" fmla="*/ 10945 h 99452"/>
              <a:gd name="csX11" fmla="*/ 14273 w 140054"/>
              <a:gd name="csY11" fmla="*/ 13115 h 99452"/>
              <a:gd name="csX12" fmla="*/ 688 w 140054"/>
              <a:gd name="csY12" fmla="*/ 19393 h 99452"/>
              <a:gd name="csX13" fmla="*/ 688 w 140054"/>
              <a:gd name="csY13" fmla="*/ 6377 h 99452"/>
              <a:gd name="csX14" fmla="*/ 13703 w 140054"/>
              <a:gd name="csY14" fmla="*/ 1576 h 99452"/>
              <a:gd name="csX15" fmla="*/ 26375 w 140054"/>
              <a:gd name="csY15" fmla="*/ -17 h 99452"/>
              <a:gd name="csX16" fmla="*/ 48985 w 140054"/>
              <a:gd name="csY16" fmla="*/ 7518 h 99452"/>
              <a:gd name="csX17" fmla="*/ 57550 w 140054"/>
              <a:gd name="csY17" fmla="*/ 27044 h 99452"/>
              <a:gd name="csX18" fmla="*/ 54693 w 140054"/>
              <a:gd name="csY18" fmla="*/ 39372 h 99452"/>
              <a:gd name="csX19" fmla="*/ 45441 w 140054"/>
              <a:gd name="csY19" fmla="*/ 53074 h 99452"/>
              <a:gd name="csX20" fmla="*/ 34939 w 140054"/>
              <a:gd name="csY20" fmla="*/ 64606 h 99452"/>
              <a:gd name="csX21" fmla="*/ 14156 w 140054"/>
              <a:gd name="csY21" fmla="*/ 86647 h 99452"/>
              <a:gd name="csX22" fmla="*/ 132974 w 140054"/>
              <a:gd name="csY22" fmla="*/ 3864 h 99452"/>
              <a:gd name="csX23" fmla="*/ 132974 w 140054"/>
              <a:gd name="csY23" fmla="*/ 15739 h 99452"/>
              <a:gd name="csX24" fmla="*/ 124409 w 140054"/>
              <a:gd name="csY24" fmla="*/ 12195 h 99452"/>
              <a:gd name="csX25" fmla="*/ 114931 w 140054"/>
              <a:gd name="csY25" fmla="*/ 10945 h 99452"/>
              <a:gd name="csX26" fmla="*/ 96208 w 140054"/>
              <a:gd name="csY26" fmla="*/ 20189 h 99452"/>
              <a:gd name="csX27" fmla="*/ 89814 w 140054"/>
              <a:gd name="csY27" fmla="*/ 47484 h 99452"/>
              <a:gd name="csX28" fmla="*/ 98379 w 140054"/>
              <a:gd name="csY28" fmla="*/ 37662 h 99452"/>
              <a:gd name="csX29" fmla="*/ 110933 w 140054"/>
              <a:gd name="csY29" fmla="*/ 34235 h 99452"/>
              <a:gd name="csX30" fmla="*/ 132404 w 140054"/>
              <a:gd name="csY30" fmla="*/ 42800 h 99452"/>
              <a:gd name="csX31" fmla="*/ 140055 w 140054"/>
              <a:gd name="csY31" fmla="*/ 66894 h 99452"/>
              <a:gd name="csX32" fmla="*/ 132177 w 140054"/>
              <a:gd name="csY32" fmla="*/ 90987 h 99452"/>
              <a:gd name="csX33" fmla="*/ 110137 w 140054"/>
              <a:gd name="csY33" fmla="*/ 99435 h 99452"/>
              <a:gd name="csX34" fmla="*/ 85700 w 140054"/>
              <a:gd name="csY34" fmla="*/ 87443 h 99452"/>
              <a:gd name="csX35" fmla="*/ 77939 w 140054"/>
              <a:gd name="csY35" fmla="*/ 49764 h 99452"/>
              <a:gd name="csX36" fmla="*/ 87300 w 140054"/>
              <a:gd name="csY36" fmla="*/ 12772 h 99452"/>
              <a:gd name="csX37" fmla="*/ 114361 w 140054"/>
              <a:gd name="csY37" fmla="*/ -17 h 99452"/>
              <a:gd name="csX38" fmla="*/ 123839 w 140054"/>
              <a:gd name="csY38" fmla="*/ 1006 h 99452"/>
              <a:gd name="csX39" fmla="*/ 132974 w 140054"/>
              <a:gd name="csY39" fmla="*/ 3864 h 99452"/>
              <a:gd name="csX40" fmla="*/ 109910 w 140054"/>
              <a:gd name="csY40" fmla="*/ 44400 h 99452"/>
              <a:gd name="csX41" fmla="*/ 96778 w 140054"/>
              <a:gd name="csY41" fmla="*/ 50334 h 99452"/>
              <a:gd name="csX42" fmla="*/ 92094 w 140054"/>
              <a:gd name="csY42" fmla="*/ 66894 h 99452"/>
              <a:gd name="csX43" fmla="*/ 96778 w 140054"/>
              <a:gd name="csY43" fmla="*/ 83336 h 99452"/>
              <a:gd name="csX44" fmla="*/ 109910 w 140054"/>
              <a:gd name="csY44" fmla="*/ 89270 h 99452"/>
              <a:gd name="csX45" fmla="*/ 122809 w 140054"/>
              <a:gd name="csY45" fmla="*/ 83680 h 99452"/>
              <a:gd name="csX46" fmla="*/ 127266 w 140054"/>
              <a:gd name="csY46" fmla="*/ 66894 h 99452"/>
              <a:gd name="csX47" fmla="*/ 122809 w 140054"/>
              <a:gd name="csY47" fmla="*/ 50107 h 99452"/>
              <a:gd name="csX48" fmla="*/ 109910 w 140054"/>
              <a:gd name="csY48"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0054" h="99452">
                <a:moveTo>
                  <a:pt x="14156" y="86647"/>
                </a:moveTo>
                <a:lnTo>
                  <a:pt x="58230" y="86647"/>
                </a:lnTo>
                <a:lnTo>
                  <a:pt x="58230" y="97608"/>
                </a:lnTo>
                <a:lnTo>
                  <a:pt x="1" y="97608"/>
                </a:lnTo>
                <a:lnTo>
                  <a:pt x="1" y="86647"/>
                </a:lnTo>
                <a:cubicBezTo>
                  <a:pt x="7995" y="78272"/>
                  <a:pt x="14960" y="70854"/>
                  <a:pt x="20894" y="64380"/>
                </a:cubicBezTo>
                <a:cubicBezTo>
                  <a:pt x="26908" y="57912"/>
                  <a:pt x="31059" y="53345"/>
                  <a:pt x="33339" y="50678"/>
                </a:cubicBezTo>
                <a:cubicBezTo>
                  <a:pt x="37607" y="45423"/>
                  <a:pt x="40493" y="41199"/>
                  <a:pt x="42021" y="38006"/>
                </a:cubicBezTo>
                <a:cubicBezTo>
                  <a:pt x="43541" y="34732"/>
                  <a:pt x="44301" y="31421"/>
                  <a:pt x="44301" y="28067"/>
                </a:cubicBezTo>
                <a:cubicBezTo>
                  <a:pt x="44301" y="22667"/>
                  <a:pt x="42700" y="18479"/>
                  <a:pt x="39507" y="15512"/>
                </a:cubicBezTo>
                <a:cubicBezTo>
                  <a:pt x="36386" y="12465"/>
                  <a:pt x="32082" y="10945"/>
                  <a:pt x="26601" y="10945"/>
                </a:cubicBezTo>
                <a:cubicBezTo>
                  <a:pt x="22721" y="10945"/>
                  <a:pt x="18614" y="11668"/>
                  <a:pt x="14273" y="13115"/>
                </a:cubicBezTo>
                <a:cubicBezTo>
                  <a:pt x="10012" y="14482"/>
                  <a:pt x="5482" y="16572"/>
                  <a:pt x="688" y="19393"/>
                </a:cubicBezTo>
                <a:lnTo>
                  <a:pt x="688" y="6377"/>
                </a:lnTo>
                <a:cubicBezTo>
                  <a:pt x="5102" y="4244"/>
                  <a:pt x="9435" y="2643"/>
                  <a:pt x="13703" y="1576"/>
                </a:cubicBezTo>
                <a:cubicBezTo>
                  <a:pt x="17963" y="517"/>
                  <a:pt x="22187" y="-17"/>
                  <a:pt x="26375" y="-17"/>
                </a:cubicBezTo>
                <a:cubicBezTo>
                  <a:pt x="35736" y="-17"/>
                  <a:pt x="43278" y="2490"/>
                  <a:pt x="48985" y="7518"/>
                </a:cubicBezTo>
                <a:cubicBezTo>
                  <a:pt x="54693" y="12465"/>
                  <a:pt x="57550" y="18976"/>
                  <a:pt x="57550" y="27044"/>
                </a:cubicBezTo>
                <a:cubicBezTo>
                  <a:pt x="57550" y="31151"/>
                  <a:pt x="56600" y="35265"/>
                  <a:pt x="54693" y="39372"/>
                </a:cubicBezTo>
                <a:cubicBezTo>
                  <a:pt x="52792" y="43487"/>
                  <a:pt x="49709" y="48054"/>
                  <a:pt x="45441" y="53074"/>
                </a:cubicBezTo>
                <a:cubicBezTo>
                  <a:pt x="43007" y="55815"/>
                  <a:pt x="39507" y="59659"/>
                  <a:pt x="34939" y="64606"/>
                </a:cubicBezTo>
                <a:cubicBezTo>
                  <a:pt x="30372" y="69554"/>
                  <a:pt x="23444" y="76905"/>
                  <a:pt x="14156" y="86647"/>
                </a:cubicBezTo>
                <a:close/>
                <a:moveTo>
                  <a:pt x="132974" y="3864"/>
                </a:moveTo>
                <a:lnTo>
                  <a:pt x="132974" y="15739"/>
                </a:lnTo>
                <a:cubicBezTo>
                  <a:pt x="130306" y="14219"/>
                  <a:pt x="127456" y="13035"/>
                  <a:pt x="124409" y="12195"/>
                </a:cubicBezTo>
                <a:cubicBezTo>
                  <a:pt x="121369" y="11361"/>
                  <a:pt x="118205" y="10945"/>
                  <a:pt x="114931" y="10945"/>
                </a:cubicBezTo>
                <a:cubicBezTo>
                  <a:pt x="106710" y="10945"/>
                  <a:pt x="100469" y="14022"/>
                  <a:pt x="96208" y="20189"/>
                </a:cubicBezTo>
                <a:cubicBezTo>
                  <a:pt x="91940" y="26357"/>
                  <a:pt x="89814" y="35455"/>
                  <a:pt x="89814" y="47484"/>
                </a:cubicBezTo>
                <a:cubicBezTo>
                  <a:pt x="91867" y="43216"/>
                  <a:pt x="94725" y="39942"/>
                  <a:pt x="98379" y="37662"/>
                </a:cubicBezTo>
                <a:cubicBezTo>
                  <a:pt x="102033" y="35375"/>
                  <a:pt x="106220" y="34235"/>
                  <a:pt x="110933" y="34235"/>
                </a:cubicBezTo>
                <a:cubicBezTo>
                  <a:pt x="120149" y="34235"/>
                  <a:pt x="127303" y="37092"/>
                  <a:pt x="132404" y="42800"/>
                </a:cubicBezTo>
                <a:cubicBezTo>
                  <a:pt x="137505" y="48434"/>
                  <a:pt x="140055" y="56465"/>
                  <a:pt x="140055" y="66894"/>
                </a:cubicBezTo>
                <a:cubicBezTo>
                  <a:pt x="140055" y="77249"/>
                  <a:pt x="137424" y="85280"/>
                  <a:pt x="132177" y="90987"/>
                </a:cubicBezTo>
                <a:cubicBezTo>
                  <a:pt x="126996" y="96622"/>
                  <a:pt x="119652" y="99435"/>
                  <a:pt x="110137" y="99435"/>
                </a:cubicBezTo>
                <a:cubicBezTo>
                  <a:pt x="99022" y="99435"/>
                  <a:pt x="90881" y="95438"/>
                  <a:pt x="85700" y="87443"/>
                </a:cubicBezTo>
                <a:cubicBezTo>
                  <a:pt x="80526" y="79456"/>
                  <a:pt x="77939" y="66894"/>
                  <a:pt x="77939" y="49764"/>
                </a:cubicBezTo>
                <a:cubicBezTo>
                  <a:pt x="77939" y="33548"/>
                  <a:pt x="81059" y="21220"/>
                  <a:pt x="87300" y="12772"/>
                </a:cubicBezTo>
                <a:cubicBezTo>
                  <a:pt x="93541" y="4244"/>
                  <a:pt x="102566" y="-17"/>
                  <a:pt x="114361" y="-17"/>
                </a:cubicBezTo>
                <a:cubicBezTo>
                  <a:pt x="117481" y="-17"/>
                  <a:pt x="120646" y="319"/>
                  <a:pt x="123839" y="1006"/>
                </a:cubicBezTo>
                <a:cubicBezTo>
                  <a:pt x="127040" y="1620"/>
                  <a:pt x="130080" y="2570"/>
                  <a:pt x="132974" y="3864"/>
                </a:cubicBezTo>
                <a:close/>
                <a:moveTo>
                  <a:pt x="109910" y="44400"/>
                </a:moveTo>
                <a:cubicBezTo>
                  <a:pt x="104349" y="44400"/>
                  <a:pt x="99972" y="46380"/>
                  <a:pt x="96778" y="50334"/>
                </a:cubicBezTo>
                <a:cubicBezTo>
                  <a:pt x="93658" y="54295"/>
                  <a:pt x="92094" y="59812"/>
                  <a:pt x="92094" y="66894"/>
                </a:cubicBezTo>
                <a:cubicBezTo>
                  <a:pt x="92094" y="73894"/>
                  <a:pt x="93658" y="79375"/>
                  <a:pt x="96778" y="83336"/>
                </a:cubicBezTo>
                <a:cubicBezTo>
                  <a:pt x="99972" y="87297"/>
                  <a:pt x="104349" y="89270"/>
                  <a:pt x="109910" y="89270"/>
                </a:cubicBezTo>
                <a:cubicBezTo>
                  <a:pt x="115618" y="89270"/>
                  <a:pt x="119922" y="87407"/>
                  <a:pt x="122809" y="83680"/>
                </a:cubicBezTo>
                <a:cubicBezTo>
                  <a:pt x="125783" y="79872"/>
                  <a:pt x="127266" y="74274"/>
                  <a:pt x="127266" y="66894"/>
                </a:cubicBezTo>
                <a:cubicBezTo>
                  <a:pt x="127266" y="59432"/>
                  <a:pt x="125783" y="53835"/>
                  <a:pt x="122809" y="50107"/>
                </a:cubicBezTo>
                <a:cubicBezTo>
                  <a:pt x="119922" y="46300"/>
                  <a:pt x="115618" y="44400"/>
                  <a:pt x="109910" y="44400"/>
                </a:cubicBezTo>
                <a:close/>
              </a:path>
            </a:pathLst>
          </a:custGeom>
          <a:solidFill>
            <a:srgbClr val="000000"/>
          </a:solidFill>
          <a:ln w="7300" cap="sq">
            <a:noFill/>
            <a:prstDash val="solid"/>
            <a:miter/>
          </a:ln>
        </p:spPr>
        <p:txBody>
          <a:bodyPr/>
          <a:lstStyle/>
          <a:p>
            <a:endParaRPr lang="en-GB"/>
          </a:p>
        </p:txBody>
      </p:sp>
      <p:sp>
        <p:nvSpPr>
          <p:cNvPr id="106" name="Freeform: Shape 105">
            <a:extLst>
              <a:ext uri="{FF2B5EF4-FFF2-40B4-BE49-F238E27FC236}">
                <a16:creationId xmlns:a16="http://schemas.microsoft.com/office/drawing/2014/main" id="{B7A463C3-9694-03F3-94F1-2614D3549467}"/>
              </a:ext>
            </a:extLst>
          </p:cNvPr>
          <p:cNvSpPr/>
          <p:nvPr/>
        </p:nvSpPr>
        <p:spPr>
          <a:xfrm>
            <a:off x="3353635"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07" name="Freeform: Shape 106">
            <a:extLst>
              <a:ext uri="{FF2B5EF4-FFF2-40B4-BE49-F238E27FC236}">
                <a16:creationId xmlns:a16="http://schemas.microsoft.com/office/drawing/2014/main" id="{68075544-821D-43F0-B610-5D13499F1355}"/>
              </a:ext>
            </a:extLst>
          </p:cNvPr>
          <p:cNvSpPr/>
          <p:nvPr/>
        </p:nvSpPr>
        <p:spPr>
          <a:xfrm>
            <a:off x="3283633" y="4315561"/>
            <a:ext cx="140163" cy="99452"/>
          </a:xfrm>
          <a:custGeom>
            <a:avLst/>
            <a:gdLst>
              <a:gd name="csX0" fmla="*/ 14156 w 140163"/>
              <a:gd name="csY0" fmla="*/ 86647 h 99452"/>
              <a:gd name="csX1" fmla="*/ 58230 w 140163"/>
              <a:gd name="csY1" fmla="*/ 86647 h 99452"/>
              <a:gd name="csX2" fmla="*/ 58230 w 140163"/>
              <a:gd name="csY2" fmla="*/ 97608 h 99452"/>
              <a:gd name="csX3" fmla="*/ 1 w 140163"/>
              <a:gd name="csY3" fmla="*/ 97608 h 99452"/>
              <a:gd name="csX4" fmla="*/ 1 w 140163"/>
              <a:gd name="csY4" fmla="*/ 86647 h 99452"/>
              <a:gd name="csX5" fmla="*/ 20894 w 140163"/>
              <a:gd name="csY5" fmla="*/ 64380 h 99452"/>
              <a:gd name="csX6" fmla="*/ 33339 w 140163"/>
              <a:gd name="csY6" fmla="*/ 50678 h 99452"/>
              <a:gd name="csX7" fmla="*/ 42021 w 140163"/>
              <a:gd name="csY7" fmla="*/ 38006 h 99452"/>
              <a:gd name="csX8" fmla="*/ 44301 w 140163"/>
              <a:gd name="csY8" fmla="*/ 28067 h 99452"/>
              <a:gd name="csX9" fmla="*/ 39507 w 140163"/>
              <a:gd name="csY9" fmla="*/ 15512 h 99452"/>
              <a:gd name="csX10" fmla="*/ 26601 w 140163"/>
              <a:gd name="csY10" fmla="*/ 10945 h 99452"/>
              <a:gd name="csX11" fmla="*/ 14273 w 140163"/>
              <a:gd name="csY11" fmla="*/ 13115 h 99452"/>
              <a:gd name="csX12" fmla="*/ 688 w 140163"/>
              <a:gd name="csY12" fmla="*/ 19393 h 99452"/>
              <a:gd name="csX13" fmla="*/ 688 w 140163"/>
              <a:gd name="csY13" fmla="*/ 6377 h 99452"/>
              <a:gd name="csX14" fmla="*/ 13703 w 140163"/>
              <a:gd name="csY14" fmla="*/ 1576 h 99452"/>
              <a:gd name="csX15" fmla="*/ 26375 w 140163"/>
              <a:gd name="csY15" fmla="*/ -17 h 99452"/>
              <a:gd name="csX16" fmla="*/ 48985 w 140163"/>
              <a:gd name="csY16" fmla="*/ 7518 h 99452"/>
              <a:gd name="csX17" fmla="*/ 57550 w 140163"/>
              <a:gd name="csY17" fmla="*/ 27044 h 99452"/>
              <a:gd name="csX18" fmla="*/ 54693 w 140163"/>
              <a:gd name="csY18" fmla="*/ 39372 h 99452"/>
              <a:gd name="csX19" fmla="*/ 45441 w 140163"/>
              <a:gd name="csY19" fmla="*/ 53074 h 99452"/>
              <a:gd name="csX20" fmla="*/ 34939 w 140163"/>
              <a:gd name="csY20" fmla="*/ 64606 h 99452"/>
              <a:gd name="csX21" fmla="*/ 14156 w 140163"/>
              <a:gd name="csY21" fmla="*/ 86647 h 99452"/>
              <a:gd name="csX22" fmla="*/ 108997 w 140163"/>
              <a:gd name="csY22" fmla="*/ 52051 h 99452"/>
              <a:gd name="csX23" fmla="*/ 95521 w 140163"/>
              <a:gd name="csY23" fmla="*/ 56962 h 99452"/>
              <a:gd name="csX24" fmla="*/ 90837 w 140163"/>
              <a:gd name="csY24" fmla="*/ 70657 h 99452"/>
              <a:gd name="csX25" fmla="*/ 95638 w 140163"/>
              <a:gd name="csY25" fmla="*/ 84366 h 99452"/>
              <a:gd name="csX26" fmla="*/ 108997 w 140163"/>
              <a:gd name="csY26" fmla="*/ 89270 h 99452"/>
              <a:gd name="csX27" fmla="*/ 122356 w 140163"/>
              <a:gd name="csY27" fmla="*/ 84476 h 99452"/>
              <a:gd name="csX28" fmla="*/ 127150 w 140163"/>
              <a:gd name="csY28" fmla="*/ 70657 h 99452"/>
              <a:gd name="csX29" fmla="*/ 122356 w 140163"/>
              <a:gd name="csY29" fmla="*/ 56962 h 99452"/>
              <a:gd name="csX30" fmla="*/ 108997 w 140163"/>
              <a:gd name="csY30" fmla="*/ 52051 h 99452"/>
              <a:gd name="csX31" fmla="*/ 97692 w 140163"/>
              <a:gd name="csY31" fmla="*/ 46680 h 99452"/>
              <a:gd name="csX32" fmla="*/ 84676 w 140163"/>
              <a:gd name="csY32" fmla="*/ 38802 h 99452"/>
              <a:gd name="csX33" fmla="*/ 79992 w 140163"/>
              <a:gd name="csY33" fmla="*/ 24874 h 99452"/>
              <a:gd name="csX34" fmla="*/ 87760 w 140163"/>
              <a:gd name="csY34" fmla="*/ 6714 h 99452"/>
              <a:gd name="csX35" fmla="*/ 108997 w 140163"/>
              <a:gd name="csY35" fmla="*/ -17 h 99452"/>
              <a:gd name="csX36" fmla="*/ 130116 w 140163"/>
              <a:gd name="csY36" fmla="*/ 6714 h 99452"/>
              <a:gd name="csX37" fmla="*/ 137885 w 140163"/>
              <a:gd name="csY37" fmla="*/ 24874 h 99452"/>
              <a:gd name="csX38" fmla="*/ 133200 w 140163"/>
              <a:gd name="csY38" fmla="*/ 38802 h 99452"/>
              <a:gd name="csX39" fmla="*/ 120302 w 140163"/>
              <a:gd name="csY39" fmla="*/ 46680 h 99452"/>
              <a:gd name="csX40" fmla="*/ 135027 w 140163"/>
              <a:gd name="csY40" fmla="*/ 55245 h 99452"/>
              <a:gd name="csX41" fmla="*/ 140165 w 140163"/>
              <a:gd name="csY41" fmla="*/ 71804 h 99452"/>
              <a:gd name="csX42" fmla="*/ 131834 w 140163"/>
              <a:gd name="csY42" fmla="*/ 92127 h 99452"/>
              <a:gd name="csX43" fmla="*/ 108997 w 140163"/>
              <a:gd name="csY43" fmla="*/ 99435 h 99452"/>
              <a:gd name="csX44" fmla="*/ 86043 w 140163"/>
              <a:gd name="csY44" fmla="*/ 92244 h 99452"/>
              <a:gd name="csX45" fmla="*/ 77822 w 140163"/>
              <a:gd name="csY45" fmla="*/ 72031 h 99452"/>
              <a:gd name="csX46" fmla="*/ 82850 w 140163"/>
              <a:gd name="csY46" fmla="*/ 55245 h 99452"/>
              <a:gd name="csX47" fmla="*/ 97692 w 140163"/>
              <a:gd name="csY47" fmla="*/ 46680 h 99452"/>
              <a:gd name="csX48" fmla="*/ 92898 w 140163"/>
              <a:gd name="csY48" fmla="*/ 26014 h 99452"/>
              <a:gd name="csX49" fmla="*/ 97005 w 140163"/>
              <a:gd name="csY49" fmla="*/ 37889 h 99452"/>
              <a:gd name="csX50" fmla="*/ 108997 w 140163"/>
              <a:gd name="csY50" fmla="*/ 41886 h 99452"/>
              <a:gd name="csX51" fmla="*/ 120872 w 140163"/>
              <a:gd name="csY51" fmla="*/ 37889 h 99452"/>
              <a:gd name="csX52" fmla="*/ 124979 w 140163"/>
              <a:gd name="csY52" fmla="*/ 26014 h 99452"/>
              <a:gd name="csX53" fmla="*/ 120872 w 140163"/>
              <a:gd name="csY53" fmla="*/ 14138 h 99452"/>
              <a:gd name="csX54" fmla="*/ 108997 w 140163"/>
              <a:gd name="csY54" fmla="*/ 10031 h 99452"/>
              <a:gd name="csX55" fmla="*/ 97005 w 140163"/>
              <a:gd name="csY55" fmla="*/ 14138 h 99452"/>
              <a:gd name="csX56" fmla="*/ 92898 w 140163"/>
              <a:gd name="csY56"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40163" h="99452">
                <a:moveTo>
                  <a:pt x="14156" y="86647"/>
                </a:moveTo>
                <a:lnTo>
                  <a:pt x="58230" y="86647"/>
                </a:lnTo>
                <a:lnTo>
                  <a:pt x="58230" y="97608"/>
                </a:lnTo>
                <a:lnTo>
                  <a:pt x="1" y="97608"/>
                </a:lnTo>
                <a:lnTo>
                  <a:pt x="1" y="86647"/>
                </a:lnTo>
                <a:cubicBezTo>
                  <a:pt x="7995" y="78272"/>
                  <a:pt x="14960" y="70854"/>
                  <a:pt x="20894" y="64380"/>
                </a:cubicBezTo>
                <a:cubicBezTo>
                  <a:pt x="26908" y="57912"/>
                  <a:pt x="31059" y="53345"/>
                  <a:pt x="33339" y="50678"/>
                </a:cubicBezTo>
                <a:cubicBezTo>
                  <a:pt x="37607" y="45423"/>
                  <a:pt x="40493" y="41199"/>
                  <a:pt x="42021" y="38006"/>
                </a:cubicBezTo>
                <a:cubicBezTo>
                  <a:pt x="43541" y="34732"/>
                  <a:pt x="44301" y="31421"/>
                  <a:pt x="44301" y="28067"/>
                </a:cubicBezTo>
                <a:cubicBezTo>
                  <a:pt x="44301" y="22667"/>
                  <a:pt x="42700" y="18479"/>
                  <a:pt x="39507" y="15512"/>
                </a:cubicBezTo>
                <a:cubicBezTo>
                  <a:pt x="36386" y="12465"/>
                  <a:pt x="32082" y="10945"/>
                  <a:pt x="26601" y="10945"/>
                </a:cubicBezTo>
                <a:cubicBezTo>
                  <a:pt x="22721" y="10945"/>
                  <a:pt x="18614" y="11668"/>
                  <a:pt x="14273" y="13115"/>
                </a:cubicBezTo>
                <a:cubicBezTo>
                  <a:pt x="10012" y="14482"/>
                  <a:pt x="5482" y="16572"/>
                  <a:pt x="688" y="19393"/>
                </a:cubicBezTo>
                <a:lnTo>
                  <a:pt x="688" y="6377"/>
                </a:lnTo>
                <a:cubicBezTo>
                  <a:pt x="5102" y="4244"/>
                  <a:pt x="9435" y="2643"/>
                  <a:pt x="13703" y="1576"/>
                </a:cubicBezTo>
                <a:cubicBezTo>
                  <a:pt x="17963" y="517"/>
                  <a:pt x="22187" y="-17"/>
                  <a:pt x="26375" y="-17"/>
                </a:cubicBezTo>
                <a:cubicBezTo>
                  <a:pt x="35736" y="-17"/>
                  <a:pt x="43278" y="2490"/>
                  <a:pt x="48985" y="7518"/>
                </a:cubicBezTo>
                <a:cubicBezTo>
                  <a:pt x="54693" y="12465"/>
                  <a:pt x="57550" y="18976"/>
                  <a:pt x="57550" y="27044"/>
                </a:cubicBezTo>
                <a:cubicBezTo>
                  <a:pt x="57550" y="31151"/>
                  <a:pt x="56600" y="35265"/>
                  <a:pt x="54693" y="39372"/>
                </a:cubicBezTo>
                <a:cubicBezTo>
                  <a:pt x="52792" y="43487"/>
                  <a:pt x="49709" y="48054"/>
                  <a:pt x="45441" y="53074"/>
                </a:cubicBezTo>
                <a:cubicBezTo>
                  <a:pt x="43007" y="55815"/>
                  <a:pt x="39507" y="59659"/>
                  <a:pt x="34939" y="64606"/>
                </a:cubicBezTo>
                <a:cubicBezTo>
                  <a:pt x="30372" y="69554"/>
                  <a:pt x="23444" y="76905"/>
                  <a:pt x="14156" y="86647"/>
                </a:cubicBezTo>
                <a:close/>
                <a:moveTo>
                  <a:pt x="108997" y="52051"/>
                </a:moveTo>
                <a:cubicBezTo>
                  <a:pt x="103209" y="52051"/>
                  <a:pt x="98722" y="53688"/>
                  <a:pt x="95521" y="56962"/>
                </a:cubicBezTo>
                <a:cubicBezTo>
                  <a:pt x="92401" y="60156"/>
                  <a:pt x="90837" y="64723"/>
                  <a:pt x="90837" y="70657"/>
                </a:cubicBezTo>
                <a:cubicBezTo>
                  <a:pt x="90837" y="76525"/>
                  <a:pt x="92437" y="81093"/>
                  <a:pt x="95638" y="84366"/>
                </a:cubicBezTo>
                <a:cubicBezTo>
                  <a:pt x="98832" y="87633"/>
                  <a:pt x="103289" y="89270"/>
                  <a:pt x="108997" y="89270"/>
                </a:cubicBezTo>
                <a:cubicBezTo>
                  <a:pt x="114777" y="89270"/>
                  <a:pt x="119235" y="87677"/>
                  <a:pt x="122356" y="84476"/>
                </a:cubicBezTo>
                <a:cubicBezTo>
                  <a:pt x="125549" y="81202"/>
                  <a:pt x="127150" y="76598"/>
                  <a:pt x="127150" y="70657"/>
                </a:cubicBezTo>
                <a:cubicBezTo>
                  <a:pt x="127150" y="64796"/>
                  <a:pt x="125549" y="60229"/>
                  <a:pt x="122356" y="56962"/>
                </a:cubicBezTo>
                <a:cubicBezTo>
                  <a:pt x="119155" y="53688"/>
                  <a:pt x="114704" y="52051"/>
                  <a:pt x="108997" y="52051"/>
                </a:cubicBezTo>
                <a:close/>
                <a:moveTo>
                  <a:pt x="97692" y="46680"/>
                </a:moveTo>
                <a:cubicBezTo>
                  <a:pt x="92138" y="45233"/>
                  <a:pt x="87797" y="42610"/>
                  <a:pt x="84676" y="38802"/>
                </a:cubicBezTo>
                <a:cubicBezTo>
                  <a:pt x="81556" y="34922"/>
                  <a:pt x="79992" y="30274"/>
                  <a:pt x="79992" y="24874"/>
                </a:cubicBezTo>
                <a:cubicBezTo>
                  <a:pt x="79992" y="17259"/>
                  <a:pt x="82579" y="11208"/>
                  <a:pt x="87760" y="6714"/>
                </a:cubicBezTo>
                <a:cubicBezTo>
                  <a:pt x="93007" y="2227"/>
                  <a:pt x="100089" y="-17"/>
                  <a:pt x="108997" y="-17"/>
                </a:cubicBezTo>
                <a:cubicBezTo>
                  <a:pt x="117905" y="-17"/>
                  <a:pt x="124943" y="2227"/>
                  <a:pt x="130116" y="6714"/>
                </a:cubicBezTo>
                <a:cubicBezTo>
                  <a:pt x="135298" y="11208"/>
                  <a:pt x="137885" y="17259"/>
                  <a:pt x="137885" y="24874"/>
                </a:cubicBezTo>
                <a:cubicBezTo>
                  <a:pt x="137885" y="30274"/>
                  <a:pt x="136321" y="34922"/>
                  <a:pt x="133200" y="38802"/>
                </a:cubicBezTo>
                <a:cubicBezTo>
                  <a:pt x="130160" y="42610"/>
                  <a:pt x="125856" y="45233"/>
                  <a:pt x="120302" y="46680"/>
                </a:cubicBezTo>
                <a:cubicBezTo>
                  <a:pt x="126696" y="48054"/>
                  <a:pt x="131607" y="50904"/>
                  <a:pt x="135027" y="55245"/>
                </a:cubicBezTo>
                <a:cubicBezTo>
                  <a:pt x="138455" y="59505"/>
                  <a:pt x="140165" y="65030"/>
                  <a:pt x="140165" y="71804"/>
                </a:cubicBezTo>
                <a:cubicBezTo>
                  <a:pt x="140165" y="80479"/>
                  <a:pt x="137388" y="87253"/>
                  <a:pt x="131834" y="92127"/>
                </a:cubicBezTo>
                <a:cubicBezTo>
                  <a:pt x="126353" y="97002"/>
                  <a:pt x="118738" y="99435"/>
                  <a:pt x="108997" y="99435"/>
                </a:cubicBezTo>
                <a:cubicBezTo>
                  <a:pt x="99175" y="99435"/>
                  <a:pt x="91524" y="97038"/>
                  <a:pt x="86043" y="92244"/>
                </a:cubicBezTo>
                <a:cubicBezTo>
                  <a:pt x="80562" y="87370"/>
                  <a:pt x="77822" y="80632"/>
                  <a:pt x="77822" y="72031"/>
                </a:cubicBezTo>
                <a:cubicBezTo>
                  <a:pt x="77822" y="65183"/>
                  <a:pt x="79495" y="59586"/>
                  <a:pt x="82850" y="55245"/>
                </a:cubicBezTo>
                <a:cubicBezTo>
                  <a:pt x="86269" y="50904"/>
                  <a:pt x="91224" y="48054"/>
                  <a:pt x="97692" y="46680"/>
                </a:cubicBezTo>
                <a:close/>
                <a:moveTo>
                  <a:pt x="92898" y="26014"/>
                </a:moveTo>
                <a:cubicBezTo>
                  <a:pt x="92898" y="31188"/>
                  <a:pt x="94264" y="35148"/>
                  <a:pt x="97005" y="37889"/>
                </a:cubicBezTo>
                <a:cubicBezTo>
                  <a:pt x="99745" y="40556"/>
                  <a:pt x="103743" y="41886"/>
                  <a:pt x="108997" y="41886"/>
                </a:cubicBezTo>
                <a:cubicBezTo>
                  <a:pt x="114171" y="41886"/>
                  <a:pt x="118132" y="40556"/>
                  <a:pt x="120872" y="37889"/>
                </a:cubicBezTo>
                <a:cubicBezTo>
                  <a:pt x="123613" y="35148"/>
                  <a:pt x="124979" y="31188"/>
                  <a:pt x="124979" y="26014"/>
                </a:cubicBezTo>
                <a:cubicBezTo>
                  <a:pt x="124979" y="20840"/>
                  <a:pt x="123613" y="16879"/>
                  <a:pt x="120872" y="14138"/>
                </a:cubicBezTo>
                <a:cubicBezTo>
                  <a:pt x="118205" y="11398"/>
                  <a:pt x="114251" y="10031"/>
                  <a:pt x="108997" y="10031"/>
                </a:cubicBezTo>
                <a:cubicBezTo>
                  <a:pt x="103743" y="10031"/>
                  <a:pt x="99745" y="11398"/>
                  <a:pt x="97005" y="14138"/>
                </a:cubicBezTo>
                <a:cubicBezTo>
                  <a:pt x="94264" y="16879"/>
                  <a:pt x="92898" y="20840"/>
                  <a:pt x="92898" y="26014"/>
                </a:cubicBezTo>
                <a:close/>
              </a:path>
            </a:pathLst>
          </a:custGeom>
          <a:solidFill>
            <a:srgbClr val="000000"/>
          </a:solidFill>
          <a:ln w="7300" cap="sq">
            <a:noFill/>
            <a:prstDash val="solid"/>
            <a:miter/>
          </a:ln>
        </p:spPr>
        <p:txBody>
          <a:bodyPr/>
          <a:lstStyle/>
          <a:p>
            <a:endParaRPr lang="en-GB"/>
          </a:p>
        </p:txBody>
      </p:sp>
      <p:sp>
        <p:nvSpPr>
          <p:cNvPr id="108" name="Freeform: Shape 107">
            <a:extLst>
              <a:ext uri="{FF2B5EF4-FFF2-40B4-BE49-F238E27FC236}">
                <a16:creationId xmlns:a16="http://schemas.microsoft.com/office/drawing/2014/main" id="{916B9EC3-A99A-FCAD-C98B-3050DC3F60F3}"/>
              </a:ext>
            </a:extLst>
          </p:cNvPr>
          <p:cNvSpPr/>
          <p:nvPr/>
        </p:nvSpPr>
        <p:spPr>
          <a:xfrm>
            <a:off x="3563961"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09" name="Freeform: Shape 108">
            <a:extLst>
              <a:ext uri="{FF2B5EF4-FFF2-40B4-BE49-F238E27FC236}">
                <a16:creationId xmlns:a16="http://schemas.microsoft.com/office/drawing/2014/main" id="{B06837A3-8022-4AD4-1E45-1E9758038980}"/>
              </a:ext>
            </a:extLst>
          </p:cNvPr>
          <p:cNvSpPr/>
          <p:nvPr/>
        </p:nvSpPr>
        <p:spPr>
          <a:xfrm>
            <a:off x="3494529" y="4315561"/>
            <a:ext cx="141084" cy="99452"/>
          </a:xfrm>
          <a:custGeom>
            <a:avLst/>
            <a:gdLst>
              <a:gd name="csX0" fmla="*/ 41107 w 141084"/>
              <a:gd name="csY0" fmla="*/ 46337 h 99452"/>
              <a:gd name="csX1" fmla="*/ 55496 w 141084"/>
              <a:gd name="csY1" fmla="*/ 55135 h 99452"/>
              <a:gd name="csX2" fmla="*/ 60517 w 141084"/>
              <a:gd name="csY2" fmla="*/ 71117 h 99452"/>
              <a:gd name="csX3" fmla="*/ 51616 w 141084"/>
              <a:gd name="csY3" fmla="*/ 91901 h 99452"/>
              <a:gd name="csX4" fmla="*/ 26952 w 141084"/>
              <a:gd name="csY4" fmla="*/ 99435 h 99452"/>
              <a:gd name="csX5" fmla="*/ 13476 w 141084"/>
              <a:gd name="csY5" fmla="*/ 98178 h 99452"/>
              <a:gd name="csX6" fmla="*/ 1 w 141084"/>
              <a:gd name="csY6" fmla="*/ 94751 h 99452"/>
              <a:gd name="csX7" fmla="*/ 1 w 141084"/>
              <a:gd name="csY7" fmla="*/ 81853 h 99452"/>
              <a:gd name="csX8" fmla="*/ 12906 w 141084"/>
              <a:gd name="csY8" fmla="*/ 86873 h 99452"/>
              <a:gd name="csX9" fmla="*/ 25578 w 141084"/>
              <a:gd name="csY9" fmla="*/ 88590 h 99452"/>
              <a:gd name="csX10" fmla="*/ 41911 w 141084"/>
              <a:gd name="csY10" fmla="*/ 83789 h 99452"/>
              <a:gd name="csX11" fmla="*/ 47618 w 141084"/>
              <a:gd name="csY11" fmla="*/ 69861 h 99452"/>
              <a:gd name="csX12" fmla="*/ 41911 w 141084"/>
              <a:gd name="csY12" fmla="*/ 56619 h 99452"/>
              <a:gd name="csX13" fmla="*/ 26492 w 141084"/>
              <a:gd name="csY13" fmla="*/ 51708 h 99452"/>
              <a:gd name="csX14" fmla="*/ 16560 w 141084"/>
              <a:gd name="csY14" fmla="*/ 51708 h 99452"/>
              <a:gd name="csX15" fmla="*/ 16560 w 141084"/>
              <a:gd name="csY15" fmla="*/ 40973 h 99452"/>
              <a:gd name="csX16" fmla="*/ 26492 w 141084"/>
              <a:gd name="csY16" fmla="*/ 40973 h 99452"/>
              <a:gd name="csX17" fmla="*/ 40420 w 141084"/>
              <a:gd name="csY17" fmla="*/ 37092 h 99452"/>
              <a:gd name="csX18" fmla="*/ 45448 w 141084"/>
              <a:gd name="csY18" fmla="*/ 26130 h 99452"/>
              <a:gd name="csX19" fmla="*/ 40764 w 141084"/>
              <a:gd name="csY19" fmla="*/ 14942 h 99452"/>
              <a:gd name="csX20" fmla="*/ 27522 w 141084"/>
              <a:gd name="csY20" fmla="*/ 10945 h 99452"/>
              <a:gd name="csX21" fmla="*/ 15647 w 141084"/>
              <a:gd name="csY21" fmla="*/ 12195 h 99452"/>
              <a:gd name="csX22" fmla="*/ 2858 w 141084"/>
              <a:gd name="csY22" fmla="*/ 16082 h 99452"/>
              <a:gd name="csX23" fmla="*/ 2858 w 141084"/>
              <a:gd name="csY23" fmla="*/ 4090 h 99452"/>
              <a:gd name="csX24" fmla="*/ 16670 w 141084"/>
              <a:gd name="csY24" fmla="*/ 1006 h 99452"/>
              <a:gd name="csX25" fmla="*/ 27522 w 141084"/>
              <a:gd name="csY25" fmla="*/ -17 h 99452"/>
              <a:gd name="csX26" fmla="*/ 49789 w 141084"/>
              <a:gd name="csY26" fmla="*/ 7057 h 99452"/>
              <a:gd name="csX27" fmla="*/ 58237 w 141084"/>
              <a:gd name="csY27" fmla="*/ 25670 h 99452"/>
              <a:gd name="csX28" fmla="*/ 53779 w 141084"/>
              <a:gd name="csY28" fmla="*/ 38802 h 99452"/>
              <a:gd name="csX29" fmla="*/ 41107 w 141084"/>
              <a:gd name="csY29" fmla="*/ 46337 h 99452"/>
              <a:gd name="csX30" fmla="*/ 101463 w 141084"/>
              <a:gd name="csY30" fmla="*/ 49421 h 99452"/>
              <a:gd name="csX31" fmla="*/ 103859 w 141084"/>
              <a:gd name="csY31" fmla="*/ 43370 h 99452"/>
              <a:gd name="csX32" fmla="*/ 109793 w 141084"/>
              <a:gd name="csY32" fmla="*/ 40746 h 99452"/>
              <a:gd name="csX33" fmla="*/ 115961 w 141084"/>
              <a:gd name="csY33" fmla="*/ 43370 h 99452"/>
              <a:gd name="csX34" fmla="*/ 118592 w 141084"/>
              <a:gd name="csY34" fmla="*/ 49421 h 99452"/>
              <a:gd name="csX35" fmla="*/ 115961 w 141084"/>
              <a:gd name="csY35" fmla="*/ 55588 h 99452"/>
              <a:gd name="csX36" fmla="*/ 109793 w 141084"/>
              <a:gd name="csY36" fmla="*/ 57985 h 99452"/>
              <a:gd name="csX37" fmla="*/ 103859 w 141084"/>
              <a:gd name="csY37" fmla="*/ 55588 h 99452"/>
              <a:gd name="csX38" fmla="*/ 101463 w 141084"/>
              <a:gd name="csY38" fmla="*/ 49421 h 99452"/>
              <a:gd name="csX39" fmla="*/ 110027 w 141084"/>
              <a:gd name="csY39" fmla="*/ 10258 h 99452"/>
              <a:gd name="csX40" fmla="*/ 96435 w 141084"/>
              <a:gd name="csY40" fmla="*/ 20080 h 99452"/>
              <a:gd name="csX41" fmla="*/ 91984 w 141084"/>
              <a:gd name="csY41" fmla="*/ 49764 h 99452"/>
              <a:gd name="csX42" fmla="*/ 96435 w 141084"/>
              <a:gd name="csY42" fmla="*/ 79456 h 99452"/>
              <a:gd name="csX43" fmla="*/ 110027 w 141084"/>
              <a:gd name="csY43" fmla="*/ 89160 h 99452"/>
              <a:gd name="csX44" fmla="*/ 123495 w 141084"/>
              <a:gd name="csY44" fmla="*/ 79456 h 99452"/>
              <a:gd name="csX45" fmla="*/ 128063 w 141084"/>
              <a:gd name="csY45" fmla="*/ 49764 h 99452"/>
              <a:gd name="csX46" fmla="*/ 123495 w 141084"/>
              <a:gd name="csY46" fmla="*/ 20080 h 99452"/>
              <a:gd name="csX47" fmla="*/ 110027 w 141084"/>
              <a:gd name="csY47" fmla="*/ 10258 h 99452"/>
              <a:gd name="csX48" fmla="*/ 110027 w 141084"/>
              <a:gd name="csY48" fmla="*/ -17 h 99452"/>
              <a:gd name="csX49" fmla="*/ 133208 w 141084"/>
              <a:gd name="csY49" fmla="*/ 12538 h 99452"/>
              <a:gd name="csX50" fmla="*/ 141085 w 141084"/>
              <a:gd name="csY50" fmla="*/ 49764 h 99452"/>
              <a:gd name="csX51" fmla="*/ 133208 w 141084"/>
              <a:gd name="csY51" fmla="*/ 86873 h 99452"/>
              <a:gd name="csX52" fmla="*/ 110027 w 141084"/>
              <a:gd name="csY52" fmla="*/ 99435 h 99452"/>
              <a:gd name="csX53" fmla="*/ 86730 w 141084"/>
              <a:gd name="csY53" fmla="*/ 86873 h 99452"/>
              <a:gd name="csX54" fmla="*/ 78969 w 141084"/>
              <a:gd name="csY54" fmla="*/ 49764 h 99452"/>
              <a:gd name="csX55" fmla="*/ 86730 w 141084"/>
              <a:gd name="csY55" fmla="*/ 12538 h 99452"/>
              <a:gd name="csX56" fmla="*/ 110027 w 141084"/>
              <a:gd name="csY56"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41084" h="99452">
                <a:moveTo>
                  <a:pt x="41107" y="46337"/>
                </a:moveTo>
                <a:cubicBezTo>
                  <a:pt x="47348" y="47937"/>
                  <a:pt x="52149" y="50868"/>
                  <a:pt x="55496" y="55135"/>
                </a:cubicBezTo>
                <a:cubicBezTo>
                  <a:pt x="58843" y="59396"/>
                  <a:pt x="60517" y="64723"/>
                  <a:pt x="60517" y="71117"/>
                </a:cubicBezTo>
                <a:cubicBezTo>
                  <a:pt x="60517" y="79945"/>
                  <a:pt x="57550" y="86873"/>
                  <a:pt x="51616" y="91901"/>
                </a:cubicBezTo>
                <a:cubicBezTo>
                  <a:pt x="45675" y="96921"/>
                  <a:pt x="37453" y="99435"/>
                  <a:pt x="26952" y="99435"/>
                </a:cubicBezTo>
                <a:cubicBezTo>
                  <a:pt x="22531" y="99435"/>
                  <a:pt x="18044" y="99019"/>
                  <a:pt x="13476" y="98178"/>
                </a:cubicBezTo>
                <a:cubicBezTo>
                  <a:pt x="8909" y="97418"/>
                  <a:pt x="4415" y="96278"/>
                  <a:pt x="1" y="94751"/>
                </a:cubicBezTo>
                <a:lnTo>
                  <a:pt x="1" y="81853"/>
                </a:lnTo>
                <a:cubicBezTo>
                  <a:pt x="4342" y="84060"/>
                  <a:pt x="8639" y="85733"/>
                  <a:pt x="12906" y="86873"/>
                </a:cubicBezTo>
                <a:cubicBezTo>
                  <a:pt x="17167" y="88013"/>
                  <a:pt x="21391" y="88590"/>
                  <a:pt x="25578" y="88590"/>
                </a:cubicBezTo>
                <a:cubicBezTo>
                  <a:pt x="32659" y="88590"/>
                  <a:pt x="38104" y="86990"/>
                  <a:pt x="41911" y="83789"/>
                </a:cubicBezTo>
                <a:cubicBezTo>
                  <a:pt x="45711" y="80515"/>
                  <a:pt x="47618" y="75875"/>
                  <a:pt x="47618" y="69861"/>
                </a:cubicBezTo>
                <a:cubicBezTo>
                  <a:pt x="47618" y="64307"/>
                  <a:pt x="45711" y="59893"/>
                  <a:pt x="41911" y="56619"/>
                </a:cubicBezTo>
                <a:cubicBezTo>
                  <a:pt x="38104" y="53345"/>
                  <a:pt x="32966" y="51708"/>
                  <a:pt x="26492" y="51708"/>
                </a:cubicBezTo>
                <a:lnTo>
                  <a:pt x="16560" y="51708"/>
                </a:lnTo>
                <a:lnTo>
                  <a:pt x="16560" y="40973"/>
                </a:lnTo>
                <a:lnTo>
                  <a:pt x="26492" y="40973"/>
                </a:lnTo>
                <a:cubicBezTo>
                  <a:pt x="32433" y="40973"/>
                  <a:pt x="37073" y="39679"/>
                  <a:pt x="40420" y="37092"/>
                </a:cubicBezTo>
                <a:cubicBezTo>
                  <a:pt x="43775" y="34505"/>
                  <a:pt x="45448" y="30851"/>
                  <a:pt x="45448" y="26130"/>
                </a:cubicBezTo>
                <a:cubicBezTo>
                  <a:pt x="45448" y="21256"/>
                  <a:pt x="43884" y="17529"/>
                  <a:pt x="40764" y="14942"/>
                </a:cubicBezTo>
                <a:cubicBezTo>
                  <a:pt x="37643" y="12275"/>
                  <a:pt x="33229" y="10945"/>
                  <a:pt x="27522" y="10945"/>
                </a:cubicBezTo>
                <a:cubicBezTo>
                  <a:pt x="23715" y="10945"/>
                  <a:pt x="19754" y="11361"/>
                  <a:pt x="15647" y="12195"/>
                </a:cubicBezTo>
                <a:cubicBezTo>
                  <a:pt x="11613" y="13035"/>
                  <a:pt x="7345" y="14328"/>
                  <a:pt x="2858" y="16082"/>
                </a:cubicBezTo>
                <a:lnTo>
                  <a:pt x="2858" y="4090"/>
                </a:lnTo>
                <a:cubicBezTo>
                  <a:pt x="8032" y="2724"/>
                  <a:pt x="12636" y="1693"/>
                  <a:pt x="16670" y="1006"/>
                </a:cubicBezTo>
                <a:cubicBezTo>
                  <a:pt x="20784" y="319"/>
                  <a:pt x="24401" y="-17"/>
                  <a:pt x="27522" y="-17"/>
                </a:cubicBezTo>
                <a:cubicBezTo>
                  <a:pt x="36810" y="-17"/>
                  <a:pt x="44228" y="2344"/>
                  <a:pt x="49789" y="7057"/>
                </a:cubicBezTo>
                <a:cubicBezTo>
                  <a:pt x="55416" y="11705"/>
                  <a:pt x="58237" y="17909"/>
                  <a:pt x="58237" y="25670"/>
                </a:cubicBezTo>
                <a:cubicBezTo>
                  <a:pt x="58237" y="30924"/>
                  <a:pt x="56753" y="35302"/>
                  <a:pt x="53779" y="38802"/>
                </a:cubicBezTo>
                <a:cubicBezTo>
                  <a:pt x="50892" y="42303"/>
                  <a:pt x="46668" y="44817"/>
                  <a:pt x="41107" y="46337"/>
                </a:cubicBezTo>
                <a:close/>
                <a:moveTo>
                  <a:pt x="101463" y="49421"/>
                </a:moveTo>
                <a:cubicBezTo>
                  <a:pt x="101463" y="47060"/>
                  <a:pt x="102259" y="45043"/>
                  <a:pt x="103859" y="43370"/>
                </a:cubicBezTo>
                <a:cubicBezTo>
                  <a:pt x="105533" y="41623"/>
                  <a:pt x="107513" y="40746"/>
                  <a:pt x="109793" y="40746"/>
                </a:cubicBezTo>
                <a:cubicBezTo>
                  <a:pt x="112234" y="40746"/>
                  <a:pt x="114288" y="41623"/>
                  <a:pt x="115961" y="43370"/>
                </a:cubicBezTo>
                <a:cubicBezTo>
                  <a:pt x="117715" y="45043"/>
                  <a:pt x="118592" y="47060"/>
                  <a:pt x="118592" y="49421"/>
                </a:cubicBezTo>
                <a:cubicBezTo>
                  <a:pt x="118592" y="51861"/>
                  <a:pt x="117715" y="53915"/>
                  <a:pt x="115961" y="55588"/>
                </a:cubicBezTo>
                <a:cubicBezTo>
                  <a:pt x="114288" y="57189"/>
                  <a:pt x="112234" y="57985"/>
                  <a:pt x="109793" y="57985"/>
                </a:cubicBezTo>
                <a:cubicBezTo>
                  <a:pt x="107440" y="57985"/>
                  <a:pt x="105460" y="57189"/>
                  <a:pt x="103859" y="55588"/>
                </a:cubicBezTo>
                <a:cubicBezTo>
                  <a:pt x="102259" y="53988"/>
                  <a:pt x="101463" y="51934"/>
                  <a:pt x="101463" y="49421"/>
                </a:cubicBezTo>
                <a:close/>
                <a:moveTo>
                  <a:pt x="110027" y="10258"/>
                </a:moveTo>
                <a:cubicBezTo>
                  <a:pt x="103932" y="10258"/>
                  <a:pt x="99409" y="13532"/>
                  <a:pt x="96435" y="20080"/>
                </a:cubicBezTo>
                <a:cubicBezTo>
                  <a:pt x="93468" y="26547"/>
                  <a:pt x="91984" y="36442"/>
                  <a:pt x="91984" y="49764"/>
                </a:cubicBezTo>
                <a:cubicBezTo>
                  <a:pt x="91984" y="63013"/>
                  <a:pt x="93468" y="72908"/>
                  <a:pt x="96435" y="79456"/>
                </a:cubicBezTo>
                <a:cubicBezTo>
                  <a:pt x="99409" y="85923"/>
                  <a:pt x="103932" y="89160"/>
                  <a:pt x="110027" y="89160"/>
                </a:cubicBezTo>
                <a:cubicBezTo>
                  <a:pt x="116041" y="89160"/>
                  <a:pt x="120528" y="85923"/>
                  <a:pt x="123495" y="79456"/>
                </a:cubicBezTo>
                <a:cubicBezTo>
                  <a:pt x="126543" y="72908"/>
                  <a:pt x="128063" y="63013"/>
                  <a:pt x="128063" y="49764"/>
                </a:cubicBezTo>
                <a:cubicBezTo>
                  <a:pt x="128063" y="36442"/>
                  <a:pt x="126543" y="26547"/>
                  <a:pt x="123495" y="20080"/>
                </a:cubicBezTo>
                <a:cubicBezTo>
                  <a:pt x="120528" y="13532"/>
                  <a:pt x="116041" y="10258"/>
                  <a:pt x="110027" y="10258"/>
                </a:cubicBezTo>
                <a:close/>
                <a:moveTo>
                  <a:pt x="110027" y="-17"/>
                </a:moveTo>
                <a:cubicBezTo>
                  <a:pt x="120229" y="-17"/>
                  <a:pt x="127953" y="4170"/>
                  <a:pt x="133208" y="12538"/>
                </a:cubicBezTo>
                <a:cubicBezTo>
                  <a:pt x="138455" y="20913"/>
                  <a:pt x="141085" y="33321"/>
                  <a:pt x="141085" y="49764"/>
                </a:cubicBezTo>
                <a:cubicBezTo>
                  <a:pt x="141085" y="66133"/>
                  <a:pt x="138455" y="78498"/>
                  <a:pt x="133208" y="86873"/>
                </a:cubicBezTo>
                <a:cubicBezTo>
                  <a:pt x="127953" y="95248"/>
                  <a:pt x="120229" y="99435"/>
                  <a:pt x="110027" y="99435"/>
                </a:cubicBezTo>
                <a:cubicBezTo>
                  <a:pt x="99752" y="99435"/>
                  <a:pt x="91984" y="95248"/>
                  <a:pt x="86730" y="86873"/>
                </a:cubicBezTo>
                <a:cubicBezTo>
                  <a:pt x="81556" y="78498"/>
                  <a:pt x="78969" y="66133"/>
                  <a:pt x="78969" y="49764"/>
                </a:cubicBezTo>
                <a:cubicBezTo>
                  <a:pt x="78969" y="33321"/>
                  <a:pt x="81556" y="20913"/>
                  <a:pt x="86730" y="12538"/>
                </a:cubicBezTo>
                <a:cubicBezTo>
                  <a:pt x="91984" y="4170"/>
                  <a:pt x="99752" y="-17"/>
                  <a:pt x="110027" y="-17"/>
                </a:cubicBezTo>
                <a:close/>
              </a:path>
            </a:pathLst>
          </a:custGeom>
          <a:solidFill>
            <a:srgbClr val="000000"/>
          </a:solidFill>
          <a:ln w="7300" cap="sq">
            <a:noFill/>
            <a:prstDash val="solid"/>
            <a:miter/>
          </a:ln>
        </p:spPr>
        <p:txBody>
          <a:bodyPr/>
          <a:lstStyle/>
          <a:p>
            <a:endParaRPr lang="en-GB"/>
          </a:p>
        </p:txBody>
      </p:sp>
      <p:sp>
        <p:nvSpPr>
          <p:cNvPr id="110" name="Freeform: Shape 109">
            <a:extLst>
              <a:ext uri="{FF2B5EF4-FFF2-40B4-BE49-F238E27FC236}">
                <a16:creationId xmlns:a16="http://schemas.microsoft.com/office/drawing/2014/main" id="{8BCA5B95-056D-E840-9240-9CC5BB6719C5}"/>
              </a:ext>
            </a:extLst>
          </p:cNvPr>
          <p:cNvSpPr/>
          <p:nvPr/>
        </p:nvSpPr>
        <p:spPr>
          <a:xfrm>
            <a:off x="3774295"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11" name="Freeform: Shape 110">
            <a:extLst>
              <a:ext uri="{FF2B5EF4-FFF2-40B4-BE49-F238E27FC236}">
                <a16:creationId xmlns:a16="http://schemas.microsoft.com/office/drawing/2014/main" id="{3656C68E-D79A-BE8F-A25E-0C5673C9841C}"/>
              </a:ext>
            </a:extLst>
          </p:cNvPr>
          <p:cNvSpPr/>
          <p:nvPr/>
        </p:nvSpPr>
        <p:spPr>
          <a:xfrm>
            <a:off x="3706456" y="4315561"/>
            <a:ext cx="138453" cy="99452"/>
          </a:xfrm>
          <a:custGeom>
            <a:avLst/>
            <a:gdLst>
              <a:gd name="csX0" fmla="*/ 41107 w 138453"/>
              <a:gd name="csY0" fmla="*/ 46337 h 99452"/>
              <a:gd name="csX1" fmla="*/ 55496 w 138453"/>
              <a:gd name="csY1" fmla="*/ 55135 h 99452"/>
              <a:gd name="csX2" fmla="*/ 60517 w 138453"/>
              <a:gd name="csY2" fmla="*/ 71117 h 99452"/>
              <a:gd name="csX3" fmla="*/ 51616 w 138453"/>
              <a:gd name="csY3" fmla="*/ 91901 h 99452"/>
              <a:gd name="csX4" fmla="*/ 26952 w 138453"/>
              <a:gd name="csY4" fmla="*/ 99435 h 99452"/>
              <a:gd name="csX5" fmla="*/ 13476 w 138453"/>
              <a:gd name="csY5" fmla="*/ 98178 h 99452"/>
              <a:gd name="csX6" fmla="*/ 1 w 138453"/>
              <a:gd name="csY6" fmla="*/ 94751 h 99452"/>
              <a:gd name="csX7" fmla="*/ 1 w 138453"/>
              <a:gd name="csY7" fmla="*/ 81853 h 99452"/>
              <a:gd name="csX8" fmla="*/ 12906 w 138453"/>
              <a:gd name="csY8" fmla="*/ 86873 h 99452"/>
              <a:gd name="csX9" fmla="*/ 25578 w 138453"/>
              <a:gd name="csY9" fmla="*/ 88590 h 99452"/>
              <a:gd name="csX10" fmla="*/ 41911 w 138453"/>
              <a:gd name="csY10" fmla="*/ 83789 h 99452"/>
              <a:gd name="csX11" fmla="*/ 47618 w 138453"/>
              <a:gd name="csY11" fmla="*/ 69861 h 99452"/>
              <a:gd name="csX12" fmla="*/ 41911 w 138453"/>
              <a:gd name="csY12" fmla="*/ 56619 h 99452"/>
              <a:gd name="csX13" fmla="*/ 26492 w 138453"/>
              <a:gd name="csY13" fmla="*/ 51708 h 99452"/>
              <a:gd name="csX14" fmla="*/ 16560 w 138453"/>
              <a:gd name="csY14" fmla="*/ 51708 h 99452"/>
              <a:gd name="csX15" fmla="*/ 16560 w 138453"/>
              <a:gd name="csY15" fmla="*/ 40973 h 99452"/>
              <a:gd name="csX16" fmla="*/ 26492 w 138453"/>
              <a:gd name="csY16" fmla="*/ 40973 h 99452"/>
              <a:gd name="csX17" fmla="*/ 40420 w 138453"/>
              <a:gd name="csY17" fmla="*/ 37092 h 99452"/>
              <a:gd name="csX18" fmla="*/ 45448 w 138453"/>
              <a:gd name="csY18" fmla="*/ 26130 h 99452"/>
              <a:gd name="csX19" fmla="*/ 40764 w 138453"/>
              <a:gd name="csY19" fmla="*/ 14942 h 99452"/>
              <a:gd name="csX20" fmla="*/ 27522 w 138453"/>
              <a:gd name="csY20" fmla="*/ 10945 h 99452"/>
              <a:gd name="csX21" fmla="*/ 15647 w 138453"/>
              <a:gd name="csY21" fmla="*/ 12195 h 99452"/>
              <a:gd name="csX22" fmla="*/ 2858 w 138453"/>
              <a:gd name="csY22" fmla="*/ 16082 h 99452"/>
              <a:gd name="csX23" fmla="*/ 2858 w 138453"/>
              <a:gd name="csY23" fmla="*/ 4090 h 99452"/>
              <a:gd name="csX24" fmla="*/ 16670 w 138453"/>
              <a:gd name="csY24" fmla="*/ 1006 h 99452"/>
              <a:gd name="csX25" fmla="*/ 27522 w 138453"/>
              <a:gd name="csY25" fmla="*/ -17 h 99452"/>
              <a:gd name="csX26" fmla="*/ 49789 w 138453"/>
              <a:gd name="csY26" fmla="*/ 7057 h 99452"/>
              <a:gd name="csX27" fmla="*/ 58237 w 138453"/>
              <a:gd name="csY27" fmla="*/ 25670 h 99452"/>
              <a:gd name="csX28" fmla="*/ 53779 w 138453"/>
              <a:gd name="csY28" fmla="*/ 38802 h 99452"/>
              <a:gd name="csX29" fmla="*/ 41107 w 138453"/>
              <a:gd name="csY29" fmla="*/ 46337 h 99452"/>
              <a:gd name="csX30" fmla="*/ 94381 w 138453"/>
              <a:gd name="csY30" fmla="*/ 86647 h 99452"/>
              <a:gd name="csX31" fmla="*/ 138455 w 138453"/>
              <a:gd name="csY31" fmla="*/ 86647 h 99452"/>
              <a:gd name="csX32" fmla="*/ 138455 w 138453"/>
              <a:gd name="csY32" fmla="*/ 97608 h 99452"/>
              <a:gd name="csX33" fmla="*/ 80226 w 138453"/>
              <a:gd name="csY33" fmla="*/ 97608 h 99452"/>
              <a:gd name="csX34" fmla="*/ 80226 w 138453"/>
              <a:gd name="csY34" fmla="*/ 86647 h 99452"/>
              <a:gd name="csX35" fmla="*/ 101119 w 138453"/>
              <a:gd name="csY35" fmla="*/ 64380 h 99452"/>
              <a:gd name="csX36" fmla="*/ 113564 w 138453"/>
              <a:gd name="csY36" fmla="*/ 50678 h 99452"/>
              <a:gd name="csX37" fmla="*/ 122246 w 138453"/>
              <a:gd name="csY37" fmla="*/ 38006 h 99452"/>
              <a:gd name="csX38" fmla="*/ 124526 w 138453"/>
              <a:gd name="csY38" fmla="*/ 28067 h 99452"/>
              <a:gd name="csX39" fmla="*/ 119732 w 138453"/>
              <a:gd name="csY39" fmla="*/ 15512 h 99452"/>
              <a:gd name="csX40" fmla="*/ 106826 w 138453"/>
              <a:gd name="csY40" fmla="*/ 10945 h 99452"/>
              <a:gd name="csX41" fmla="*/ 94498 w 138453"/>
              <a:gd name="csY41" fmla="*/ 13115 h 99452"/>
              <a:gd name="csX42" fmla="*/ 80905 w 138453"/>
              <a:gd name="csY42" fmla="*/ 19393 h 99452"/>
              <a:gd name="csX43" fmla="*/ 80905 w 138453"/>
              <a:gd name="csY43" fmla="*/ 6377 h 99452"/>
              <a:gd name="csX44" fmla="*/ 93928 w 138453"/>
              <a:gd name="csY44" fmla="*/ 1576 h 99452"/>
              <a:gd name="csX45" fmla="*/ 106600 w 138453"/>
              <a:gd name="csY45" fmla="*/ -17 h 99452"/>
              <a:gd name="csX46" fmla="*/ 129210 w 138453"/>
              <a:gd name="csY46" fmla="*/ 7518 h 99452"/>
              <a:gd name="csX47" fmla="*/ 137775 w 138453"/>
              <a:gd name="csY47" fmla="*/ 27044 h 99452"/>
              <a:gd name="csX48" fmla="*/ 134918 w 138453"/>
              <a:gd name="csY48" fmla="*/ 39372 h 99452"/>
              <a:gd name="csX49" fmla="*/ 125666 w 138453"/>
              <a:gd name="csY49" fmla="*/ 53074 h 99452"/>
              <a:gd name="csX50" fmla="*/ 115164 w 138453"/>
              <a:gd name="csY50" fmla="*/ 64606 h 99452"/>
              <a:gd name="csX51" fmla="*/ 94381 w 138453"/>
              <a:gd name="csY51" fmla="*/ 8664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38453" h="99452">
                <a:moveTo>
                  <a:pt x="41107" y="46337"/>
                </a:moveTo>
                <a:cubicBezTo>
                  <a:pt x="47348" y="47937"/>
                  <a:pt x="52149" y="50868"/>
                  <a:pt x="55496" y="55135"/>
                </a:cubicBezTo>
                <a:cubicBezTo>
                  <a:pt x="58843" y="59396"/>
                  <a:pt x="60517" y="64723"/>
                  <a:pt x="60517" y="71117"/>
                </a:cubicBezTo>
                <a:cubicBezTo>
                  <a:pt x="60517" y="79945"/>
                  <a:pt x="57550" y="86873"/>
                  <a:pt x="51616" y="91901"/>
                </a:cubicBezTo>
                <a:cubicBezTo>
                  <a:pt x="45675" y="96921"/>
                  <a:pt x="37453" y="99435"/>
                  <a:pt x="26952" y="99435"/>
                </a:cubicBezTo>
                <a:cubicBezTo>
                  <a:pt x="22531" y="99435"/>
                  <a:pt x="18044" y="99019"/>
                  <a:pt x="13476" y="98178"/>
                </a:cubicBezTo>
                <a:cubicBezTo>
                  <a:pt x="8909" y="97418"/>
                  <a:pt x="4415" y="96278"/>
                  <a:pt x="1" y="94751"/>
                </a:cubicBezTo>
                <a:lnTo>
                  <a:pt x="1" y="81853"/>
                </a:lnTo>
                <a:cubicBezTo>
                  <a:pt x="4342" y="84060"/>
                  <a:pt x="8639" y="85733"/>
                  <a:pt x="12906" y="86873"/>
                </a:cubicBezTo>
                <a:cubicBezTo>
                  <a:pt x="17167" y="88013"/>
                  <a:pt x="21391" y="88590"/>
                  <a:pt x="25578" y="88590"/>
                </a:cubicBezTo>
                <a:cubicBezTo>
                  <a:pt x="32659" y="88590"/>
                  <a:pt x="38104" y="86990"/>
                  <a:pt x="41911" y="83789"/>
                </a:cubicBezTo>
                <a:cubicBezTo>
                  <a:pt x="45711" y="80515"/>
                  <a:pt x="47618" y="75875"/>
                  <a:pt x="47618" y="69861"/>
                </a:cubicBezTo>
                <a:cubicBezTo>
                  <a:pt x="47618" y="64307"/>
                  <a:pt x="45711" y="59893"/>
                  <a:pt x="41911" y="56619"/>
                </a:cubicBezTo>
                <a:cubicBezTo>
                  <a:pt x="38104" y="53345"/>
                  <a:pt x="32966" y="51708"/>
                  <a:pt x="26492" y="51708"/>
                </a:cubicBezTo>
                <a:lnTo>
                  <a:pt x="16560" y="51708"/>
                </a:lnTo>
                <a:lnTo>
                  <a:pt x="16560" y="40973"/>
                </a:lnTo>
                <a:lnTo>
                  <a:pt x="26492" y="40973"/>
                </a:lnTo>
                <a:cubicBezTo>
                  <a:pt x="32433" y="40973"/>
                  <a:pt x="37073" y="39679"/>
                  <a:pt x="40420" y="37092"/>
                </a:cubicBezTo>
                <a:cubicBezTo>
                  <a:pt x="43775" y="34505"/>
                  <a:pt x="45448" y="30851"/>
                  <a:pt x="45448" y="26130"/>
                </a:cubicBezTo>
                <a:cubicBezTo>
                  <a:pt x="45448" y="21256"/>
                  <a:pt x="43884" y="17529"/>
                  <a:pt x="40764" y="14942"/>
                </a:cubicBezTo>
                <a:cubicBezTo>
                  <a:pt x="37643" y="12275"/>
                  <a:pt x="33229" y="10945"/>
                  <a:pt x="27522" y="10945"/>
                </a:cubicBezTo>
                <a:cubicBezTo>
                  <a:pt x="23715" y="10945"/>
                  <a:pt x="19754" y="11361"/>
                  <a:pt x="15647" y="12195"/>
                </a:cubicBezTo>
                <a:cubicBezTo>
                  <a:pt x="11613" y="13035"/>
                  <a:pt x="7345" y="14328"/>
                  <a:pt x="2858" y="16082"/>
                </a:cubicBezTo>
                <a:lnTo>
                  <a:pt x="2858" y="4090"/>
                </a:lnTo>
                <a:cubicBezTo>
                  <a:pt x="8032" y="2724"/>
                  <a:pt x="12636" y="1693"/>
                  <a:pt x="16670" y="1006"/>
                </a:cubicBezTo>
                <a:cubicBezTo>
                  <a:pt x="20784" y="319"/>
                  <a:pt x="24401" y="-17"/>
                  <a:pt x="27522" y="-17"/>
                </a:cubicBezTo>
                <a:cubicBezTo>
                  <a:pt x="36810" y="-17"/>
                  <a:pt x="44228" y="2344"/>
                  <a:pt x="49789" y="7057"/>
                </a:cubicBezTo>
                <a:cubicBezTo>
                  <a:pt x="55416" y="11705"/>
                  <a:pt x="58237" y="17909"/>
                  <a:pt x="58237" y="25670"/>
                </a:cubicBezTo>
                <a:cubicBezTo>
                  <a:pt x="58237" y="30924"/>
                  <a:pt x="56753" y="35302"/>
                  <a:pt x="53779" y="38802"/>
                </a:cubicBezTo>
                <a:cubicBezTo>
                  <a:pt x="50892" y="42303"/>
                  <a:pt x="46668" y="44817"/>
                  <a:pt x="41107" y="46337"/>
                </a:cubicBezTo>
                <a:close/>
                <a:moveTo>
                  <a:pt x="94381" y="86647"/>
                </a:moveTo>
                <a:lnTo>
                  <a:pt x="138455" y="86647"/>
                </a:lnTo>
                <a:lnTo>
                  <a:pt x="138455" y="97608"/>
                </a:lnTo>
                <a:lnTo>
                  <a:pt x="80226" y="97608"/>
                </a:lnTo>
                <a:lnTo>
                  <a:pt x="80226" y="86647"/>
                </a:lnTo>
                <a:cubicBezTo>
                  <a:pt x="88213" y="78272"/>
                  <a:pt x="95185" y="70854"/>
                  <a:pt x="101119" y="64380"/>
                </a:cubicBezTo>
                <a:cubicBezTo>
                  <a:pt x="107133" y="57912"/>
                  <a:pt x="111284" y="53345"/>
                  <a:pt x="113564" y="50678"/>
                </a:cubicBezTo>
                <a:cubicBezTo>
                  <a:pt x="117832" y="45423"/>
                  <a:pt x="120718" y="41199"/>
                  <a:pt x="122246" y="38006"/>
                </a:cubicBezTo>
                <a:cubicBezTo>
                  <a:pt x="123766" y="34732"/>
                  <a:pt x="124526" y="31421"/>
                  <a:pt x="124526" y="28067"/>
                </a:cubicBezTo>
                <a:cubicBezTo>
                  <a:pt x="124526" y="22667"/>
                  <a:pt x="122925" y="18479"/>
                  <a:pt x="119732" y="15512"/>
                </a:cubicBezTo>
                <a:cubicBezTo>
                  <a:pt x="116611" y="12465"/>
                  <a:pt x="112307" y="10945"/>
                  <a:pt x="106826" y="10945"/>
                </a:cubicBezTo>
                <a:cubicBezTo>
                  <a:pt x="102946" y="10945"/>
                  <a:pt x="98839" y="11668"/>
                  <a:pt x="94498" y="13115"/>
                </a:cubicBezTo>
                <a:cubicBezTo>
                  <a:pt x="90230" y="14482"/>
                  <a:pt x="85707" y="16572"/>
                  <a:pt x="80905" y="19393"/>
                </a:cubicBezTo>
                <a:lnTo>
                  <a:pt x="80905" y="6377"/>
                </a:lnTo>
                <a:cubicBezTo>
                  <a:pt x="85327" y="4244"/>
                  <a:pt x="89660" y="2643"/>
                  <a:pt x="93928" y="1576"/>
                </a:cubicBezTo>
                <a:cubicBezTo>
                  <a:pt x="98188" y="517"/>
                  <a:pt x="102412" y="-17"/>
                  <a:pt x="106600" y="-17"/>
                </a:cubicBezTo>
                <a:cubicBezTo>
                  <a:pt x="115961" y="-17"/>
                  <a:pt x="123503" y="2490"/>
                  <a:pt x="129210" y="7518"/>
                </a:cubicBezTo>
                <a:cubicBezTo>
                  <a:pt x="134918" y="12465"/>
                  <a:pt x="137775" y="18976"/>
                  <a:pt x="137775" y="27044"/>
                </a:cubicBezTo>
                <a:cubicBezTo>
                  <a:pt x="137775" y="31151"/>
                  <a:pt x="136818" y="35265"/>
                  <a:pt x="134918" y="39372"/>
                </a:cubicBezTo>
                <a:cubicBezTo>
                  <a:pt x="133018" y="43487"/>
                  <a:pt x="129934" y="48054"/>
                  <a:pt x="125666" y="53074"/>
                </a:cubicBezTo>
                <a:cubicBezTo>
                  <a:pt x="123232" y="55815"/>
                  <a:pt x="119732" y="59659"/>
                  <a:pt x="115164" y="64606"/>
                </a:cubicBezTo>
                <a:cubicBezTo>
                  <a:pt x="110597" y="69554"/>
                  <a:pt x="103669" y="76905"/>
                  <a:pt x="94381" y="86647"/>
                </a:cubicBezTo>
                <a:close/>
              </a:path>
            </a:pathLst>
          </a:custGeom>
          <a:solidFill>
            <a:srgbClr val="000000"/>
          </a:solidFill>
          <a:ln w="7300" cap="sq">
            <a:noFill/>
            <a:prstDash val="solid"/>
            <a:miter/>
          </a:ln>
        </p:spPr>
        <p:txBody>
          <a:bodyPr/>
          <a:lstStyle/>
          <a:p>
            <a:endParaRPr lang="en-GB"/>
          </a:p>
        </p:txBody>
      </p:sp>
      <p:sp>
        <p:nvSpPr>
          <p:cNvPr id="112" name="Freeform: Shape 111">
            <a:extLst>
              <a:ext uri="{FF2B5EF4-FFF2-40B4-BE49-F238E27FC236}">
                <a16:creationId xmlns:a16="http://schemas.microsoft.com/office/drawing/2014/main" id="{211B1368-C3FE-7A38-C43F-2E7B4372709C}"/>
              </a:ext>
            </a:extLst>
          </p:cNvPr>
          <p:cNvSpPr/>
          <p:nvPr/>
        </p:nvSpPr>
        <p:spPr>
          <a:xfrm>
            <a:off x="3984621"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13" name="Freeform: Shape 112">
            <a:extLst>
              <a:ext uri="{FF2B5EF4-FFF2-40B4-BE49-F238E27FC236}">
                <a16:creationId xmlns:a16="http://schemas.microsoft.com/office/drawing/2014/main" id="{DF111E5E-190C-1D92-2691-F5AEEF91D05B}"/>
              </a:ext>
            </a:extLst>
          </p:cNvPr>
          <p:cNvSpPr/>
          <p:nvPr/>
        </p:nvSpPr>
        <p:spPr>
          <a:xfrm>
            <a:off x="3918383" y="4315561"/>
            <a:ext cx="143255" cy="99452"/>
          </a:xfrm>
          <a:custGeom>
            <a:avLst/>
            <a:gdLst>
              <a:gd name="csX0" fmla="*/ 41107 w 143255"/>
              <a:gd name="csY0" fmla="*/ 46337 h 99452"/>
              <a:gd name="csX1" fmla="*/ 55496 w 143255"/>
              <a:gd name="csY1" fmla="*/ 55135 h 99452"/>
              <a:gd name="csX2" fmla="*/ 60517 w 143255"/>
              <a:gd name="csY2" fmla="*/ 71117 h 99452"/>
              <a:gd name="csX3" fmla="*/ 51616 w 143255"/>
              <a:gd name="csY3" fmla="*/ 91901 h 99452"/>
              <a:gd name="csX4" fmla="*/ 26952 w 143255"/>
              <a:gd name="csY4" fmla="*/ 99435 h 99452"/>
              <a:gd name="csX5" fmla="*/ 13476 w 143255"/>
              <a:gd name="csY5" fmla="*/ 98178 h 99452"/>
              <a:gd name="csX6" fmla="*/ 1 w 143255"/>
              <a:gd name="csY6" fmla="*/ 94751 h 99452"/>
              <a:gd name="csX7" fmla="*/ 1 w 143255"/>
              <a:gd name="csY7" fmla="*/ 81853 h 99452"/>
              <a:gd name="csX8" fmla="*/ 12906 w 143255"/>
              <a:gd name="csY8" fmla="*/ 86873 h 99452"/>
              <a:gd name="csX9" fmla="*/ 25578 w 143255"/>
              <a:gd name="csY9" fmla="*/ 88590 h 99452"/>
              <a:gd name="csX10" fmla="*/ 41911 w 143255"/>
              <a:gd name="csY10" fmla="*/ 83789 h 99452"/>
              <a:gd name="csX11" fmla="*/ 47618 w 143255"/>
              <a:gd name="csY11" fmla="*/ 69861 h 99452"/>
              <a:gd name="csX12" fmla="*/ 41911 w 143255"/>
              <a:gd name="csY12" fmla="*/ 56619 h 99452"/>
              <a:gd name="csX13" fmla="*/ 26492 w 143255"/>
              <a:gd name="csY13" fmla="*/ 51708 h 99452"/>
              <a:gd name="csX14" fmla="*/ 16560 w 143255"/>
              <a:gd name="csY14" fmla="*/ 51708 h 99452"/>
              <a:gd name="csX15" fmla="*/ 16560 w 143255"/>
              <a:gd name="csY15" fmla="*/ 40973 h 99452"/>
              <a:gd name="csX16" fmla="*/ 26492 w 143255"/>
              <a:gd name="csY16" fmla="*/ 40973 h 99452"/>
              <a:gd name="csX17" fmla="*/ 40420 w 143255"/>
              <a:gd name="csY17" fmla="*/ 37092 h 99452"/>
              <a:gd name="csX18" fmla="*/ 45448 w 143255"/>
              <a:gd name="csY18" fmla="*/ 26130 h 99452"/>
              <a:gd name="csX19" fmla="*/ 40764 w 143255"/>
              <a:gd name="csY19" fmla="*/ 14942 h 99452"/>
              <a:gd name="csX20" fmla="*/ 27522 w 143255"/>
              <a:gd name="csY20" fmla="*/ 10945 h 99452"/>
              <a:gd name="csX21" fmla="*/ 15647 w 143255"/>
              <a:gd name="csY21" fmla="*/ 12195 h 99452"/>
              <a:gd name="csX22" fmla="*/ 2858 w 143255"/>
              <a:gd name="csY22" fmla="*/ 16082 h 99452"/>
              <a:gd name="csX23" fmla="*/ 2858 w 143255"/>
              <a:gd name="csY23" fmla="*/ 4090 h 99452"/>
              <a:gd name="csX24" fmla="*/ 16670 w 143255"/>
              <a:gd name="csY24" fmla="*/ 1006 h 99452"/>
              <a:gd name="csX25" fmla="*/ 27522 w 143255"/>
              <a:gd name="csY25" fmla="*/ -17 h 99452"/>
              <a:gd name="csX26" fmla="*/ 49789 w 143255"/>
              <a:gd name="csY26" fmla="*/ 7057 h 99452"/>
              <a:gd name="csX27" fmla="*/ 58237 w 143255"/>
              <a:gd name="csY27" fmla="*/ 25670 h 99452"/>
              <a:gd name="csX28" fmla="*/ 53779 w 143255"/>
              <a:gd name="csY28" fmla="*/ 38802 h 99452"/>
              <a:gd name="csX29" fmla="*/ 41107 w 143255"/>
              <a:gd name="csY29" fmla="*/ 46337 h 99452"/>
              <a:gd name="csX30" fmla="*/ 117561 w 143255"/>
              <a:gd name="csY30" fmla="*/ 13568 h 99452"/>
              <a:gd name="csX31" fmla="*/ 87417 w 143255"/>
              <a:gd name="csY31" fmla="*/ 64153 h 99452"/>
              <a:gd name="csX32" fmla="*/ 117561 w 143255"/>
              <a:gd name="csY32" fmla="*/ 64153 h 99452"/>
              <a:gd name="csX33" fmla="*/ 115508 w 143255"/>
              <a:gd name="csY33" fmla="*/ 1693 h 99452"/>
              <a:gd name="csX34" fmla="*/ 130577 w 143255"/>
              <a:gd name="csY34" fmla="*/ 1693 h 99452"/>
              <a:gd name="csX35" fmla="*/ 130577 w 143255"/>
              <a:gd name="csY35" fmla="*/ 64153 h 99452"/>
              <a:gd name="csX36" fmla="*/ 143256 w 143255"/>
              <a:gd name="csY36" fmla="*/ 64153 h 99452"/>
              <a:gd name="csX37" fmla="*/ 143256 w 143255"/>
              <a:gd name="csY37" fmla="*/ 74771 h 99452"/>
              <a:gd name="csX38" fmla="*/ 130577 w 143255"/>
              <a:gd name="csY38" fmla="*/ 74771 h 99452"/>
              <a:gd name="csX39" fmla="*/ 130577 w 143255"/>
              <a:gd name="csY39" fmla="*/ 97608 h 99452"/>
              <a:gd name="csX40" fmla="*/ 117561 w 143255"/>
              <a:gd name="csY40" fmla="*/ 97608 h 99452"/>
              <a:gd name="csX41" fmla="*/ 117561 w 143255"/>
              <a:gd name="csY41" fmla="*/ 74771 h 99452"/>
              <a:gd name="csX42" fmla="*/ 76908 w 143255"/>
              <a:gd name="csY42" fmla="*/ 74771 h 99452"/>
              <a:gd name="csX43" fmla="*/ 76908 w 143255"/>
              <a:gd name="csY43" fmla="*/ 62443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143255" h="99452">
                <a:moveTo>
                  <a:pt x="41107" y="46337"/>
                </a:moveTo>
                <a:cubicBezTo>
                  <a:pt x="47348" y="47937"/>
                  <a:pt x="52149" y="50868"/>
                  <a:pt x="55496" y="55135"/>
                </a:cubicBezTo>
                <a:cubicBezTo>
                  <a:pt x="58843" y="59396"/>
                  <a:pt x="60517" y="64723"/>
                  <a:pt x="60517" y="71117"/>
                </a:cubicBezTo>
                <a:cubicBezTo>
                  <a:pt x="60517" y="79945"/>
                  <a:pt x="57550" y="86873"/>
                  <a:pt x="51616" y="91901"/>
                </a:cubicBezTo>
                <a:cubicBezTo>
                  <a:pt x="45675" y="96921"/>
                  <a:pt x="37453" y="99435"/>
                  <a:pt x="26952" y="99435"/>
                </a:cubicBezTo>
                <a:cubicBezTo>
                  <a:pt x="22531" y="99435"/>
                  <a:pt x="18044" y="99019"/>
                  <a:pt x="13476" y="98178"/>
                </a:cubicBezTo>
                <a:cubicBezTo>
                  <a:pt x="8909" y="97418"/>
                  <a:pt x="4415" y="96278"/>
                  <a:pt x="1" y="94751"/>
                </a:cubicBezTo>
                <a:lnTo>
                  <a:pt x="1" y="81853"/>
                </a:lnTo>
                <a:cubicBezTo>
                  <a:pt x="4342" y="84060"/>
                  <a:pt x="8639" y="85733"/>
                  <a:pt x="12906" y="86873"/>
                </a:cubicBezTo>
                <a:cubicBezTo>
                  <a:pt x="17167" y="88013"/>
                  <a:pt x="21391" y="88590"/>
                  <a:pt x="25578" y="88590"/>
                </a:cubicBezTo>
                <a:cubicBezTo>
                  <a:pt x="32659" y="88590"/>
                  <a:pt x="38104" y="86990"/>
                  <a:pt x="41911" y="83789"/>
                </a:cubicBezTo>
                <a:cubicBezTo>
                  <a:pt x="45711" y="80515"/>
                  <a:pt x="47618" y="75875"/>
                  <a:pt x="47618" y="69861"/>
                </a:cubicBezTo>
                <a:cubicBezTo>
                  <a:pt x="47618" y="64307"/>
                  <a:pt x="45711" y="59893"/>
                  <a:pt x="41911" y="56619"/>
                </a:cubicBezTo>
                <a:cubicBezTo>
                  <a:pt x="38104" y="53345"/>
                  <a:pt x="32966" y="51708"/>
                  <a:pt x="26492" y="51708"/>
                </a:cubicBezTo>
                <a:lnTo>
                  <a:pt x="16560" y="51708"/>
                </a:lnTo>
                <a:lnTo>
                  <a:pt x="16560" y="40973"/>
                </a:lnTo>
                <a:lnTo>
                  <a:pt x="26492" y="40973"/>
                </a:lnTo>
                <a:cubicBezTo>
                  <a:pt x="32433" y="40973"/>
                  <a:pt x="37073" y="39679"/>
                  <a:pt x="40420" y="37092"/>
                </a:cubicBezTo>
                <a:cubicBezTo>
                  <a:pt x="43775" y="34505"/>
                  <a:pt x="45448" y="30851"/>
                  <a:pt x="45448" y="26130"/>
                </a:cubicBezTo>
                <a:cubicBezTo>
                  <a:pt x="45448" y="21256"/>
                  <a:pt x="43884" y="17529"/>
                  <a:pt x="40764" y="14942"/>
                </a:cubicBezTo>
                <a:cubicBezTo>
                  <a:pt x="37643" y="12275"/>
                  <a:pt x="33229" y="10945"/>
                  <a:pt x="27522" y="10945"/>
                </a:cubicBezTo>
                <a:cubicBezTo>
                  <a:pt x="23715" y="10945"/>
                  <a:pt x="19754" y="11361"/>
                  <a:pt x="15647" y="12195"/>
                </a:cubicBezTo>
                <a:cubicBezTo>
                  <a:pt x="11613" y="13035"/>
                  <a:pt x="7345" y="14328"/>
                  <a:pt x="2858" y="16082"/>
                </a:cubicBezTo>
                <a:lnTo>
                  <a:pt x="2858" y="4090"/>
                </a:lnTo>
                <a:cubicBezTo>
                  <a:pt x="8032" y="2724"/>
                  <a:pt x="12636" y="1693"/>
                  <a:pt x="16670" y="1006"/>
                </a:cubicBezTo>
                <a:cubicBezTo>
                  <a:pt x="20784" y="319"/>
                  <a:pt x="24401" y="-17"/>
                  <a:pt x="27522" y="-17"/>
                </a:cubicBezTo>
                <a:cubicBezTo>
                  <a:pt x="36810" y="-17"/>
                  <a:pt x="44228" y="2344"/>
                  <a:pt x="49789" y="7057"/>
                </a:cubicBezTo>
                <a:cubicBezTo>
                  <a:pt x="55416" y="11705"/>
                  <a:pt x="58237" y="17909"/>
                  <a:pt x="58237" y="25670"/>
                </a:cubicBezTo>
                <a:cubicBezTo>
                  <a:pt x="58237" y="30924"/>
                  <a:pt x="56753" y="35302"/>
                  <a:pt x="53779" y="38802"/>
                </a:cubicBezTo>
                <a:cubicBezTo>
                  <a:pt x="50892" y="42303"/>
                  <a:pt x="46668" y="44817"/>
                  <a:pt x="41107" y="46337"/>
                </a:cubicBezTo>
                <a:close/>
                <a:moveTo>
                  <a:pt x="117561" y="13568"/>
                </a:moveTo>
                <a:lnTo>
                  <a:pt x="87417" y="64153"/>
                </a:lnTo>
                <a:lnTo>
                  <a:pt x="117561" y="64153"/>
                </a:lnTo>
                <a:close/>
                <a:moveTo>
                  <a:pt x="115508" y="1693"/>
                </a:moveTo>
                <a:lnTo>
                  <a:pt x="130577" y="1693"/>
                </a:lnTo>
                <a:lnTo>
                  <a:pt x="130577" y="64153"/>
                </a:lnTo>
                <a:lnTo>
                  <a:pt x="143256" y="64153"/>
                </a:lnTo>
                <a:lnTo>
                  <a:pt x="143256" y="74771"/>
                </a:lnTo>
                <a:lnTo>
                  <a:pt x="130577" y="74771"/>
                </a:lnTo>
                <a:lnTo>
                  <a:pt x="130577" y="97608"/>
                </a:lnTo>
                <a:lnTo>
                  <a:pt x="117561" y="97608"/>
                </a:lnTo>
                <a:lnTo>
                  <a:pt x="117561" y="74771"/>
                </a:lnTo>
                <a:lnTo>
                  <a:pt x="76908" y="74771"/>
                </a:lnTo>
                <a:lnTo>
                  <a:pt x="76908" y="62443"/>
                </a:lnTo>
                <a:close/>
              </a:path>
            </a:pathLst>
          </a:custGeom>
          <a:solidFill>
            <a:srgbClr val="000000"/>
          </a:solidFill>
          <a:ln w="7300" cap="sq">
            <a:noFill/>
            <a:prstDash val="solid"/>
            <a:miter/>
          </a:ln>
        </p:spPr>
        <p:txBody>
          <a:bodyPr/>
          <a:lstStyle/>
          <a:p>
            <a:endParaRPr lang="en-GB"/>
          </a:p>
        </p:txBody>
      </p:sp>
      <p:sp>
        <p:nvSpPr>
          <p:cNvPr id="114" name="Freeform: Shape 113">
            <a:extLst>
              <a:ext uri="{FF2B5EF4-FFF2-40B4-BE49-F238E27FC236}">
                <a16:creationId xmlns:a16="http://schemas.microsoft.com/office/drawing/2014/main" id="{BCA086CE-3E0F-93C1-B98A-AC1104F20540}"/>
              </a:ext>
            </a:extLst>
          </p:cNvPr>
          <p:cNvSpPr/>
          <p:nvPr/>
        </p:nvSpPr>
        <p:spPr>
          <a:xfrm>
            <a:off x="4194954"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15" name="Freeform: Shape 114">
            <a:extLst>
              <a:ext uri="{FF2B5EF4-FFF2-40B4-BE49-F238E27FC236}">
                <a16:creationId xmlns:a16="http://schemas.microsoft.com/office/drawing/2014/main" id="{B26845DF-65F4-BBEB-6885-5FE0FAE0E623}"/>
              </a:ext>
            </a:extLst>
          </p:cNvPr>
          <p:cNvSpPr/>
          <p:nvPr/>
        </p:nvSpPr>
        <p:spPr>
          <a:xfrm>
            <a:off x="4130309" y="4315561"/>
            <a:ext cx="141084" cy="99452"/>
          </a:xfrm>
          <a:custGeom>
            <a:avLst/>
            <a:gdLst>
              <a:gd name="csX0" fmla="*/ 41107 w 141084"/>
              <a:gd name="csY0" fmla="*/ 46337 h 99452"/>
              <a:gd name="csX1" fmla="*/ 55496 w 141084"/>
              <a:gd name="csY1" fmla="*/ 55135 h 99452"/>
              <a:gd name="csX2" fmla="*/ 60517 w 141084"/>
              <a:gd name="csY2" fmla="*/ 71117 h 99452"/>
              <a:gd name="csX3" fmla="*/ 51616 w 141084"/>
              <a:gd name="csY3" fmla="*/ 91901 h 99452"/>
              <a:gd name="csX4" fmla="*/ 26952 w 141084"/>
              <a:gd name="csY4" fmla="*/ 99435 h 99452"/>
              <a:gd name="csX5" fmla="*/ 13476 w 141084"/>
              <a:gd name="csY5" fmla="*/ 98178 h 99452"/>
              <a:gd name="csX6" fmla="*/ 1 w 141084"/>
              <a:gd name="csY6" fmla="*/ 94751 h 99452"/>
              <a:gd name="csX7" fmla="*/ 1 w 141084"/>
              <a:gd name="csY7" fmla="*/ 81853 h 99452"/>
              <a:gd name="csX8" fmla="*/ 12906 w 141084"/>
              <a:gd name="csY8" fmla="*/ 86873 h 99452"/>
              <a:gd name="csX9" fmla="*/ 25578 w 141084"/>
              <a:gd name="csY9" fmla="*/ 88590 h 99452"/>
              <a:gd name="csX10" fmla="*/ 41911 w 141084"/>
              <a:gd name="csY10" fmla="*/ 83789 h 99452"/>
              <a:gd name="csX11" fmla="*/ 47618 w 141084"/>
              <a:gd name="csY11" fmla="*/ 69861 h 99452"/>
              <a:gd name="csX12" fmla="*/ 41911 w 141084"/>
              <a:gd name="csY12" fmla="*/ 56619 h 99452"/>
              <a:gd name="csX13" fmla="*/ 26492 w 141084"/>
              <a:gd name="csY13" fmla="*/ 51708 h 99452"/>
              <a:gd name="csX14" fmla="*/ 16560 w 141084"/>
              <a:gd name="csY14" fmla="*/ 51708 h 99452"/>
              <a:gd name="csX15" fmla="*/ 16560 w 141084"/>
              <a:gd name="csY15" fmla="*/ 40973 h 99452"/>
              <a:gd name="csX16" fmla="*/ 26492 w 141084"/>
              <a:gd name="csY16" fmla="*/ 40973 h 99452"/>
              <a:gd name="csX17" fmla="*/ 40420 w 141084"/>
              <a:gd name="csY17" fmla="*/ 37092 h 99452"/>
              <a:gd name="csX18" fmla="*/ 45448 w 141084"/>
              <a:gd name="csY18" fmla="*/ 26130 h 99452"/>
              <a:gd name="csX19" fmla="*/ 40764 w 141084"/>
              <a:gd name="csY19" fmla="*/ 14942 h 99452"/>
              <a:gd name="csX20" fmla="*/ 27522 w 141084"/>
              <a:gd name="csY20" fmla="*/ 10945 h 99452"/>
              <a:gd name="csX21" fmla="*/ 15647 w 141084"/>
              <a:gd name="csY21" fmla="*/ 12195 h 99452"/>
              <a:gd name="csX22" fmla="*/ 2858 w 141084"/>
              <a:gd name="csY22" fmla="*/ 16082 h 99452"/>
              <a:gd name="csX23" fmla="*/ 2858 w 141084"/>
              <a:gd name="csY23" fmla="*/ 4090 h 99452"/>
              <a:gd name="csX24" fmla="*/ 16670 w 141084"/>
              <a:gd name="csY24" fmla="*/ 1006 h 99452"/>
              <a:gd name="csX25" fmla="*/ 27522 w 141084"/>
              <a:gd name="csY25" fmla="*/ -17 h 99452"/>
              <a:gd name="csX26" fmla="*/ 49789 w 141084"/>
              <a:gd name="csY26" fmla="*/ 7057 h 99452"/>
              <a:gd name="csX27" fmla="*/ 58237 w 141084"/>
              <a:gd name="csY27" fmla="*/ 25670 h 99452"/>
              <a:gd name="csX28" fmla="*/ 53779 w 141084"/>
              <a:gd name="csY28" fmla="*/ 38802 h 99452"/>
              <a:gd name="csX29" fmla="*/ 41107 w 141084"/>
              <a:gd name="csY29" fmla="*/ 46337 h 99452"/>
              <a:gd name="csX30" fmla="*/ 134004 w 141084"/>
              <a:gd name="csY30" fmla="*/ 3864 h 99452"/>
              <a:gd name="csX31" fmla="*/ 134004 w 141084"/>
              <a:gd name="csY31" fmla="*/ 15739 h 99452"/>
              <a:gd name="csX32" fmla="*/ 125439 w 141084"/>
              <a:gd name="csY32" fmla="*/ 12195 h 99452"/>
              <a:gd name="csX33" fmla="*/ 115961 w 141084"/>
              <a:gd name="csY33" fmla="*/ 10945 h 99452"/>
              <a:gd name="csX34" fmla="*/ 97238 w 141084"/>
              <a:gd name="csY34" fmla="*/ 20189 h 99452"/>
              <a:gd name="csX35" fmla="*/ 90844 w 141084"/>
              <a:gd name="csY35" fmla="*/ 47484 h 99452"/>
              <a:gd name="csX36" fmla="*/ 99409 w 141084"/>
              <a:gd name="csY36" fmla="*/ 37662 h 99452"/>
              <a:gd name="csX37" fmla="*/ 111964 w 141084"/>
              <a:gd name="csY37" fmla="*/ 34235 h 99452"/>
              <a:gd name="csX38" fmla="*/ 133434 w 141084"/>
              <a:gd name="csY38" fmla="*/ 42800 h 99452"/>
              <a:gd name="csX39" fmla="*/ 141085 w 141084"/>
              <a:gd name="csY39" fmla="*/ 66894 h 99452"/>
              <a:gd name="csX40" fmla="*/ 133208 w 141084"/>
              <a:gd name="csY40" fmla="*/ 90987 h 99452"/>
              <a:gd name="csX41" fmla="*/ 111167 w 141084"/>
              <a:gd name="csY41" fmla="*/ 99435 h 99452"/>
              <a:gd name="csX42" fmla="*/ 86730 w 141084"/>
              <a:gd name="csY42" fmla="*/ 87443 h 99452"/>
              <a:gd name="csX43" fmla="*/ 78969 w 141084"/>
              <a:gd name="csY43" fmla="*/ 49764 h 99452"/>
              <a:gd name="csX44" fmla="*/ 88330 w 141084"/>
              <a:gd name="csY44" fmla="*/ 12772 h 99452"/>
              <a:gd name="csX45" fmla="*/ 115391 w 141084"/>
              <a:gd name="csY45" fmla="*/ -17 h 99452"/>
              <a:gd name="csX46" fmla="*/ 124869 w 141084"/>
              <a:gd name="csY46" fmla="*/ 1006 h 99452"/>
              <a:gd name="csX47" fmla="*/ 134004 w 141084"/>
              <a:gd name="csY47" fmla="*/ 3864 h 99452"/>
              <a:gd name="csX48" fmla="*/ 110941 w 141084"/>
              <a:gd name="csY48" fmla="*/ 44400 h 99452"/>
              <a:gd name="csX49" fmla="*/ 97808 w 141084"/>
              <a:gd name="csY49" fmla="*/ 50334 h 99452"/>
              <a:gd name="csX50" fmla="*/ 93124 w 141084"/>
              <a:gd name="csY50" fmla="*/ 66894 h 99452"/>
              <a:gd name="csX51" fmla="*/ 97808 w 141084"/>
              <a:gd name="csY51" fmla="*/ 83336 h 99452"/>
              <a:gd name="csX52" fmla="*/ 110941 w 141084"/>
              <a:gd name="csY52" fmla="*/ 89270 h 99452"/>
              <a:gd name="csX53" fmla="*/ 123839 w 141084"/>
              <a:gd name="csY53" fmla="*/ 83680 h 99452"/>
              <a:gd name="csX54" fmla="*/ 128297 w 141084"/>
              <a:gd name="csY54" fmla="*/ 66894 h 99452"/>
              <a:gd name="csX55" fmla="*/ 123839 w 141084"/>
              <a:gd name="csY55" fmla="*/ 50107 h 99452"/>
              <a:gd name="csX56" fmla="*/ 110941 w 141084"/>
              <a:gd name="csY56"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41084" h="99452">
                <a:moveTo>
                  <a:pt x="41107" y="46337"/>
                </a:moveTo>
                <a:cubicBezTo>
                  <a:pt x="47348" y="47937"/>
                  <a:pt x="52149" y="50868"/>
                  <a:pt x="55496" y="55135"/>
                </a:cubicBezTo>
                <a:cubicBezTo>
                  <a:pt x="58843" y="59396"/>
                  <a:pt x="60517" y="64723"/>
                  <a:pt x="60517" y="71117"/>
                </a:cubicBezTo>
                <a:cubicBezTo>
                  <a:pt x="60517" y="79945"/>
                  <a:pt x="57550" y="86873"/>
                  <a:pt x="51616" y="91901"/>
                </a:cubicBezTo>
                <a:cubicBezTo>
                  <a:pt x="45675" y="96921"/>
                  <a:pt x="37453" y="99435"/>
                  <a:pt x="26952" y="99435"/>
                </a:cubicBezTo>
                <a:cubicBezTo>
                  <a:pt x="22531" y="99435"/>
                  <a:pt x="18044" y="99019"/>
                  <a:pt x="13476" y="98178"/>
                </a:cubicBezTo>
                <a:cubicBezTo>
                  <a:pt x="8909" y="97418"/>
                  <a:pt x="4415" y="96278"/>
                  <a:pt x="1" y="94751"/>
                </a:cubicBezTo>
                <a:lnTo>
                  <a:pt x="1" y="81853"/>
                </a:lnTo>
                <a:cubicBezTo>
                  <a:pt x="4342" y="84060"/>
                  <a:pt x="8639" y="85733"/>
                  <a:pt x="12906" y="86873"/>
                </a:cubicBezTo>
                <a:cubicBezTo>
                  <a:pt x="17167" y="88013"/>
                  <a:pt x="21391" y="88590"/>
                  <a:pt x="25578" y="88590"/>
                </a:cubicBezTo>
                <a:cubicBezTo>
                  <a:pt x="32659" y="88590"/>
                  <a:pt x="38104" y="86990"/>
                  <a:pt x="41911" y="83789"/>
                </a:cubicBezTo>
                <a:cubicBezTo>
                  <a:pt x="45711" y="80515"/>
                  <a:pt x="47618" y="75875"/>
                  <a:pt x="47618" y="69861"/>
                </a:cubicBezTo>
                <a:cubicBezTo>
                  <a:pt x="47618" y="64307"/>
                  <a:pt x="45711" y="59893"/>
                  <a:pt x="41911" y="56619"/>
                </a:cubicBezTo>
                <a:cubicBezTo>
                  <a:pt x="38104" y="53345"/>
                  <a:pt x="32966" y="51708"/>
                  <a:pt x="26492" y="51708"/>
                </a:cubicBezTo>
                <a:lnTo>
                  <a:pt x="16560" y="51708"/>
                </a:lnTo>
                <a:lnTo>
                  <a:pt x="16560" y="40973"/>
                </a:lnTo>
                <a:lnTo>
                  <a:pt x="26492" y="40973"/>
                </a:lnTo>
                <a:cubicBezTo>
                  <a:pt x="32433" y="40973"/>
                  <a:pt x="37073" y="39679"/>
                  <a:pt x="40420" y="37092"/>
                </a:cubicBezTo>
                <a:cubicBezTo>
                  <a:pt x="43775" y="34505"/>
                  <a:pt x="45448" y="30851"/>
                  <a:pt x="45448" y="26130"/>
                </a:cubicBezTo>
                <a:cubicBezTo>
                  <a:pt x="45448" y="21256"/>
                  <a:pt x="43884" y="17529"/>
                  <a:pt x="40764" y="14942"/>
                </a:cubicBezTo>
                <a:cubicBezTo>
                  <a:pt x="37643" y="12275"/>
                  <a:pt x="33229" y="10945"/>
                  <a:pt x="27522" y="10945"/>
                </a:cubicBezTo>
                <a:cubicBezTo>
                  <a:pt x="23715" y="10945"/>
                  <a:pt x="19754" y="11361"/>
                  <a:pt x="15647" y="12195"/>
                </a:cubicBezTo>
                <a:cubicBezTo>
                  <a:pt x="11613" y="13035"/>
                  <a:pt x="7345" y="14328"/>
                  <a:pt x="2858" y="16082"/>
                </a:cubicBezTo>
                <a:lnTo>
                  <a:pt x="2858" y="4090"/>
                </a:lnTo>
                <a:cubicBezTo>
                  <a:pt x="8032" y="2724"/>
                  <a:pt x="12636" y="1693"/>
                  <a:pt x="16670" y="1006"/>
                </a:cubicBezTo>
                <a:cubicBezTo>
                  <a:pt x="20784" y="319"/>
                  <a:pt x="24401" y="-17"/>
                  <a:pt x="27522" y="-17"/>
                </a:cubicBezTo>
                <a:cubicBezTo>
                  <a:pt x="36810" y="-17"/>
                  <a:pt x="44228" y="2344"/>
                  <a:pt x="49789" y="7057"/>
                </a:cubicBezTo>
                <a:cubicBezTo>
                  <a:pt x="55416" y="11705"/>
                  <a:pt x="58237" y="17909"/>
                  <a:pt x="58237" y="25670"/>
                </a:cubicBezTo>
                <a:cubicBezTo>
                  <a:pt x="58237" y="30924"/>
                  <a:pt x="56753" y="35302"/>
                  <a:pt x="53779" y="38802"/>
                </a:cubicBezTo>
                <a:cubicBezTo>
                  <a:pt x="50892" y="42303"/>
                  <a:pt x="46668" y="44817"/>
                  <a:pt x="41107" y="46337"/>
                </a:cubicBezTo>
                <a:close/>
                <a:moveTo>
                  <a:pt x="134004" y="3864"/>
                </a:moveTo>
                <a:lnTo>
                  <a:pt x="134004" y="15739"/>
                </a:lnTo>
                <a:cubicBezTo>
                  <a:pt x="131337" y="14219"/>
                  <a:pt x="128487" y="13035"/>
                  <a:pt x="125439" y="12195"/>
                </a:cubicBezTo>
                <a:cubicBezTo>
                  <a:pt x="122400" y="11361"/>
                  <a:pt x="119235" y="10945"/>
                  <a:pt x="115961" y="10945"/>
                </a:cubicBezTo>
                <a:cubicBezTo>
                  <a:pt x="107740" y="10945"/>
                  <a:pt x="101499" y="14022"/>
                  <a:pt x="97238" y="20189"/>
                </a:cubicBezTo>
                <a:cubicBezTo>
                  <a:pt x="92971" y="26357"/>
                  <a:pt x="90844" y="35455"/>
                  <a:pt x="90844" y="47484"/>
                </a:cubicBezTo>
                <a:cubicBezTo>
                  <a:pt x="92898" y="43216"/>
                  <a:pt x="95755" y="39942"/>
                  <a:pt x="99409" y="37662"/>
                </a:cubicBezTo>
                <a:cubicBezTo>
                  <a:pt x="103063" y="35375"/>
                  <a:pt x="107250" y="34235"/>
                  <a:pt x="111964" y="34235"/>
                </a:cubicBezTo>
                <a:cubicBezTo>
                  <a:pt x="121179" y="34235"/>
                  <a:pt x="128333" y="37092"/>
                  <a:pt x="133434" y="42800"/>
                </a:cubicBezTo>
                <a:cubicBezTo>
                  <a:pt x="138535" y="48434"/>
                  <a:pt x="141085" y="56465"/>
                  <a:pt x="141085" y="66894"/>
                </a:cubicBezTo>
                <a:cubicBezTo>
                  <a:pt x="141085" y="77249"/>
                  <a:pt x="138455" y="85280"/>
                  <a:pt x="133208" y="90987"/>
                </a:cubicBezTo>
                <a:cubicBezTo>
                  <a:pt x="128026" y="96622"/>
                  <a:pt x="120682" y="99435"/>
                  <a:pt x="111167" y="99435"/>
                </a:cubicBezTo>
                <a:cubicBezTo>
                  <a:pt x="100052" y="99435"/>
                  <a:pt x="91911" y="95438"/>
                  <a:pt x="86730" y="87443"/>
                </a:cubicBezTo>
                <a:cubicBezTo>
                  <a:pt x="81556" y="79456"/>
                  <a:pt x="78969" y="66894"/>
                  <a:pt x="78969" y="49764"/>
                </a:cubicBezTo>
                <a:cubicBezTo>
                  <a:pt x="78969" y="33548"/>
                  <a:pt x="82089" y="21220"/>
                  <a:pt x="88330" y="12772"/>
                </a:cubicBezTo>
                <a:cubicBezTo>
                  <a:pt x="94571" y="4244"/>
                  <a:pt x="103597" y="-17"/>
                  <a:pt x="115391" y="-17"/>
                </a:cubicBezTo>
                <a:cubicBezTo>
                  <a:pt x="118511" y="-17"/>
                  <a:pt x="121676" y="319"/>
                  <a:pt x="124869" y="1006"/>
                </a:cubicBezTo>
                <a:cubicBezTo>
                  <a:pt x="128070" y="1620"/>
                  <a:pt x="131110" y="2570"/>
                  <a:pt x="134004" y="3864"/>
                </a:cubicBezTo>
                <a:close/>
                <a:moveTo>
                  <a:pt x="110941" y="44400"/>
                </a:moveTo>
                <a:cubicBezTo>
                  <a:pt x="105379" y="44400"/>
                  <a:pt x="101002" y="46380"/>
                  <a:pt x="97808" y="50334"/>
                </a:cubicBezTo>
                <a:cubicBezTo>
                  <a:pt x="94688" y="54295"/>
                  <a:pt x="93124" y="59812"/>
                  <a:pt x="93124" y="66894"/>
                </a:cubicBezTo>
                <a:cubicBezTo>
                  <a:pt x="93124" y="73894"/>
                  <a:pt x="94688" y="79375"/>
                  <a:pt x="97808" y="83336"/>
                </a:cubicBezTo>
                <a:cubicBezTo>
                  <a:pt x="101002" y="87297"/>
                  <a:pt x="105379" y="89270"/>
                  <a:pt x="110941" y="89270"/>
                </a:cubicBezTo>
                <a:cubicBezTo>
                  <a:pt x="116648" y="89270"/>
                  <a:pt x="120953" y="87407"/>
                  <a:pt x="123839" y="83680"/>
                </a:cubicBezTo>
                <a:cubicBezTo>
                  <a:pt x="126814" y="79872"/>
                  <a:pt x="128297" y="74274"/>
                  <a:pt x="128297" y="66894"/>
                </a:cubicBezTo>
                <a:cubicBezTo>
                  <a:pt x="128297" y="59432"/>
                  <a:pt x="126814" y="53835"/>
                  <a:pt x="123839" y="50107"/>
                </a:cubicBezTo>
                <a:cubicBezTo>
                  <a:pt x="120953" y="46300"/>
                  <a:pt x="116648" y="44400"/>
                  <a:pt x="110941" y="44400"/>
                </a:cubicBezTo>
                <a:close/>
              </a:path>
            </a:pathLst>
          </a:custGeom>
          <a:solidFill>
            <a:srgbClr val="000000"/>
          </a:solidFill>
          <a:ln w="7300" cap="sq">
            <a:noFill/>
            <a:prstDash val="solid"/>
            <a:miter/>
          </a:ln>
        </p:spPr>
        <p:txBody>
          <a:bodyPr/>
          <a:lstStyle/>
          <a:p>
            <a:endParaRPr lang="en-GB"/>
          </a:p>
        </p:txBody>
      </p:sp>
      <p:sp>
        <p:nvSpPr>
          <p:cNvPr id="116" name="Freeform: Shape 115">
            <a:extLst>
              <a:ext uri="{FF2B5EF4-FFF2-40B4-BE49-F238E27FC236}">
                <a16:creationId xmlns:a16="http://schemas.microsoft.com/office/drawing/2014/main" id="{12307909-F290-0B11-097B-E0015D8F7243}"/>
              </a:ext>
            </a:extLst>
          </p:cNvPr>
          <p:cNvSpPr/>
          <p:nvPr/>
        </p:nvSpPr>
        <p:spPr>
          <a:xfrm>
            <a:off x="4405281"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17" name="Freeform: Shape 116">
            <a:extLst>
              <a:ext uri="{FF2B5EF4-FFF2-40B4-BE49-F238E27FC236}">
                <a16:creationId xmlns:a16="http://schemas.microsoft.com/office/drawing/2014/main" id="{5E6DD52D-DDE9-FC90-392E-9E4D79FD286D}"/>
              </a:ext>
            </a:extLst>
          </p:cNvPr>
          <p:cNvSpPr/>
          <p:nvPr/>
        </p:nvSpPr>
        <p:spPr>
          <a:xfrm>
            <a:off x="4334928" y="4315561"/>
            <a:ext cx="141194" cy="99452"/>
          </a:xfrm>
          <a:custGeom>
            <a:avLst/>
            <a:gdLst>
              <a:gd name="csX0" fmla="*/ 41107 w 141194"/>
              <a:gd name="csY0" fmla="*/ 46337 h 99452"/>
              <a:gd name="csX1" fmla="*/ 55496 w 141194"/>
              <a:gd name="csY1" fmla="*/ 55135 h 99452"/>
              <a:gd name="csX2" fmla="*/ 60517 w 141194"/>
              <a:gd name="csY2" fmla="*/ 71117 h 99452"/>
              <a:gd name="csX3" fmla="*/ 51616 w 141194"/>
              <a:gd name="csY3" fmla="*/ 91901 h 99452"/>
              <a:gd name="csX4" fmla="*/ 26952 w 141194"/>
              <a:gd name="csY4" fmla="*/ 99435 h 99452"/>
              <a:gd name="csX5" fmla="*/ 13476 w 141194"/>
              <a:gd name="csY5" fmla="*/ 98178 h 99452"/>
              <a:gd name="csX6" fmla="*/ 1 w 141194"/>
              <a:gd name="csY6" fmla="*/ 94751 h 99452"/>
              <a:gd name="csX7" fmla="*/ 1 w 141194"/>
              <a:gd name="csY7" fmla="*/ 81853 h 99452"/>
              <a:gd name="csX8" fmla="*/ 12906 w 141194"/>
              <a:gd name="csY8" fmla="*/ 86873 h 99452"/>
              <a:gd name="csX9" fmla="*/ 25578 w 141194"/>
              <a:gd name="csY9" fmla="*/ 88590 h 99452"/>
              <a:gd name="csX10" fmla="*/ 41911 w 141194"/>
              <a:gd name="csY10" fmla="*/ 83789 h 99452"/>
              <a:gd name="csX11" fmla="*/ 47618 w 141194"/>
              <a:gd name="csY11" fmla="*/ 69861 h 99452"/>
              <a:gd name="csX12" fmla="*/ 41911 w 141194"/>
              <a:gd name="csY12" fmla="*/ 56619 h 99452"/>
              <a:gd name="csX13" fmla="*/ 26492 w 141194"/>
              <a:gd name="csY13" fmla="*/ 51708 h 99452"/>
              <a:gd name="csX14" fmla="*/ 16560 w 141194"/>
              <a:gd name="csY14" fmla="*/ 51708 h 99452"/>
              <a:gd name="csX15" fmla="*/ 16560 w 141194"/>
              <a:gd name="csY15" fmla="*/ 40973 h 99452"/>
              <a:gd name="csX16" fmla="*/ 26492 w 141194"/>
              <a:gd name="csY16" fmla="*/ 40973 h 99452"/>
              <a:gd name="csX17" fmla="*/ 40420 w 141194"/>
              <a:gd name="csY17" fmla="*/ 37092 h 99452"/>
              <a:gd name="csX18" fmla="*/ 45448 w 141194"/>
              <a:gd name="csY18" fmla="*/ 26130 h 99452"/>
              <a:gd name="csX19" fmla="*/ 40764 w 141194"/>
              <a:gd name="csY19" fmla="*/ 14942 h 99452"/>
              <a:gd name="csX20" fmla="*/ 27522 w 141194"/>
              <a:gd name="csY20" fmla="*/ 10945 h 99452"/>
              <a:gd name="csX21" fmla="*/ 15647 w 141194"/>
              <a:gd name="csY21" fmla="*/ 12195 h 99452"/>
              <a:gd name="csX22" fmla="*/ 2858 w 141194"/>
              <a:gd name="csY22" fmla="*/ 16082 h 99452"/>
              <a:gd name="csX23" fmla="*/ 2858 w 141194"/>
              <a:gd name="csY23" fmla="*/ 4090 h 99452"/>
              <a:gd name="csX24" fmla="*/ 16670 w 141194"/>
              <a:gd name="csY24" fmla="*/ 1006 h 99452"/>
              <a:gd name="csX25" fmla="*/ 27522 w 141194"/>
              <a:gd name="csY25" fmla="*/ -17 h 99452"/>
              <a:gd name="csX26" fmla="*/ 49789 w 141194"/>
              <a:gd name="csY26" fmla="*/ 7057 h 99452"/>
              <a:gd name="csX27" fmla="*/ 58237 w 141194"/>
              <a:gd name="csY27" fmla="*/ 25670 h 99452"/>
              <a:gd name="csX28" fmla="*/ 53779 w 141194"/>
              <a:gd name="csY28" fmla="*/ 38802 h 99452"/>
              <a:gd name="csX29" fmla="*/ 41107 w 141194"/>
              <a:gd name="csY29" fmla="*/ 46337 h 99452"/>
              <a:gd name="csX30" fmla="*/ 110027 w 141194"/>
              <a:gd name="csY30" fmla="*/ 52051 h 99452"/>
              <a:gd name="csX31" fmla="*/ 96551 w 141194"/>
              <a:gd name="csY31" fmla="*/ 56962 h 99452"/>
              <a:gd name="csX32" fmla="*/ 91867 w 141194"/>
              <a:gd name="csY32" fmla="*/ 70657 h 99452"/>
              <a:gd name="csX33" fmla="*/ 96669 w 141194"/>
              <a:gd name="csY33" fmla="*/ 84366 h 99452"/>
              <a:gd name="csX34" fmla="*/ 110027 w 141194"/>
              <a:gd name="csY34" fmla="*/ 89270 h 99452"/>
              <a:gd name="csX35" fmla="*/ 123386 w 141194"/>
              <a:gd name="csY35" fmla="*/ 84476 h 99452"/>
              <a:gd name="csX36" fmla="*/ 128180 w 141194"/>
              <a:gd name="csY36" fmla="*/ 70657 h 99452"/>
              <a:gd name="csX37" fmla="*/ 123386 w 141194"/>
              <a:gd name="csY37" fmla="*/ 56962 h 99452"/>
              <a:gd name="csX38" fmla="*/ 110027 w 141194"/>
              <a:gd name="csY38" fmla="*/ 52051 h 99452"/>
              <a:gd name="csX39" fmla="*/ 98722 w 141194"/>
              <a:gd name="csY39" fmla="*/ 46680 h 99452"/>
              <a:gd name="csX40" fmla="*/ 85707 w 141194"/>
              <a:gd name="csY40" fmla="*/ 38802 h 99452"/>
              <a:gd name="csX41" fmla="*/ 81022 w 141194"/>
              <a:gd name="csY41" fmla="*/ 24874 h 99452"/>
              <a:gd name="csX42" fmla="*/ 88783 w 141194"/>
              <a:gd name="csY42" fmla="*/ 6714 h 99452"/>
              <a:gd name="csX43" fmla="*/ 110027 w 141194"/>
              <a:gd name="csY43" fmla="*/ -17 h 99452"/>
              <a:gd name="csX44" fmla="*/ 131147 w 141194"/>
              <a:gd name="csY44" fmla="*/ 6714 h 99452"/>
              <a:gd name="csX45" fmla="*/ 138915 w 141194"/>
              <a:gd name="csY45" fmla="*/ 24874 h 99452"/>
              <a:gd name="csX46" fmla="*/ 134231 w 141194"/>
              <a:gd name="csY46" fmla="*/ 38802 h 99452"/>
              <a:gd name="csX47" fmla="*/ 121333 w 141194"/>
              <a:gd name="csY47" fmla="*/ 46680 h 99452"/>
              <a:gd name="csX48" fmla="*/ 136058 w 141194"/>
              <a:gd name="csY48" fmla="*/ 55245 h 99452"/>
              <a:gd name="csX49" fmla="*/ 141195 w 141194"/>
              <a:gd name="csY49" fmla="*/ 71804 h 99452"/>
              <a:gd name="csX50" fmla="*/ 132864 w 141194"/>
              <a:gd name="csY50" fmla="*/ 92127 h 99452"/>
              <a:gd name="csX51" fmla="*/ 110027 w 141194"/>
              <a:gd name="csY51" fmla="*/ 99435 h 99452"/>
              <a:gd name="csX52" fmla="*/ 87073 w 141194"/>
              <a:gd name="csY52" fmla="*/ 92244 h 99452"/>
              <a:gd name="csX53" fmla="*/ 78852 w 141194"/>
              <a:gd name="csY53" fmla="*/ 72031 h 99452"/>
              <a:gd name="csX54" fmla="*/ 83880 w 141194"/>
              <a:gd name="csY54" fmla="*/ 55245 h 99452"/>
              <a:gd name="csX55" fmla="*/ 98722 w 141194"/>
              <a:gd name="csY55" fmla="*/ 46680 h 99452"/>
              <a:gd name="csX56" fmla="*/ 93928 w 141194"/>
              <a:gd name="csY56" fmla="*/ 26014 h 99452"/>
              <a:gd name="csX57" fmla="*/ 98035 w 141194"/>
              <a:gd name="csY57" fmla="*/ 37889 h 99452"/>
              <a:gd name="csX58" fmla="*/ 110027 w 141194"/>
              <a:gd name="csY58" fmla="*/ 41886 h 99452"/>
              <a:gd name="csX59" fmla="*/ 121902 w 141194"/>
              <a:gd name="csY59" fmla="*/ 37889 h 99452"/>
              <a:gd name="csX60" fmla="*/ 126009 w 141194"/>
              <a:gd name="csY60" fmla="*/ 26014 h 99452"/>
              <a:gd name="csX61" fmla="*/ 121902 w 141194"/>
              <a:gd name="csY61" fmla="*/ 14138 h 99452"/>
              <a:gd name="csX62" fmla="*/ 110027 w 141194"/>
              <a:gd name="csY62" fmla="*/ 10031 h 99452"/>
              <a:gd name="csX63" fmla="*/ 98035 w 141194"/>
              <a:gd name="csY63" fmla="*/ 14138 h 99452"/>
              <a:gd name="csX64" fmla="*/ 93928 w 141194"/>
              <a:gd name="csY64"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Lst>
            <a:rect l="l" t="t" r="r" b="b"/>
            <a:pathLst>
              <a:path w="141194" h="99452">
                <a:moveTo>
                  <a:pt x="41107" y="46337"/>
                </a:moveTo>
                <a:cubicBezTo>
                  <a:pt x="47348" y="47937"/>
                  <a:pt x="52149" y="50868"/>
                  <a:pt x="55496" y="55135"/>
                </a:cubicBezTo>
                <a:cubicBezTo>
                  <a:pt x="58843" y="59396"/>
                  <a:pt x="60517" y="64723"/>
                  <a:pt x="60517" y="71117"/>
                </a:cubicBezTo>
                <a:cubicBezTo>
                  <a:pt x="60517" y="79945"/>
                  <a:pt x="57550" y="86873"/>
                  <a:pt x="51616" y="91901"/>
                </a:cubicBezTo>
                <a:cubicBezTo>
                  <a:pt x="45675" y="96921"/>
                  <a:pt x="37453" y="99435"/>
                  <a:pt x="26952" y="99435"/>
                </a:cubicBezTo>
                <a:cubicBezTo>
                  <a:pt x="22531" y="99435"/>
                  <a:pt x="18044" y="99019"/>
                  <a:pt x="13476" y="98178"/>
                </a:cubicBezTo>
                <a:cubicBezTo>
                  <a:pt x="8909" y="97418"/>
                  <a:pt x="4415" y="96278"/>
                  <a:pt x="1" y="94751"/>
                </a:cubicBezTo>
                <a:lnTo>
                  <a:pt x="1" y="81853"/>
                </a:lnTo>
                <a:cubicBezTo>
                  <a:pt x="4342" y="84060"/>
                  <a:pt x="8639" y="85733"/>
                  <a:pt x="12906" y="86873"/>
                </a:cubicBezTo>
                <a:cubicBezTo>
                  <a:pt x="17167" y="88013"/>
                  <a:pt x="21391" y="88590"/>
                  <a:pt x="25578" y="88590"/>
                </a:cubicBezTo>
                <a:cubicBezTo>
                  <a:pt x="32659" y="88590"/>
                  <a:pt x="38104" y="86990"/>
                  <a:pt x="41911" y="83789"/>
                </a:cubicBezTo>
                <a:cubicBezTo>
                  <a:pt x="45711" y="80515"/>
                  <a:pt x="47618" y="75875"/>
                  <a:pt x="47618" y="69861"/>
                </a:cubicBezTo>
                <a:cubicBezTo>
                  <a:pt x="47618" y="64307"/>
                  <a:pt x="45711" y="59893"/>
                  <a:pt x="41911" y="56619"/>
                </a:cubicBezTo>
                <a:cubicBezTo>
                  <a:pt x="38104" y="53345"/>
                  <a:pt x="32966" y="51708"/>
                  <a:pt x="26492" y="51708"/>
                </a:cubicBezTo>
                <a:lnTo>
                  <a:pt x="16560" y="51708"/>
                </a:lnTo>
                <a:lnTo>
                  <a:pt x="16560" y="40973"/>
                </a:lnTo>
                <a:lnTo>
                  <a:pt x="26492" y="40973"/>
                </a:lnTo>
                <a:cubicBezTo>
                  <a:pt x="32433" y="40973"/>
                  <a:pt x="37073" y="39679"/>
                  <a:pt x="40420" y="37092"/>
                </a:cubicBezTo>
                <a:cubicBezTo>
                  <a:pt x="43775" y="34505"/>
                  <a:pt x="45448" y="30851"/>
                  <a:pt x="45448" y="26130"/>
                </a:cubicBezTo>
                <a:cubicBezTo>
                  <a:pt x="45448" y="21256"/>
                  <a:pt x="43884" y="17529"/>
                  <a:pt x="40764" y="14942"/>
                </a:cubicBezTo>
                <a:cubicBezTo>
                  <a:pt x="37643" y="12275"/>
                  <a:pt x="33229" y="10945"/>
                  <a:pt x="27522" y="10945"/>
                </a:cubicBezTo>
                <a:cubicBezTo>
                  <a:pt x="23715" y="10945"/>
                  <a:pt x="19754" y="11361"/>
                  <a:pt x="15647" y="12195"/>
                </a:cubicBezTo>
                <a:cubicBezTo>
                  <a:pt x="11613" y="13035"/>
                  <a:pt x="7345" y="14328"/>
                  <a:pt x="2858" y="16082"/>
                </a:cubicBezTo>
                <a:lnTo>
                  <a:pt x="2858" y="4090"/>
                </a:lnTo>
                <a:cubicBezTo>
                  <a:pt x="8032" y="2724"/>
                  <a:pt x="12636" y="1693"/>
                  <a:pt x="16670" y="1006"/>
                </a:cubicBezTo>
                <a:cubicBezTo>
                  <a:pt x="20784" y="319"/>
                  <a:pt x="24401" y="-17"/>
                  <a:pt x="27522" y="-17"/>
                </a:cubicBezTo>
                <a:cubicBezTo>
                  <a:pt x="36810" y="-17"/>
                  <a:pt x="44228" y="2344"/>
                  <a:pt x="49789" y="7057"/>
                </a:cubicBezTo>
                <a:cubicBezTo>
                  <a:pt x="55416" y="11705"/>
                  <a:pt x="58237" y="17909"/>
                  <a:pt x="58237" y="25670"/>
                </a:cubicBezTo>
                <a:cubicBezTo>
                  <a:pt x="58237" y="30924"/>
                  <a:pt x="56753" y="35302"/>
                  <a:pt x="53779" y="38802"/>
                </a:cubicBezTo>
                <a:cubicBezTo>
                  <a:pt x="50892" y="42303"/>
                  <a:pt x="46668" y="44817"/>
                  <a:pt x="41107" y="46337"/>
                </a:cubicBezTo>
                <a:close/>
                <a:moveTo>
                  <a:pt x="110027" y="52051"/>
                </a:moveTo>
                <a:cubicBezTo>
                  <a:pt x="104239" y="52051"/>
                  <a:pt x="99753" y="53688"/>
                  <a:pt x="96551" y="56962"/>
                </a:cubicBezTo>
                <a:cubicBezTo>
                  <a:pt x="93431" y="60156"/>
                  <a:pt x="91867" y="64723"/>
                  <a:pt x="91867" y="70657"/>
                </a:cubicBezTo>
                <a:cubicBezTo>
                  <a:pt x="91867" y="76525"/>
                  <a:pt x="93468" y="81093"/>
                  <a:pt x="96669" y="84366"/>
                </a:cubicBezTo>
                <a:cubicBezTo>
                  <a:pt x="99862" y="87633"/>
                  <a:pt x="104320" y="89270"/>
                  <a:pt x="110027" y="89270"/>
                </a:cubicBezTo>
                <a:cubicBezTo>
                  <a:pt x="115808" y="89270"/>
                  <a:pt x="120265" y="87677"/>
                  <a:pt x="123386" y="84476"/>
                </a:cubicBezTo>
                <a:cubicBezTo>
                  <a:pt x="126579" y="81202"/>
                  <a:pt x="128180" y="76598"/>
                  <a:pt x="128180" y="70657"/>
                </a:cubicBezTo>
                <a:cubicBezTo>
                  <a:pt x="128180" y="64796"/>
                  <a:pt x="126579" y="60229"/>
                  <a:pt x="123386" y="56962"/>
                </a:cubicBezTo>
                <a:cubicBezTo>
                  <a:pt x="120185" y="53688"/>
                  <a:pt x="115734" y="52051"/>
                  <a:pt x="110027" y="52051"/>
                </a:cubicBezTo>
                <a:close/>
                <a:moveTo>
                  <a:pt x="98722" y="46680"/>
                </a:moveTo>
                <a:cubicBezTo>
                  <a:pt x="93161" y="45233"/>
                  <a:pt x="88827" y="42610"/>
                  <a:pt x="85707" y="38802"/>
                </a:cubicBezTo>
                <a:cubicBezTo>
                  <a:pt x="82587" y="34922"/>
                  <a:pt x="81022" y="30274"/>
                  <a:pt x="81022" y="24874"/>
                </a:cubicBezTo>
                <a:cubicBezTo>
                  <a:pt x="81022" y="17259"/>
                  <a:pt x="83609" y="11208"/>
                  <a:pt x="88783" y="6714"/>
                </a:cubicBezTo>
                <a:cubicBezTo>
                  <a:pt x="94038" y="2227"/>
                  <a:pt x="101119" y="-17"/>
                  <a:pt x="110027" y="-17"/>
                </a:cubicBezTo>
                <a:cubicBezTo>
                  <a:pt x="118936" y="-17"/>
                  <a:pt x="125973" y="2227"/>
                  <a:pt x="131147" y="6714"/>
                </a:cubicBezTo>
                <a:cubicBezTo>
                  <a:pt x="136328" y="11208"/>
                  <a:pt x="138915" y="17259"/>
                  <a:pt x="138915" y="24874"/>
                </a:cubicBezTo>
                <a:cubicBezTo>
                  <a:pt x="138915" y="30274"/>
                  <a:pt x="137351" y="34922"/>
                  <a:pt x="134231" y="38802"/>
                </a:cubicBezTo>
                <a:cubicBezTo>
                  <a:pt x="131191" y="42610"/>
                  <a:pt x="126886" y="45233"/>
                  <a:pt x="121333" y="46680"/>
                </a:cubicBezTo>
                <a:cubicBezTo>
                  <a:pt x="127727" y="48054"/>
                  <a:pt x="132638" y="50904"/>
                  <a:pt x="136058" y="55245"/>
                </a:cubicBezTo>
                <a:cubicBezTo>
                  <a:pt x="139485" y="59505"/>
                  <a:pt x="141195" y="65030"/>
                  <a:pt x="141195" y="71804"/>
                </a:cubicBezTo>
                <a:cubicBezTo>
                  <a:pt x="141195" y="80479"/>
                  <a:pt x="138418" y="87253"/>
                  <a:pt x="132864" y="92127"/>
                </a:cubicBezTo>
                <a:cubicBezTo>
                  <a:pt x="127383" y="97002"/>
                  <a:pt x="119768" y="99435"/>
                  <a:pt x="110027" y="99435"/>
                </a:cubicBezTo>
                <a:cubicBezTo>
                  <a:pt x="100205" y="99435"/>
                  <a:pt x="92554" y="97038"/>
                  <a:pt x="87073" y="92244"/>
                </a:cubicBezTo>
                <a:cubicBezTo>
                  <a:pt x="81592" y="87370"/>
                  <a:pt x="78852" y="80632"/>
                  <a:pt x="78852" y="72031"/>
                </a:cubicBezTo>
                <a:cubicBezTo>
                  <a:pt x="78852" y="65183"/>
                  <a:pt x="80525" y="59586"/>
                  <a:pt x="83880" y="55245"/>
                </a:cubicBezTo>
                <a:cubicBezTo>
                  <a:pt x="87300" y="50904"/>
                  <a:pt x="92247" y="48054"/>
                  <a:pt x="98722" y="46680"/>
                </a:cubicBezTo>
                <a:close/>
                <a:moveTo>
                  <a:pt x="93928" y="26014"/>
                </a:moveTo>
                <a:cubicBezTo>
                  <a:pt x="93928" y="31188"/>
                  <a:pt x="95295" y="35148"/>
                  <a:pt x="98035" y="37889"/>
                </a:cubicBezTo>
                <a:cubicBezTo>
                  <a:pt x="100775" y="40556"/>
                  <a:pt x="104773" y="41886"/>
                  <a:pt x="110027" y="41886"/>
                </a:cubicBezTo>
                <a:cubicBezTo>
                  <a:pt x="115201" y="41886"/>
                  <a:pt x="119162" y="40556"/>
                  <a:pt x="121902" y="37889"/>
                </a:cubicBezTo>
                <a:cubicBezTo>
                  <a:pt x="124643" y="35148"/>
                  <a:pt x="126009" y="31188"/>
                  <a:pt x="126009" y="26014"/>
                </a:cubicBezTo>
                <a:cubicBezTo>
                  <a:pt x="126009" y="20840"/>
                  <a:pt x="124643" y="16879"/>
                  <a:pt x="121902" y="14138"/>
                </a:cubicBezTo>
                <a:cubicBezTo>
                  <a:pt x="119235" y="11398"/>
                  <a:pt x="115282" y="10031"/>
                  <a:pt x="110027" y="10031"/>
                </a:cubicBezTo>
                <a:cubicBezTo>
                  <a:pt x="104773" y="10031"/>
                  <a:pt x="100775" y="11398"/>
                  <a:pt x="98035" y="14138"/>
                </a:cubicBezTo>
                <a:cubicBezTo>
                  <a:pt x="95295" y="16879"/>
                  <a:pt x="93928" y="20840"/>
                  <a:pt x="93928" y="26014"/>
                </a:cubicBezTo>
                <a:close/>
              </a:path>
            </a:pathLst>
          </a:custGeom>
          <a:solidFill>
            <a:srgbClr val="000000"/>
          </a:solidFill>
          <a:ln w="7300" cap="sq">
            <a:noFill/>
            <a:prstDash val="solid"/>
            <a:miter/>
          </a:ln>
        </p:spPr>
        <p:txBody>
          <a:bodyPr/>
          <a:lstStyle/>
          <a:p>
            <a:endParaRPr lang="en-GB"/>
          </a:p>
        </p:txBody>
      </p:sp>
      <p:sp>
        <p:nvSpPr>
          <p:cNvPr id="118" name="Freeform: Shape 117">
            <a:extLst>
              <a:ext uri="{FF2B5EF4-FFF2-40B4-BE49-F238E27FC236}">
                <a16:creationId xmlns:a16="http://schemas.microsoft.com/office/drawing/2014/main" id="{74799E0B-4F34-8204-BDA3-C0CCDFA35A5E}"/>
              </a:ext>
            </a:extLst>
          </p:cNvPr>
          <p:cNvSpPr/>
          <p:nvPr/>
        </p:nvSpPr>
        <p:spPr>
          <a:xfrm>
            <a:off x="4615614"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19" name="Freeform: Shape 118">
            <a:extLst>
              <a:ext uri="{FF2B5EF4-FFF2-40B4-BE49-F238E27FC236}">
                <a16:creationId xmlns:a16="http://schemas.microsoft.com/office/drawing/2014/main" id="{870DDE8C-EBF9-0723-2572-AB843F960127}"/>
              </a:ext>
            </a:extLst>
          </p:cNvPr>
          <p:cNvSpPr/>
          <p:nvPr/>
        </p:nvSpPr>
        <p:spPr>
          <a:xfrm>
            <a:off x="4544575" y="4315561"/>
            <a:ext cx="143364" cy="99452"/>
          </a:xfrm>
          <a:custGeom>
            <a:avLst/>
            <a:gdLst>
              <a:gd name="csX0" fmla="*/ 40647 w 143364"/>
              <a:gd name="csY0" fmla="*/ 13568 h 99452"/>
              <a:gd name="csX1" fmla="*/ 10502 w 143364"/>
              <a:gd name="csY1" fmla="*/ 64153 h 99452"/>
              <a:gd name="csX2" fmla="*/ 40647 w 143364"/>
              <a:gd name="csY2" fmla="*/ 64153 h 99452"/>
              <a:gd name="csX3" fmla="*/ 38593 w 143364"/>
              <a:gd name="csY3" fmla="*/ 1693 h 99452"/>
              <a:gd name="csX4" fmla="*/ 53662 w 143364"/>
              <a:gd name="csY4" fmla="*/ 1693 h 99452"/>
              <a:gd name="csX5" fmla="*/ 53662 w 143364"/>
              <a:gd name="csY5" fmla="*/ 64153 h 99452"/>
              <a:gd name="csX6" fmla="*/ 66341 w 143364"/>
              <a:gd name="csY6" fmla="*/ 64153 h 99452"/>
              <a:gd name="csX7" fmla="*/ 66341 w 143364"/>
              <a:gd name="csY7" fmla="*/ 74771 h 99452"/>
              <a:gd name="csX8" fmla="*/ 53662 w 143364"/>
              <a:gd name="csY8" fmla="*/ 74771 h 99452"/>
              <a:gd name="csX9" fmla="*/ 53662 w 143364"/>
              <a:gd name="csY9" fmla="*/ 97608 h 99452"/>
              <a:gd name="csX10" fmla="*/ 40647 w 143364"/>
              <a:gd name="csY10" fmla="*/ 97608 h 99452"/>
              <a:gd name="csX11" fmla="*/ 40647 w 143364"/>
              <a:gd name="csY11" fmla="*/ 74771 h 99452"/>
              <a:gd name="csX12" fmla="*/ 1 w 143364"/>
              <a:gd name="csY12" fmla="*/ 74771 h 99452"/>
              <a:gd name="csX13" fmla="*/ 1 w 143364"/>
              <a:gd name="csY13" fmla="*/ 62443 h 99452"/>
              <a:gd name="csX14" fmla="*/ 103742 w 143364"/>
              <a:gd name="csY14" fmla="*/ 49421 h 99452"/>
              <a:gd name="csX15" fmla="*/ 106139 w 143364"/>
              <a:gd name="csY15" fmla="*/ 43370 h 99452"/>
              <a:gd name="csX16" fmla="*/ 112073 w 143364"/>
              <a:gd name="csY16" fmla="*/ 40746 h 99452"/>
              <a:gd name="csX17" fmla="*/ 118241 w 143364"/>
              <a:gd name="csY17" fmla="*/ 43370 h 99452"/>
              <a:gd name="csX18" fmla="*/ 120872 w 143364"/>
              <a:gd name="csY18" fmla="*/ 49421 h 99452"/>
              <a:gd name="csX19" fmla="*/ 118241 w 143364"/>
              <a:gd name="csY19" fmla="*/ 55588 h 99452"/>
              <a:gd name="csX20" fmla="*/ 112073 w 143364"/>
              <a:gd name="csY20" fmla="*/ 57985 h 99452"/>
              <a:gd name="csX21" fmla="*/ 106139 w 143364"/>
              <a:gd name="csY21" fmla="*/ 55588 h 99452"/>
              <a:gd name="csX22" fmla="*/ 103742 w 143364"/>
              <a:gd name="csY22" fmla="*/ 49421 h 99452"/>
              <a:gd name="csX23" fmla="*/ 112307 w 143364"/>
              <a:gd name="csY23" fmla="*/ 10258 h 99452"/>
              <a:gd name="csX24" fmla="*/ 98715 w 143364"/>
              <a:gd name="csY24" fmla="*/ 20080 h 99452"/>
              <a:gd name="csX25" fmla="*/ 94264 w 143364"/>
              <a:gd name="csY25" fmla="*/ 49764 h 99452"/>
              <a:gd name="csX26" fmla="*/ 98715 w 143364"/>
              <a:gd name="csY26" fmla="*/ 79456 h 99452"/>
              <a:gd name="csX27" fmla="*/ 112307 w 143364"/>
              <a:gd name="csY27" fmla="*/ 89160 h 99452"/>
              <a:gd name="csX28" fmla="*/ 125776 w 143364"/>
              <a:gd name="csY28" fmla="*/ 79456 h 99452"/>
              <a:gd name="csX29" fmla="*/ 130343 w 143364"/>
              <a:gd name="csY29" fmla="*/ 49764 h 99452"/>
              <a:gd name="csX30" fmla="*/ 125776 w 143364"/>
              <a:gd name="csY30" fmla="*/ 20080 h 99452"/>
              <a:gd name="csX31" fmla="*/ 112307 w 143364"/>
              <a:gd name="csY31" fmla="*/ 10258 h 99452"/>
              <a:gd name="csX32" fmla="*/ 112307 w 143364"/>
              <a:gd name="csY32" fmla="*/ -17 h 99452"/>
              <a:gd name="csX33" fmla="*/ 135488 w 143364"/>
              <a:gd name="csY33" fmla="*/ 12538 h 99452"/>
              <a:gd name="csX34" fmla="*/ 143365 w 143364"/>
              <a:gd name="csY34" fmla="*/ 49764 h 99452"/>
              <a:gd name="csX35" fmla="*/ 135488 w 143364"/>
              <a:gd name="csY35" fmla="*/ 86873 h 99452"/>
              <a:gd name="csX36" fmla="*/ 112307 w 143364"/>
              <a:gd name="csY36" fmla="*/ 99435 h 99452"/>
              <a:gd name="csX37" fmla="*/ 89010 w 143364"/>
              <a:gd name="csY37" fmla="*/ 86873 h 99452"/>
              <a:gd name="csX38" fmla="*/ 81249 w 143364"/>
              <a:gd name="csY38" fmla="*/ 49764 h 99452"/>
              <a:gd name="csX39" fmla="*/ 89010 w 143364"/>
              <a:gd name="csY39" fmla="*/ 12538 h 99452"/>
              <a:gd name="csX40" fmla="*/ 112307 w 143364"/>
              <a:gd name="csY40"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43364" h="99452">
                <a:moveTo>
                  <a:pt x="40647" y="13568"/>
                </a:moveTo>
                <a:lnTo>
                  <a:pt x="10502" y="64153"/>
                </a:lnTo>
                <a:lnTo>
                  <a:pt x="40647" y="64153"/>
                </a:lnTo>
                <a:close/>
                <a:moveTo>
                  <a:pt x="38593" y="1693"/>
                </a:moveTo>
                <a:lnTo>
                  <a:pt x="53662" y="1693"/>
                </a:lnTo>
                <a:lnTo>
                  <a:pt x="53662" y="64153"/>
                </a:lnTo>
                <a:lnTo>
                  <a:pt x="66341" y="64153"/>
                </a:lnTo>
                <a:lnTo>
                  <a:pt x="66341" y="74771"/>
                </a:lnTo>
                <a:lnTo>
                  <a:pt x="53662" y="74771"/>
                </a:lnTo>
                <a:lnTo>
                  <a:pt x="53662" y="97608"/>
                </a:lnTo>
                <a:lnTo>
                  <a:pt x="40647" y="97608"/>
                </a:lnTo>
                <a:lnTo>
                  <a:pt x="40647" y="74771"/>
                </a:lnTo>
                <a:lnTo>
                  <a:pt x="1" y="74771"/>
                </a:lnTo>
                <a:lnTo>
                  <a:pt x="1" y="62443"/>
                </a:lnTo>
                <a:close/>
                <a:moveTo>
                  <a:pt x="103742" y="49421"/>
                </a:moveTo>
                <a:cubicBezTo>
                  <a:pt x="103742" y="47060"/>
                  <a:pt x="104539" y="45043"/>
                  <a:pt x="106139" y="43370"/>
                </a:cubicBezTo>
                <a:cubicBezTo>
                  <a:pt x="107813" y="41623"/>
                  <a:pt x="109793" y="40746"/>
                  <a:pt x="112073" y="40746"/>
                </a:cubicBezTo>
                <a:cubicBezTo>
                  <a:pt x="114514" y="40746"/>
                  <a:pt x="116568" y="41623"/>
                  <a:pt x="118241" y="43370"/>
                </a:cubicBezTo>
                <a:cubicBezTo>
                  <a:pt x="119995" y="45043"/>
                  <a:pt x="120872" y="47060"/>
                  <a:pt x="120872" y="49421"/>
                </a:cubicBezTo>
                <a:cubicBezTo>
                  <a:pt x="120872" y="51861"/>
                  <a:pt x="119995" y="53915"/>
                  <a:pt x="118241" y="55588"/>
                </a:cubicBezTo>
                <a:cubicBezTo>
                  <a:pt x="116568" y="57189"/>
                  <a:pt x="114514" y="57985"/>
                  <a:pt x="112073" y="57985"/>
                </a:cubicBezTo>
                <a:cubicBezTo>
                  <a:pt x="109721" y="57985"/>
                  <a:pt x="107740" y="57189"/>
                  <a:pt x="106139" y="55588"/>
                </a:cubicBezTo>
                <a:cubicBezTo>
                  <a:pt x="104539" y="53988"/>
                  <a:pt x="103742" y="51934"/>
                  <a:pt x="103742" y="49421"/>
                </a:cubicBezTo>
                <a:close/>
                <a:moveTo>
                  <a:pt x="112307" y="10258"/>
                </a:moveTo>
                <a:cubicBezTo>
                  <a:pt x="106213" y="10258"/>
                  <a:pt x="101689" y="13532"/>
                  <a:pt x="98715" y="20080"/>
                </a:cubicBezTo>
                <a:cubicBezTo>
                  <a:pt x="95748" y="26547"/>
                  <a:pt x="94264" y="36442"/>
                  <a:pt x="94264" y="49764"/>
                </a:cubicBezTo>
                <a:cubicBezTo>
                  <a:pt x="94264" y="63013"/>
                  <a:pt x="95748" y="72908"/>
                  <a:pt x="98715" y="79456"/>
                </a:cubicBezTo>
                <a:cubicBezTo>
                  <a:pt x="101689" y="85923"/>
                  <a:pt x="106213" y="89160"/>
                  <a:pt x="112307" y="89160"/>
                </a:cubicBezTo>
                <a:cubicBezTo>
                  <a:pt x="118321" y="89160"/>
                  <a:pt x="122809" y="85923"/>
                  <a:pt x="125776" y="79456"/>
                </a:cubicBezTo>
                <a:cubicBezTo>
                  <a:pt x="128823" y="72908"/>
                  <a:pt x="130343" y="63013"/>
                  <a:pt x="130343" y="49764"/>
                </a:cubicBezTo>
                <a:cubicBezTo>
                  <a:pt x="130343" y="36442"/>
                  <a:pt x="128823" y="26547"/>
                  <a:pt x="125776" y="20080"/>
                </a:cubicBezTo>
                <a:cubicBezTo>
                  <a:pt x="122809" y="13532"/>
                  <a:pt x="118321" y="10258"/>
                  <a:pt x="112307" y="10258"/>
                </a:cubicBezTo>
                <a:close/>
                <a:moveTo>
                  <a:pt x="112307" y="-17"/>
                </a:moveTo>
                <a:cubicBezTo>
                  <a:pt x="122509" y="-17"/>
                  <a:pt x="130233" y="4170"/>
                  <a:pt x="135488" y="12538"/>
                </a:cubicBezTo>
                <a:cubicBezTo>
                  <a:pt x="140735" y="20913"/>
                  <a:pt x="143365" y="33321"/>
                  <a:pt x="143365" y="49764"/>
                </a:cubicBezTo>
                <a:cubicBezTo>
                  <a:pt x="143365" y="66133"/>
                  <a:pt x="140735" y="78498"/>
                  <a:pt x="135488" y="86873"/>
                </a:cubicBezTo>
                <a:cubicBezTo>
                  <a:pt x="130233" y="95248"/>
                  <a:pt x="122509" y="99435"/>
                  <a:pt x="112307" y="99435"/>
                </a:cubicBezTo>
                <a:cubicBezTo>
                  <a:pt x="102033" y="99435"/>
                  <a:pt x="94264" y="95248"/>
                  <a:pt x="89010" y="86873"/>
                </a:cubicBezTo>
                <a:cubicBezTo>
                  <a:pt x="83836" y="78498"/>
                  <a:pt x="81249" y="66133"/>
                  <a:pt x="81249" y="49764"/>
                </a:cubicBezTo>
                <a:cubicBezTo>
                  <a:pt x="81249" y="33321"/>
                  <a:pt x="83836" y="20913"/>
                  <a:pt x="89010" y="12538"/>
                </a:cubicBezTo>
                <a:cubicBezTo>
                  <a:pt x="94264" y="4170"/>
                  <a:pt x="102033" y="-17"/>
                  <a:pt x="112307" y="-17"/>
                </a:cubicBezTo>
                <a:close/>
              </a:path>
            </a:pathLst>
          </a:custGeom>
          <a:solidFill>
            <a:srgbClr val="000000"/>
          </a:solidFill>
          <a:ln w="7300" cap="sq">
            <a:noFill/>
            <a:prstDash val="solid"/>
            <a:miter/>
          </a:ln>
        </p:spPr>
        <p:txBody>
          <a:bodyPr/>
          <a:lstStyle/>
          <a:p>
            <a:endParaRPr lang="en-GB"/>
          </a:p>
        </p:txBody>
      </p:sp>
      <p:sp>
        <p:nvSpPr>
          <p:cNvPr id="120" name="Freeform: Shape 119">
            <a:extLst>
              <a:ext uri="{FF2B5EF4-FFF2-40B4-BE49-F238E27FC236}">
                <a16:creationId xmlns:a16="http://schemas.microsoft.com/office/drawing/2014/main" id="{C649577F-3EF8-F292-D57C-12A23D34D518}"/>
              </a:ext>
            </a:extLst>
          </p:cNvPr>
          <p:cNvSpPr/>
          <p:nvPr/>
        </p:nvSpPr>
        <p:spPr>
          <a:xfrm>
            <a:off x="4825941"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21" name="Freeform: Shape 120">
            <a:extLst>
              <a:ext uri="{FF2B5EF4-FFF2-40B4-BE49-F238E27FC236}">
                <a16:creationId xmlns:a16="http://schemas.microsoft.com/office/drawing/2014/main" id="{D191BBE6-547B-100B-377A-8C1FE058D52E}"/>
              </a:ext>
            </a:extLst>
          </p:cNvPr>
          <p:cNvSpPr/>
          <p:nvPr/>
        </p:nvSpPr>
        <p:spPr>
          <a:xfrm>
            <a:off x="4756502" y="4315561"/>
            <a:ext cx="140733" cy="97625"/>
          </a:xfrm>
          <a:custGeom>
            <a:avLst/>
            <a:gdLst>
              <a:gd name="csX0" fmla="*/ 40647 w 140733"/>
              <a:gd name="csY0" fmla="*/ 13568 h 97625"/>
              <a:gd name="csX1" fmla="*/ 10502 w 140733"/>
              <a:gd name="csY1" fmla="*/ 64153 h 97625"/>
              <a:gd name="csX2" fmla="*/ 40647 w 140733"/>
              <a:gd name="csY2" fmla="*/ 64153 h 97625"/>
              <a:gd name="csX3" fmla="*/ 38593 w 140733"/>
              <a:gd name="csY3" fmla="*/ 1693 h 97625"/>
              <a:gd name="csX4" fmla="*/ 53662 w 140733"/>
              <a:gd name="csY4" fmla="*/ 1693 h 97625"/>
              <a:gd name="csX5" fmla="*/ 53662 w 140733"/>
              <a:gd name="csY5" fmla="*/ 64153 h 97625"/>
              <a:gd name="csX6" fmla="*/ 66341 w 140733"/>
              <a:gd name="csY6" fmla="*/ 64153 h 97625"/>
              <a:gd name="csX7" fmla="*/ 66341 w 140733"/>
              <a:gd name="csY7" fmla="*/ 74771 h 97625"/>
              <a:gd name="csX8" fmla="*/ 53662 w 140733"/>
              <a:gd name="csY8" fmla="*/ 74771 h 97625"/>
              <a:gd name="csX9" fmla="*/ 53662 w 140733"/>
              <a:gd name="csY9" fmla="*/ 97608 h 97625"/>
              <a:gd name="csX10" fmla="*/ 40647 w 140733"/>
              <a:gd name="csY10" fmla="*/ 97608 h 97625"/>
              <a:gd name="csX11" fmla="*/ 40647 w 140733"/>
              <a:gd name="csY11" fmla="*/ 74771 h 97625"/>
              <a:gd name="csX12" fmla="*/ 1 w 140733"/>
              <a:gd name="csY12" fmla="*/ 74771 h 97625"/>
              <a:gd name="csX13" fmla="*/ 1 w 140733"/>
              <a:gd name="csY13" fmla="*/ 62443 h 97625"/>
              <a:gd name="csX14" fmla="*/ 96661 w 140733"/>
              <a:gd name="csY14" fmla="*/ 86647 h 97625"/>
              <a:gd name="csX15" fmla="*/ 140735 w 140733"/>
              <a:gd name="csY15" fmla="*/ 86647 h 97625"/>
              <a:gd name="csX16" fmla="*/ 140735 w 140733"/>
              <a:gd name="csY16" fmla="*/ 97608 h 97625"/>
              <a:gd name="csX17" fmla="*/ 82506 w 140733"/>
              <a:gd name="csY17" fmla="*/ 97608 h 97625"/>
              <a:gd name="csX18" fmla="*/ 82506 w 140733"/>
              <a:gd name="csY18" fmla="*/ 86647 h 97625"/>
              <a:gd name="csX19" fmla="*/ 103399 w 140733"/>
              <a:gd name="csY19" fmla="*/ 64380 h 97625"/>
              <a:gd name="csX20" fmla="*/ 115844 w 140733"/>
              <a:gd name="csY20" fmla="*/ 50678 h 97625"/>
              <a:gd name="csX21" fmla="*/ 124526 w 140733"/>
              <a:gd name="csY21" fmla="*/ 38006 h 97625"/>
              <a:gd name="csX22" fmla="*/ 126806 w 140733"/>
              <a:gd name="csY22" fmla="*/ 28067 h 97625"/>
              <a:gd name="csX23" fmla="*/ 122012 w 140733"/>
              <a:gd name="csY23" fmla="*/ 15512 h 97625"/>
              <a:gd name="csX24" fmla="*/ 109106 w 140733"/>
              <a:gd name="csY24" fmla="*/ 10945 h 97625"/>
              <a:gd name="csX25" fmla="*/ 96778 w 140733"/>
              <a:gd name="csY25" fmla="*/ 13115 h 97625"/>
              <a:gd name="csX26" fmla="*/ 83186 w 140733"/>
              <a:gd name="csY26" fmla="*/ 19393 h 97625"/>
              <a:gd name="csX27" fmla="*/ 83186 w 140733"/>
              <a:gd name="csY27" fmla="*/ 6377 h 97625"/>
              <a:gd name="csX28" fmla="*/ 96208 w 140733"/>
              <a:gd name="csY28" fmla="*/ 1576 h 97625"/>
              <a:gd name="csX29" fmla="*/ 108880 w 140733"/>
              <a:gd name="csY29" fmla="*/ -17 h 97625"/>
              <a:gd name="csX30" fmla="*/ 131490 w 140733"/>
              <a:gd name="csY30" fmla="*/ 7518 h 97625"/>
              <a:gd name="csX31" fmla="*/ 140055 w 140733"/>
              <a:gd name="csY31" fmla="*/ 27044 h 97625"/>
              <a:gd name="csX32" fmla="*/ 137198 w 140733"/>
              <a:gd name="csY32" fmla="*/ 39372 h 97625"/>
              <a:gd name="csX33" fmla="*/ 127946 w 140733"/>
              <a:gd name="csY33" fmla="*/ 53074 h 97625"/>
              <a:gd name="csX34" fmla="*/ 117445 w 140733"/>
              <a:gd name="csY34" fmla="*/ 64606 h 97625"/>
              <a:gd name="csX35" fmla="*/ 96661 w 140733"/>
              <a:gd name="csY35" fmla="*/ 86647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40733" h="97625">
                <a:moveTo>
                  <a:pt x="40647" y="13568"/>
                </a:moveTo>
                <a:lnTo>
                  <a:pt x="10502" y="64153"/>
                </a:lnTo>
                <a:lnTo>
                  <a:pt x="40647" y="64153"/>
                </a:lnTo>
                <a:close/>
                <a:moveTo>
                  <a:pt x="38593" y="1693"/>
                </a:moveTo>
                <a:lnTo>
                  <a:pt x="53662" y="1693"/>
                </a:lnTo>
                <a:lnTo>
                  <a:pt x="53662" y="64153"/>
                </a:lnTo>
                <a:lnTo>
                  <a:pt x="66341" y="64153"/>
                </a:lnTo>
                <a:lnTo>
                  <a:pt x="66341" y="74771"/>
                </a:lnTo>
                <a:lnTo>
                  <a:pt x="53662" y="74771"/>
                </a:lnTo>
                <a:lnTo>
                  <a:pt x="53662" y="97608"/>
                </a:lnTo>
                <a:lnTo>
                  <a:pt x="40647" y="97608"/>
                </a:lnTo>
                <a:lnTo>
                  <a:pt x="40647" y="74771"/>
                </a:lnTo>
                <a:lnTo>
                  <a:pt x="1" y="74771"/>
                </a:lnTo>
                <a:lnTo>
                  <a:pt x="1" y="62443"/>
                </a:lnTo>
                <a:close/>
                <a:moveTo>
                  <a:pt x="96661" y="86647"/>
                </a:moveTo>
                <a:lnTo>
                  <a:pt x="140735" y="86647"/>
                </a:lnTo>
                <a:lnTo>
                  <a:pt x="140735" y="97608"/>
                </a:lnTo>
                <a:lnTo>
                  <a:pt x="82506" y="97608"/>
                </a:lnTo>
                <a:lnTo>
                  <a:pt x="82506" y="86647"/>
                </a:lnTo>
                <a:cubicBezTo>
                  <a:pt x="90493" y="78272"/>
                  <a:pt x="97465" y="70854"/>
                  <a:pt x="103399" y="64380"/>
                </a:cubicBezTo>
                <a:cubicBezTo>
                  <a:pt x="109413" y="57912"/>
                  <a:pt x="113565" y="53345"/>
                  <a:pt x="115844" y="50678"/>
                </a:cubicBezTo>
                <a:cubicBezTo>
                  <a:pt x="120112" y="45423"/>
                  <a:pt x="122999" y="41199"/>
                  <a:pt x="124526" y="38006"/>
                </a:cubicBezTo>
                <a:cubicBezTo>
                  <a:pt x="126046" y="34732"/>
                  <a:pt x="126806" y="31421"/>
                  <a:pt x="126806" y="28067"/>
                </a:cubicBezTo>
                <a:cubicBezTo>
                  <a:pt x="126806" y="22667"/>
                  <a:pt x="125206" y="18479"/>
                  <a:pt x="122012" y="15512"/>
                </a:cubicBezTo>
                <a:cubicBezTo>
                  <a:pt x="118892" y="12465"/>
                  <a:pt x="114587" y="10945"/>
                  <a:pt x="109106" y="10945"/>
                </a:cubicBezTo>
                <a:cubicBezTo>
                  <a:pt x="105226" y="10945"/>
                  <a:pt x="101119" y="11668"/>
                  <a:pt x="96778" y="13115"/>
                </a:cubicBezTo>
                <a:cubicBezTo>
                  <a:pt x="92510" y="14482"/>
                  <a:pt x="87987" y="16572"/>
                  <a:pt x="83186" y="19393"/>
                </a:cubicBezTo>
                <a:lnTo>
                  <a:pt x="83186" y="6377"/>
                </a:lnTo>
                <a:cubicBezTo>
                  <a:pt x="87607" y="4244"/>
                  <a:pt x="91940" y="2643"/>
                  <a:pt x="96208" y="1576"/>
                </a:cubicBezTo>
                <a:cubicBezTo>
                  <a:pt x="100469" y="517"/>
                  <a:pt x="104692" y="-17"/>
                  <a:pt x="108880" y="-17"/>
                </a:cubicBezTo>
                <a:cubicBezTo>
                  <a:pt x="118241" y="-17"/>
                  <a:pt x="125783" y="2490"/>
                  <a:pt x="131490" y="7518"/>
                </a:cubicBezTo>
                <a:cubicBezTo>
                  <a:pt x="137198" y="12465"/>
                  <a:pt x="140055" y="18976"/>
                  <a:pt x="140055" y="27044"/>
                </a:cubicBezTo>
                <a:cubicBezTo>
                  <a:pt x="140055" y="31151"/>
                  <a:pt x="139098" y="35265"/>
                  <a:pt x="137198" y="39372"/>
                </a:cubicBezTo>
                <a:cubicBezTo>
                  <a:pt x="135298" y="43487"/>
                  <a:pt x="132214" y="48054"/>
                  <a:pt x="127946" y="53074"/>
                </a:cubicBezTo>
                <a:cubicBezTo>
                  <a:pt x="125512" y="55815"/>
                  <a:pt x="122012" y="59659"/>
                  <a:pt x="117445" y="64606"/>
                </a:cubicBezTo>
                <a:cubicBezTo>
                  <a:pt x="112877" y="69554"/>
                  <a:pt x="105949" y="76905"/>
                  <a:pt x="96661" y="86647"/>
                </a:cubicBezTo>
                <a:close/>
              </a:path>
            </a:pathLst>
          </a:custGeom>
          <a:solidFill>
            <a:srgbClr val="000000"/>
          </a:solidFill>
          <a:ln w="7300" cap="sq">
            <a:noFill/>
            <a:prstDash val="solid"/>
            <a:miter/>
          </a:ln>
        </p:spPr>
        <p:txBody>
          <a:bodyPr/>
          <a:lstStyle/>
          <a:p>
            <a:endParaRPr lang="en-GB"/>
          </a:p>
        </p:txBody>
      </p:sp>
      <p:sp>
        <p:nvSpPr>
          <p:cNvPr id="122" name="Freeform: Shape 121">
            <a:extLst>
              <a:ext uri="{FF2B5EF4-FFF2-40B4-BE49-F238E27FC236}">
                <a16:creationId xmlns:a16="http://schemas.microsoft.com/office/drawing/2014/main" id="{9C245C52-1A72-F603-F777-734993C8FABC}"/>
              </a:ext>
            </a:extLst>
          </p:cNvPr>
          <p:cNvSpPr/>
          <p:nvPr/>
        </p:nvSpPr>
        <p:spPr>
          <a:xfrm>
            <a:off x="5036267"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23" name="Freeform: Shape 122">
            <a:extLst>
              <a:ext uri="{FF2B5EF4-FFF2-40B4-BE49-F238E27FC236}">
                <a16:creationId xmlns:a16="http://schemas.microsoft.com/office/drawing/2014/main" id="{FA40495B-C8AD-F887-D48A-F17BD580EF50}"/>
              </a:ext>
            </a:extLst>
          </p:cNvPr>
          <p:cNvSpPr/>
          <p:nvPr/>
        </p:nvSpPr>
        <p:spPr>
          <a:xfrm>
            <a:off x="4968428" y="4317271"/>
            <a:ext cx="145535" cy="95915"/>
          </a:xfrm>
          <a:custGeom>
            <a:avLst/>
            <a:gdLst>
              <a:gd name="csX0" fmla="*/ 40647 w 145535"/>
              <a:gd name="csY0" fmla="*/ 11858 h 95915"/>
              <a:gd name="csX1" fmla="*/ 10502 w 145535"/>
              <a:gd name="csY1" fmla="*/ 62443 h 95915"/>
              <a:gd name="csX2" fmla="*/ 40647 w 145535"/>
              <a:gd name="csY2" fmla="*/ 62443 h 95915"/>
              <a:gd name="csX3" fmla="*/ 38593 w 145535"/>
              <a:gd name="csY3" fmla="*/ -17 h 95915"/>
              <a:gd name="csX4" fmla="*/ 53662 w 145535"/>
              <a:gd name="csY4" fmla="*/ -17 h 95915"/>
              <a:gd name="csX5" fmla="*/ 53662 w 145535"/>
              <a:gd name="csY5" fmla="*/ 62443 h 95915"/>
              <a:gd name="csX6" fmla="*/ 66341 w 145535"/>
              <a:gd name="csY6" fmla="*/ 62443 h 95915"/>
              <a:gd name="csX7" fmla="*/ 66341 w 145535"/>
              <a:gd name="csY7" fmla="*/ 73061 h 95915"/>
              <a:gd name="csX8" fmla="*/ 53662 w 145535"/>
              <a:gd name="csY8" fmla="*/ 73061 h 95915"/>
              <a:gd name="csX9" fmla="*/ 53662 w 145535"/>
              <a:gd name="csY9" fmla="*/ 95898 h 95915"/>
              <a:gd name="csX10" fmla="*/ 40647 w 145535"/>
              <a:gd name="csY10" fmla="*/ 95898 h 95915"/>
              <a:gd name="csX11" fmla="*/ 40647 w 145535"/>
              <a:gd name="csY11" fmla="*/ 73061 h 95915"/>
              <a:gd name="csX12" fmla="*/ 1 w 145535"/>
              <a:gd name="csY12" fmla="*/ 73061 h 95915"/>
              <a:gd name="csX13" fmla="*/ 1 w 145535"/>
              <a:gd name="csY13" fmla="*/ 60733 h 95915"/>
              <a:gd name="csX14" fmla="*/ 119842 w 145535"/>
              <a:gd name="csY14" fmla="*/ 11858 h 95915"/>
              <a:gd name="csX15" fmla="*/ 89697 w 145535"/>
              <a:gd name="csY15" fmla="*/ 62443 h 95915"/>
              <a:gd name="csX16" fmla="*/ 119842 w 145535"/>
              <a:gd name="csY16" fmla="*/ 62443 h 95915"/>
              <a:gd name="csX17" fmla="*/ 117788 w 145535"/>
              <a:gd name="csY17" fmla="*/ -17 h 95915"/>
              <a:gd name="csX18" fmla="*/ 132857 w 145535"/>
              <a:gd name="csY18" fmla="*/ -17 h 95915"/>
              <a:gd name="csX19" fmla="*/ 132857 w 145535"/>
              <a:gd name="csY19" fmla="*/ 62443 h 95915"/>
              <a:gd name="csX20" fmla="*/ 145536 w 145535"/>
              <a:gd name="csY20" fmla="*/ 62443 h 95915"/>
              <a:gd name="csX21" fmla="*/ 145536 w 145535"/>
              <a:gd name="csY21" fmla="*/ 73061 h 95915"/>
              <a:gd name="csX22" fmla="*/ 132857 w 145535"/>
              <a:gd name="csY22" fmla="*/ 73061 h 95915"/>
              <a:gd name="csX23" fmla="*/ 132857 w 145535"/>
              <a:gd name="csY23" fmla="*/ 95898 h 95915"/>
              <a:gd name="csX24" fmla="*/ 119842 w 145535"/>
              <a:gd name="csY24" fmla="*/ 95898 h 95915"/>
              <a:gd name="csX25" fmla="*/ 119842 w 145535"/>
              <a:gd name="csY25" fmla="*/ 73061 h 95915"/>
              <a:gd name="csX26" fmla="*/ 79188 w 145535"/>
              <a:gd name="csY26" fmla="*/ 73061 h 95915"/>
              <a:gd name="csX27" fmla="*/ 79188 w 145535"/>
              <a:gd name="csY27" fmla="*/ 60733 h 959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5535" h="95915">
                <a:moveTo>
                  <a:pt x="40647" y="11858"/>
                </a:moveTo>
                <a:lnTo>
                  <a:pt x="10502" y="62443"/>
                </a:lnTo>
                <a:lnTo>
                  <a:pt x="40647" y="62443"/>
                </a:lnTo>
                <a:close/>
                <a:moveTo>
                  <a:pt x="38593" y="-17"/>
                </a:moveTo>
                <a:lnTo>
                  <a:pt x="53662" y="-17"/>
                </a:lnTo>
                <a:lnTo>
                  <a:pt x="53662" y="62443"/>
                </a:lnTo>
                <a:lnTo>
                  <a:pt x="66341" y="62443"/>
                </a:lnTo>
                <a:lnTo>
                  <a:pt x="66341" y="73061"/>
                </a:lnTo>
                <a:lnTo>
                  <a:pt x="53662" y="73061"/>
                </a:lnTo>
                <a:lnTo>
                  <a:pt x="53662" y="95898"/>
                </a:lnTo>
                <a:lnTo>
                  <a:pt x="40647" y="95898"/>
                </a:lnTo>
                <a:lnTo>
                  <a:pt x="40647" y="73061"/>
                </a:lnTo>
                <a:lnTo>
                  <a:pt x="1" y="73061"/>
                </a:lnTo>
                <a:lnTo>
                  <a:pt x="1" y="60733"/>
                </a:lnTo>
                <a:close/>
                <a:moveTo>
                  <a:pt x="119842" y="11858"/>
                </a:moveTo>
                <a:lnTo>
                  <a:pt x="89697" y="62443"/>
                </a:lnTo>
                <a:lnTo>
                  <a:pt x="119842" y="62443"/>
                </a:lnTo>
                <a:close/>
                <a:moveTo>
                  <a:pt x="117788" y="-17"/>
                </a:moveTo>
                <a:lnTo>
                  <a:pt x="132857" y="-17"/>
                </a:lnTo>
                <a:lnTo>
                  <a:pt x="132857" y="62443"/>
                </a:lnTo>
                <a:lnTo>
                  <a:pt x="145536" y="62443"/>
                </a:lnTo>
                <a:lnTo>
                  <a:pt x="145536" y="73061"/>
                </a:lnTo>
                <a:lnTo>
                  <a:pt x="132857" y="73061"/>
                </a:lnTo>
                <a:lnTo>
                  <a:pt x="132857" y="95898"/>
                </a:lnTo>
                <a:lnTo>
                  <a:pt x="119842" y="95898"/>
                </a:lnTo>
                <a:lnTo>
                  <a:pt x="119842" y="73061"/>
                </a:lnTo>
                <a:lnTo>
                  <a:pt x="79188" y="73061"/>
                </a:lnTo>
                <a:lnTo>
                  <a:pt x="79188" y="60733"/>
                </a:lnTo>
                <a:close/>
              </a:path>
            </a:pathLst>
          </a:custGeom>
          <a:solidFill>
            <a:srgbClr val="000000"/>
          </a:solidFill>
          <a:ln w="7300" cap="sq">
            <a:noFill/>
            <a:prstDash val="solid"/>
            <a:miter/>
          </a:ln>
        </p:spPr>
        <p:txBody>
          <a:bodyPr/>
          <a:lstStyle/>
          <a:p>
            <a:endParaRPr lang="en-GB"/>
          </a:p>
        </p:txBody>
      </p:sp>
      <p:sp>
        <p:nvSpPr>
          <p:cNvPr id="124" name="Freeform: Shape 123">
            <a:extLst>
              <a:ext uri="{FF2B5EF4-FFF2-40B4-BE49-F238E27FC236}">
                <a16:creationId xmlns:a16="http://schemas.microsoft.com/office/drawing/2014/main" id="{61EAD169-F99C-4DFD-4EE9-1D8A869841AF}"/>
              </a:ext>
            </a:extLst>
          </p:cNvPr>
          <p:cNvSpPr/>
          <p:nvPr/>
        </p:nvSpPr>
        <p:spPr>
          <a:xfrm>
            <a:off x="5246600"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25" name="Freeform: Shape 124">
            <a:extLst>
              <a:ext uri="{FF2B5EF4-FFF2-40B4-BE49-F238E27FC236}">
                <a16:creationId xmlns:a16="http://schemas.microsoft.com/office/drawing/2014/main" id="{94B90766-8CA4-4E5B-7A0F-06DBCE795C17}"/>
              </a:ext>
            </a:extLst>
          </p:cNvPr>
          <p:cNvSpPr/>
          <p:nvPr/>
        </p:nvSpPr>
        <p:spPr>
          <a:xfrm>
            <a:off x="5173047" y="4315561"/>
            <a:ext cx="143364" cy="99452"/>
          </a:xfrm>
          <a:custGeom>
            <a:avLst/>
            <a:gdLst>
              <a:gd name="csX0" fmla="*/ 40647 w 143364"/>
              <a:gd name="csY0" fmla="*/ 13568 h 99452"/>
              <a:gd name="csX1" fmla="*/ 10502 w 143364"/>
              <a:gd name="csY1" fmla="*/ 64153 h 99452"/>
              <a:gd name="csX2" fmla="*/ 40647 w 143364"/>
              <a:gd name="csY2" fmla="*/ 64153 h 99452"/>
              <a:gd name="csX3" fmla="*/ 38593 w 143364"/>
              <a:gd name="csY3" fmla="*/ 1693 h 99452"/>
              <a:gd name="csX4" fmla="*/ 53662 w 143364"/>
              <a:gd name="csY4" fmla="*/ 1693 h 99452"/>
              <a:gd name="csX5" fmla="*/ 53662 w 143364"/>
              <a:gd name="csY5" fmla="*/ 64153 h 99452"/>
              <a:gd name="csX6" fmla="*/ 66341 w 143364"/>
              <a:gd name="csY6" fmla="*/ 64153 h 99452"/>
              <a:gd name="csX7" fmla="*/ 66341 w 143364"/>
              <a:gd name="csY7" fmla="*/ 74771 h 99452"/>
              <a:gd name="csX8" fmla="*/ 53662 w 143364"/>
              <a:gd name="csY8" fmla="*/ 74771 h 99452"/>
              <a:gd name="csX9" fmla="*/ 53662 w 143364"/>
              <a:gd name="csY9" fmla="*/ 97608 h 99452"/>
              <a:gd name="csX10" fmla="*/ 40647 w 143364"/>
              <a:gd name="csY10" fmla="*/ 97608 h 99452"/>
              <a:gd name="csX11" fmla="*/ 40647 w 143364"/>
              <a:gd name="csY11" fmla="*/ 74771 h 99452"/>
              <a:gd name="csX12" fmla="*/ 1 w 143364"/>
              <a:gd name="csY12" fmla="*/ 74771 h 99452"/>
              <a:gd name="csX13" fmla="*/ 1 w 143364"/>
              <a:gd name="csY13" fmla="*/ 62443 h 99452"/>
              <a:gd name="csX14" fmla="*/ 136284 w 143364"/>
              <a:gd name="csY14" fmla="*/ 3864 h 99452"/>
              <a:gd name="csX15" fmla="*/ 136284 w 143364"/>
              <a:gd name="csY15" fmla="*/ 15739 h 99452"/>
              <a:gd name="csX16" fmla="*/ 127719 w 143364"/>
              <a:gd name="csY16" fmla="*/ 12195 h 99452"/>
              <a:gd name="csX17" fmla="*/ 118241 w 143364"/>
              <a:gd name="csY17" fmla="*/ 10945 h 99452"/>
              <a:gd name="csX18" fmla="*/ 99518 w 143364"/>
              <a:gd name="csY18" fmla="*/ 20189 h 99452"/>
              <a:gd name="csX19" fmla="*/ 93124 w 143364"/>
              <a:gd name="csY19" fmla="*/ 47484 h 99452"/>
              <a:gd name="csX20" fmla="*/ 101689 w 143364"/>
              <a:gd name="csY20" fmla="*/ 37662 h 99452"/>
              <a:gd name="csX21" fmla="*/ 114244 w 143364"/>
              <a:gd name="csY21" fmla="*/ 34235 h 99452"/>
              <a:gd name="csX22" fmla="*/ 135714 w 143364"/>
              <a:gd name="csY22" fmla="*/ 42800 h 99452"/>
              <a:gd name="csX23" fmla="*/ 143365 w 143364"/>
              <a:gd name="csY23" fmla="*/ 66894 h 99452"/>
              <a:gd name="csX24" fmla="*/ 135488 w 143364"/>
              <a:gd name="csY24" fmla="*/ 90987 h 99452"/>
              <a:gd name="csX25" fmla="*/ 113447 w 143364"/>
              <a:gd name="csY25" fmla="*/ 99435 h 99452"/>
              <a:gd name="csX26" fmla="*/ 89010 w 143364"/>
              <a:gd name="csY26" fmla="*/ 87443 h 99452"/>
              <a:gd name="csX27" fmla="*/ 81249 w 143364"/>
              <a:gd name="csY27" fmla="*/ 49764 h 99452"/>
              <a:gd name="csX28" fmla="*/ 90610 w 143364"/>
              <a:gd name="csY28" fmla="*/ 12772 h 99452"/>
              <a:gd name="csX29" fmla="*/ 117671 w 143364"/>
              <a:gd name="csY29" fmla="*/ -17 h 99452"/>
              <a:gd name="csX30" fmla="*/ 127149 w 143364"/>
              <a:gd name="csY30" fmla="*/ 1006 h 99452"/>
              <a:gd name="csX31" fmla="*/ 136284 w 143364"/>
              <a:gd name="csY31" fmla="*/ 3864 h 99452"/>
              <a:gd name="csX32" fmla="*/ 113221 w 143364"/>
              <a:gd name="csY32" fmla="*/ 44400 h 99452"/>
              <a:gd name="csX33" fmla="*/ 100089 w 143364"/>
              <a:gd name="csY33" fmla="*/ 50334 h 99452"/>
              <a:gd name="csX34" fmla="*/ 95404 w 143364"/>
              <a:gd name="csY34" fmla="*/ 66894 h 99452"/>
              <a:gd name="csX35" fmla="*/ 100089 w 143364"/>
              <a:gd name="csY35" fmla="*/ 83336 h 99452"/>
              <a:gd name="csX36" fmla="*/ 113221 w 143364"/>
              <a:gd name="csY36" fmla="*/ 89270 h 99452"/>
              <a:gd name="csX37" fmla="*/ 126119 w 143364"/>
              <a:gd name="csY37" fmla="*/ 83680 h 99452"/>
              <a:gd name="csX38" fmla="*/ 130577 w 143364"/>
              <a:gd name="csY38" fmla="*/ 66894 h 99452"/>
              <a:gd name="csX39" fmla="*/ 126119 w 143364"/>
              <a:gd name="csY39" fmla="*/ 50107 h 99452"/>
              <a:gd name="csX40" fmla="*/ 113221 w 143364"/>
              <a:gd name="csY40"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43364" h="99452">
                <a:moveTo>
                  <a:pt x="40647" y="13568"/>
                </a:moveTo>
                <a:lnTo>
                  <a:pt x="10502" y="64153"/>
                </a:lnTo>
                <a:lnTo>
                  <a:pt x="40647" y="64153"/>
                </a:lnTo>
                <a:close/>
                <a:moveTo>
                  <a:pt x="38593" y="1693"/>
                </a:moveTo>
                <a:lnTo>
                  <a:pt x="53662" y="1693"/>
                </a:lnTo>
                <a:lnTo>
                  <a:pt x="53662" y="64153"/>
                </a:lnTo>
                <a:lnTo>
                  <a:pt x="66341" y="64153"/>
                </a:lnTo>
                <a:lnTo>
                  <a:pt x="66341" y="74771"/>
                </a:lnTo>
                <a:lnTo>
                  <a:pt x="53662" y="74771"/>
                </a:lnTo>
                <a:lnTo>
                  <a:pt x="53662" y="97608"/>
                </a:lnTo>
                <a:lnTo>
                  <a:pt x="40647" y="97608"/>
                </a:lnTo>
                <a:lnTo>
                  <a:pt x="40647" y="74771"/>
                </a:lnTo>
                <a:lnTo>
                  <a:pt x="1" y="74771"/>
                </a:lnTo>
                <a:lnTo>
                  <a:pt x="1" y="62443"/>
                </a:lnTo>
                <a:close/>
                <a:moveTo>
                  <a:pt x="136284" y="3864"/>
                </a:moveTo>
                <a:lnTo>
                  <a:pt x="136284" y="15739"/>
                </a:lnTo>
                <a:cubicBezTo>
                  <a:pt x="133617" y="14219"/>
                  <a:pt x="130767" y="13035"/>
                  <a:pt x="127719" y="12195"/>
                </a:cubicBezTo>
                <a:cubicBezTo>
                  <a:pt x="124680" y="11361"/>
                  <a:pt x="121515" y="10945"/>
                  <a:pt x="118241" y="10945"/>
                </a:cubicBezTo>
                <a:cubicBezTo>
                  <a:pt x="110020" y="10945"/>
                  <a:pt x="103779" y="14022"/>
                  <a:pt x="99518" y="20189"/>
                </a:cubicBezTo>
                <a:cubicBezTo>
                  <a:pt x="95251" y="26357"/>
                  <a:pt x="93124" y="35455"/>
                  <a:pt x="93124" y="47484"/>
                </a:cubicBezTo>
                <a:cubicBezTo>
                  <a:pt x="95178" y="43216"/>
                  <a:pt x="98035" y="39942"/>
                  <a:pt x="101689" y="37662"/>
                </a:cubicBezTo>
                <a:cubicBezTo>
                  <a:pt x="105343" y="35375"/>
                  <a:pt x="109531" y="34235"/>
                  <a:pt x="114244" y="34235"/>
                </a:cubicBezTo>
                <a:cubicBezTo>
                  <a:pt x="123459" y="34235"/>
                  <a:pt x="130613" y="37092"/>
                  <a:pt x="135714" y="42800"/>
                </a:cubicBezTo>
                <a:cubicBezTo>
                  <a:pt x="140815" y="48434"/>
                  <a:pt x="143365" y="56465"/>
                  <a:pt x="143365" y="66894"/>
                </a:cubicBezTo>
                <a:cubicBezTo>
                  <a:pt x="143365" y="77249"/>
                  <a:pt x="140735" y="85280"/>
                  <a:pt x="135488" y="90987"/>
                </a:cubicBezTo>
                <a:cubicBezTo>
                  <a:pt x="130306" y="96622"/>
                  <a:pt x="122962" y="99435"/>
                  <a:pt x="113447" y="99435"/>
                </a:cubicBezTo>
                <a:cubicBezTo>
                  <a:pt x="102332" y="99435"/>
                  <a:pt x="94191" y="95438"/>
                  <a:pt x="89010" y="87443"/>
                </a:cubicBezTo>
                <a:cubicBezTo>
                  <a:pt x="83836" y="79456"/>
                  <a:pt x="81249" y="66894"/>
                  <a:pt x="81249" y="49764"/>
                </a:cubicBezTo>
                <a:cubicBezTo>
                  <a:pt x="81249" y="33548"/>
                  <a:pt x="84369" y="21220"/>
                  <a:pt x="90610" y="12772"/>
                </a:cubicBezTo>
                <a:cubicBezTo>
                  <a:pt x="96851" y="4244"/>
                  <a:pt x="105877" y="-17"/>
                  <a:pt x="117671" y="-17"/>
                </a:cubicBezTo>
                <a:cubicBezTo>
                  <a:pt x="120792" y="-17"/>
                  <a:pt x="123956" y="319"/>
                  <a:pt x="127149" y="1006"/>
                </a:cubicBezTo>
                <a:cubicBezTo>
                  <a:pt x="130351" y="1620"/>
                  <a:pt x="133390" y="2570"/>
                  <a:pt x="136284" y="3864"/>
                </a:cubicBezTo>
                <a:close/>
                <a:moveTo>
                  <a:pt x="113221" y="44400"/>
                </a:moveTo>
                <a:cubicBezTo>
                  <a:pt x="107659" y="44400"/>
                  <a:pt x="103282" y="46380"/>
                  <a:pt x="100089" y="50334"/>
                </a:cubicBezTo>
                <a:cubicBezTo>
                  <a:pt x="96968" y="54295"/>
                  <a:pt x="95404" y="59812"/>
                  <a:pt x="95404" y="66894"/>
                </a:cubicBezTo>
                <a:cubicBezTo>
                  <a:pt x="95404" y="73894"/>
                  <a:pt x="96968" y="79375"/>
                  <a:pt x="100089" y="83336"/>
                </a:cubicBezTo>
                <a:cubicBezTo>
                  <a:pt x="103282" y="87297"/>
                  <a:pt x="107659" y="89270"/>
                  <a:pt x="113221" y="89270"/>
                </a:cubicBezTo>
                <a:cubicBezTo>
                  <a:pt x="118928" y="89270"/>
                  <a:pt x="123233" y="87407"/>
                  <a:pt x="126119" y="83680"/>
                </a:cubicBezTo>
                <a:cubicBezTo>
                  <a:pt x="129094" y="79872"/>
                  <a:pt x="130577" y="74274"/>
                  <a:pt x="130577" y="66894"/>
                </a:cubicBezTo>
                <a:cubicBezTo>
                  <a:pt x="130577" y="59432"/>
                  <a:pt x="129094" y="53835"/>
                  <a:pt x="126119" y="50107"/>
                </a:cubicBezTo>
                <a:cubicBezTo>
                  <a:pt x="123233" y="46300"/>
                  <a:pt x="118928" y="44400"/>
                  <a:pt x="113221" y="44400"/>
                </a:cubicBezTo>
                <a:close/>
              </a:path>
            </a:pathLst>
          </a:custGeom>
          <a:solidFill>
            <a:srgbClr val="000000"/>
          </a:solidFill>
          <a:ln w="7300" cap="sq">
            <a:noFill/>
            <a:prstDash val="solid"/>
            <a:miter/>
          </a:ln>
        </p:spPr>
        <p:txBody>
          <a:bodyPr/>
          <a:lstStyle/>
          <a:p>
            <a:endParaRPr lang="en-GB"/>
          </a:p>
        </p:txBody>
      </p:sp>
      <p:sp>
        <p:nvSpPr>
          <p:cNvPr id="126" name="Freeform: Shape 125">
            <a:extLst>
              <a:ext uri="{FF2B5EF4-FFF2-40B4-BE49-F238E27FC236}">
                <a16:creationId xmlns:a16="http://schemas.microsoft.com/office/drawing/2014/main" id="{DBC05BA6-0A54-FD18-DF78-B326B65C0C3C}"/>
              </a:ext>
            </a:extLst>
          </p:cNvPr>
          <p:cNvSpPr/>
          <p:nvPr/>
        </p:nvSpPr>
        <p:spPr>
          <a:xfrm>
            <a:off x="5456927"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27" name="Freeform: Shape 126">
            <a:extLst>
              <a:ext uri="{FF2B5EF4-FFF2-40B4-BE49-F238E27FC236}">
                <a16:creationId xmlns:a16="http://schemas.microsoft.com/office/drawing/2014/main" id="{0EB8FA02-EA48-7975-E669-F57C2F1A4456}"/>
              </a:ext>
            </a:extLst>
          </p:cNvPr>
          <p:cNvSpPr/>
          <p:nvPr/>
        </p:nvSpPr>
        <p:spPr>
          <a:xfrm>
            <a:off x="5384974" y="4315561"/>
            <a:ext cx="143474" cy="99452"/>
          </a:xfrm>
          <a:custGeom>
            <a:avLst/>
            <a:gdLst>
              <a:gd name="csX0" fmla="*/ 40647 w 143474"/>
              <a:gd name="csY0" fmla="*/ 13568 h 99452"/>
              <a:gd name="csX1" fmla="*/ 10502 w 143474"/>
              <a:gd name="csY1" fmla="*/ 64153 h 99452"/>
              <a:gd name="csX2" fmla="*/ 40647 w 143474"/>
              <a:gd name="csY2" fmla="*/ 64153 h 99452"/>
              <a:gd name="csX3" fmla="*/ 38593 w 143474"/>
              <a:gd name="csY3" fmla="*/ 1693 h 99452"/>
              <a:gd name="csX4" fmla="*/ 53662 w 143474"/>
              <a:gd name="csY4" fmla="*/ 1693 h 99452"/>
              <a:gd name="csX5" fmla="*/ 53662 w 143474"/>
              <a:gd name="csY5" fmla="*/ 64153 h 99452"/>
              <a:gd name="csX6" fmla="*/ 66341 w 143474"/>
              <a:gd name="csY6" fmla="*/ 64153 h 99452"/>
              <a:gd name="csX7" fmla="*/ 66341 w 143474"/>
              <a:gd name="csY7" fmla="*/ 74771 h 99452"/>
              <a:gd name="csX8" fmla="*/ 53662 w 143474"/>
              <a:gd name="csY8" fmla="*/ 74771 h 99452"/>
              <a:gd name="csX9" fmla="*/ 53662 w 143474"/>
              <a:gd name="csY9" fmla="*/ 97608 h 99452"/>
              <a:gd name="csX10" fmla="*/ 40647 w 143474"/>
              <a:gd name="csY10" fmla="*/ 97608 h 99452"/>
              <a:gd name="csX11" fmla="*/ 40647 w 143474"/>
              <a:gd name="csY11" fmla="*/ 74771 h 99452"/>
              <a:gd name="csX12" fmla="*/ 1 w 143474"/>
              <a:gd name="csY12" fmla="*/ 74771 h 99452"/>
              <a:gd name="csX13" fmla="*/ 1 w 143474"/>
              <a:gd name="csY13" fmla="*/ 62443 h 99452"/>
              <a:gd name="csX14" fmla="*/ 112307 w 143474"/>
              <a:gd name="csY14" fmla="*/ 52051 h 99452"/>
              <a:gd name="csX15" fmla="*/ 98832 w 143474"/>
              <a:gd name="csY15" fmla="*/ 56962 h 99452"/>
              <a:gd name="csX16" fmla="*/ 94147 w 143474"/>
              <a:gd name="csY16" fmla="*/ 70657 h 99452"/>
              <a:gd name="csX17" fmla="*/ 98949 w 143474"/>
              <a:gd name="csY17" fmla="*/ 84366 h 99452"/>
              <a:gd name="csX18" fmla="*/ 112307 w 143474"/>
              <a:gd name="csY18" fmla="*/ 89270 h 99452"/>
              <a:gd name="csX19" fmla="*/ 125666 w 143474"/>
              <a:gd name="csY19" fmla="*/ 84476 h 99452"/>
              <a:gd name="csX20" fmla="*/ 130460 w 143474"/>
              <a:gd name="csY20" fmla="*/ 70657 h 99452"/>
              <a:gd name="csX21" fmla="*/ 125666 w 143474"/>
              <a:gd name="csY21" fmla="*/ 56962 h 99452"/>
              <a:gd name="csX22" fmla="*/ 112307 w 143474"/>
              <a:gd name="csY22" fmla="*/ 52051 h 99452"/>
              <a:gd name="csX23" fmla="*/ 101002 w 143474"/>
              <a:gd name="csY23" fmla="*/ 46680 h 99452"/>
              <a:gd name="csX24" fmla="*/ 87987 w 143474"/>
              <a:gd name="csY24" fmla="*/ 38802 h 99452"/>
              <a:gd name="csX25" fmla="*/ 83302 w 143474"/>
              <a:gd name="csY25" fmla="*/ 24874 h 99452"/>
              <a:gd name="csX26" fmla="*/ 91063 w 143474"/>
              <a:gd name="csY26" fmla="*/ 6714 h 99452"/>
              <a:gd name="csX27" fmla="*/ 112307 w 143474"/>
              <a:gd name="csY27" fmla="*/ -17 h 99452"/>
              <a:gd name="csX28" fmla="*/ 133427 w 143474"/>
              <a:gd name="csY28" fmla="*/ 6714 h 99452"/>
              <a:gd name="csX29" fmla="*/ 141195 w 143474"/>
              <a:gd name="csY29" fmla="*/ 24874 h 99452"/>
              <a:gd name="csX30" fmla="*/ 136511 w 143474"/>
              <a:gd name="csY30" fmla="*/ 38802 h 99452"/>
              <a:gd name="csX31" fmla="*/ 123613 w 143474"/>
              <a:gd name="csY31" fmla="*/ 46680 h 99452"/>
              <a:gd name="csX32" fmla="*/ 138338 w 143474"/>
              <a:gd name="csY32" fmla="*/ 55245 h 99452"/>
              <a:gd name="csX33" fmla="*/ 143475 w 143474"/>
              <a:gd name="csY33" fmla="*/ 71804 h 99452"/>
              <a:gd name="csX34" fmla="*/ 135144 w 143474"/>
              <a:gd name="csY34" fmla="*/ 92127 h 99452"/>
              <a:gd name="csX35" fmla="*/ 112307 w 143474"/>
              <a:gd name="csY35" fmla="*/ 99435 h 99452"/>
              <a:gd name="csX36" fmla="*/ 89353 w 143474"/>
              <a:gd name="csY36" fmla="*/ 92244 h 99452"/>
              <a:gd name="csX37" fmla="*/ 81132 w 143474"/>
              <a:gd name="csY37" fmla="*/ 72031 h 99452"/>
              <a:gd name="csX38" fmla="*/ 86160 w 143474"/>
              <a:gd name="csY38" fmla="*/ 55245 h 99452"/>
              <a:gd name="csX39" fmla="*/ 101002 w 143474"/>
              <a:gd name="csY39" fmla="*/ 46680 h 99452"/>
              <a:gd name="csX40" fmla="*/ 96208 w 143474"/>
              <a:gd name="csY40" fmla="*/ 26014 h 99452"/>
              <a:gd name="csX41" fmla="*/ 100315 w 143474"/>
              <a:gd name="csY41" fmla="*/ 37889 h 99452"/>
              <a:gd name="csX42" fmla="*/ 112307 w 143474"/>
              <a:gd name="csY42" fmla="*/ 41886 h 99452"/>
              <a:gd name="csX43" fmla="*/ 124182 w 143474"/>
              <a:gd name="csY43" fmla="*/ 37889 h 99452"/>
              <a:gd name="csX44" fmla="*/ 128289 w 143474"/>
              <a:gd name="csY44" fmla="*/ 26014 h 99452"/>
              <a:gd name="csX45" fmla="*/ 124182 w 143474"/>
              <a:gd name="csY45" fmla="*/ 14138 h 99452"/>
              <a:gd name="csX46" fmla="*/ 112307 w 143474"/>
              <a:gd name="csY46" fmla="*/ 10031 h 99452"/>
              <a:gd name="csX47" fmla="*/ 100315 w 143474"/>
              <a:gd name="csY47" fmla="*/ 14138 h 99452"/>
              <a:gd name="csX48" fmla="*/ 96208 w 143474"/>
              <a:gd name="csY48"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3474" h="99452">
                <a:moveTo>
                  <a:pt x="40647" y="13568"/>
                </a:moveTo>
                <a:lnTo>
                  <a:pt x="10502" y="64153"/>
                </a:lnTo>
                <a:lnTo>
                  <a:pt x="40647" y="64153"/>
                </a:lnTo>
                <a:close/>
                <a:moveTo>
                  <a:pt x="38593" y="1693"/>
                </a:moveTo>
                <a:lnTo>
                  <a:pt x="53662" y="1693"/>
                </a:lnTo>
                <a:lnTo>
                  <a:pt x="53662" y="64153"/>
                </a:lnTo>
                <a:lnTo>
                  <a:pt x="66341" y="64153"/>
                </a:lnTo>
                <a:lnTo>
                  <a:pt x="66341" y="74771"/>
                </a:lnTo>
                <a:lnTo>
                  <a:pt x="53662" y="74771"/>
                </a:lnTo>
                <a:lnTo>
                  <a:pt x="53662" y="97608"/>
                </a:lnTo>
                <a:lnTo>
                  <a:pt x="40647" y="97608"/>
                </a:lnTo>
                <a:lnTo>
                  <a:pt x="40647" y="74771"/>
                </a:lnTo>
                <a:lnTo>
                  <a:pt x="1" y="74771"/>
                </a:lnTo>
                <a:lnTo>
                  <a:pt x="1" y="62443"/>
                </a:lnTo>
                <a:close/>
                <a:moveTo>
                  <a:pt x="112307" y="52051"/>
                </a:moveTo>
                <a:cubicBezTo>
                  <a:pt x="106519" y="52051"/>
                  <a:pt x="102033" y="53688"/>
                  <a:pt x="98832" y="56962"/>
                </a:cubicBezTo>
                <a:cubicBezTo>
                  <a:pt x="95711" y="60156"/>
                  <a:pt x="94147" y="64723"/>
                  <a:pt x="94147" y="70657"/>
                </a:cubicBezTo>
                <a:cubicBezTo>
                  <a:pt x="94147" y="76525"/>
                  <a:pt x="95748" y="81093"/>
                  <a:pt x="98949" y="84366"/>
                </a:cubicBezTo>
                <a:cubicBezTo>
                  <a:pt x="102142" y="87633"/>
                  <a:pt x="106600" y="89270"/>
                  <a:pt x="112307" y="89270"/>
                </a:cubicBezTo>
                <a:cubicBezTo>
                  <a:pt x="118088" y="89270"/>
                  <a:pt x="122545" y="87677"/>
                  <a:pt x="125666" y="84476"/>
                </a:cubicBezTo>
                <a:cubicBezTo>
                  <a:pt x="128859" y="81202"/>
                  <a:pt x="130460" y="76598"/>
                  <a:pt x="130460" y="70657"/>
                </a:cubicBezTo>
                <a:cubicBezTo>
                  <a:pt x="130460" y="64796"/>
                  <a:pt x="128859" y="60229"/>
                  <a:pt x="125666" y="56962"/>
                </a:cubicBezTo>
                <a:cubicBezTo>
                  <a:pt x="122465" y="53688"/>
                  <a:pt x="118015" y="52051"/>
                  <a:pt x="112307" y="52051"/>
                </a:cubicBezTo>
                <a:close/>
                <a:moveTo>
                  <a:pt x="101002" y="46680"/>
                </a:moveTo>
                <a:cubicBezTo>
                  <a:pt x="95441" y="45233"/>
                  <a:pt x="91107" y="42610"/>
                  <a:pt x="87987" y="38802"/>
                </a:cubicBezTo>
                <a:cubicBezTo>
                  <a:pt x="84867" y="34922"/>
                  <a:pt x="83302" y="30274"/>
                  <a:pt x="83302" y="24874"/>
                </a:cubicBezTo>
                <a:cubicBezTo>
                  <a:pt x="83302" y="17259"/>
                  <a:pt x="85889" y="11208"/>
                  <a:pt x="91063" y="6714"/>
                </a:cubicBezTo>
                <a:cubicBezTo>
                  <a:pt x="96318" y="2227"/>
                  <a:pt x="103399" y="-17"/>
                  <a:pt x="112307" y="-17"/>
                </a:cubicBezTo>
                <a:cubicBezTo>
                  <a:pt x="121216" y="-17"/>
                  <a:pt x="128253" y="2227"/>
                  <a:pt x="133427" y="6714"/>
                </a:cubicBezTo>
                <a:cubicBezTo>
                  <a:pt x="138608" y="11208"/>
                  <a:pt x="141195" y="17259"/>
                  <a:pt x="141195" y="24874"/>
                </a:cubicBezTo>
                <a:cubicBezTo>
                  <a:pt x="141195" y="30274"/>
                  <a:pt x="139631" y="34922"/>
                  <a:pt x="136511" y="38802"/>
                </a:cubicBezTo>
                <a:cubicBezTo>
                  <a:pt x="133471" y="42610"/>
                  <a:pt x="129166" y="45233"/>
                  <a:pt x="123613" y="46680"/>
                </a:cubicBezTo>
                <a:cubicBezTo>
                  <a:pt x="130007" y="48054"/>
                  <a:pt x="134918" y="50904"/>
                  <a:pt x="138338" y="55245"/>
                </a:cubicBezTo>
                <a:cubicBezTo>
                  <a:pt x="141765" y="59505"/>
                  <a:pt x="143475" y="65030"/>
                  <a:pt x="143475" y="71804"/>
                </a:cubicBezTo>
                <a:cubicBezTo>
                  <a:pt x="143475" y="80479"/>
                  <a:pt x="140698" y="87253"/>
                  <a:pt x="135144" y="92127"/>
                </a:cubicBezTo>
                <a:cubicBezTo>
                  <a:pt x="129663" y="97002"/>
                  <a:pt x="122049" y="99435"/>
                  <a:pt x="112307" y="99435"/>
                </a:cubicBezTo>
                <a:cubicBezTo>
                  <a:pt x="102485" y="99435"/>
                  <a:pt x="94834" y="97038"/>
                  <a:pt x="89353" y="92244"/>
                </a:cubicBezTo>
                <a:cubicBezTo>
                  <a:pt x="83872" y="87370"/>
                  <a:pt x="81132" y="80632"/>
                  <a:pt x="81132" y="72031"/>
                </a:cubicBezTo>
                <a:cubicBezTo>
                  <a:pt x="81132" y="65183"/>
                  <a:pt x="82806" y="59586"/>
                  <a:pt x="86160" y="55245"/>
                </a:cubicBezTo>
                <a:cubicBezTo>
                  <a:pt x="89580" y="50904"/>
                  <a:pt x="94527" y="48054"/>
                  <a:pt x="101002" y="46680"/>
                </a:cubicBezTo>
                <a:close/>
                <a:moveTo>
                  <a:pt x="96208" y="26014"/>
                </a:moveTo>
                <a:cubicBezTo>
                  <a:pt x="96208" y="31188"/>
                  <a:pt x="97575" y="35148"/>
                  <a:pt x="100315" y="37889"/>
                </a:cubicBezTo>
                <a:cubicBezTo>
                  <a:pt x="103056" y="40556"/>
                  <a:pt x="107053" y="41886"/>
                  <a:pt x="112307" y="41886"/>
                </a:cubicBezTo>
                <a:cubicBezTo>
                  <a:pt x="117481" y="41886"/>
                  <a:pt x="121442" y="40556"/>
                  <a:pt x="124182" y="37889"/>
                </a:cubicBezTo>
                <a:cubicBezTo>
                  <a:pt x="126923" y="35148"/>
                  <a:pt x="128289" y="31188"/>
                  <a:pt x="128289" y="26014"/>
                </a:cubicBezTo>
                <a:cubicBezTo>
                  <a:pt x="128289" y="20840"/>
                  <a:pt x="126923" y="16879"/>
                  <a:pt x="124182" y="14138"/>
                </a:cubicBezTo>
                <a:cubicBezTo>
                  <a:pt x="121515" y="11398"/>
                  <a:pt x="117562" y="10031"/>
                  <a:pt x="112307" y="10031"/>
                </a:cubicBezTo>
                <a:cubicBezTo>
                  <a:pt x="107053" y="10031"/>
                  <a:pt x="103056" y="11398"/>
                  <a:pt x="100315" y="14138"/>
                </a:cubicBezTo>
                <a:cubicBezTo>
                  <a:pt x="97575" y="16879"/>
                  <a:pt x="96208" y="20840"/>
                  <a:pt x="96208" y="26014"/>
                </a:cubicBezTo>
                <a:close/>
              </a:path>
            </a:pathLst>
          </a:custGeom>
          <a:solidFill>
            <a:srgbClr val="000000"/>
          </a:solidFill>
          <a:ln w="7300" cap="sq">
            <a:noFill/>
            <a:prstDash val="solid"/>
            <a:miter/>
          </a:ln>
        </p:spPr>
        <p:txBody>
          <a:bodyPr/>
          <a:lstStyle/>
          <a:p>
            <a:endParaRPr lang="en-GB"/>
          </a:p>
        </p:txBody>
      </p:sp>
      <p:sp>
        <p:nvSpPr>
          <p:cNvPr id="128" name="Freeform: Shape 127">
            <a:extLst>
              <a:ext uri="{FF2B5EF4-FFF2-40B4-BE49-F238E27FC236}">
                <a16:creationId xmlns:a16="http://schemas.microsoft.com/office/drawing/2014/main" id="{7C03E15A-CFC6-7A2D-2737-C1DD872E2A03}"/>
              </a:ext>
            </a:extLst>
          </p:cNvPr>
          <p:cNvSpPr/>
          <p:nvPr/>
        </p:nvSpPr>
        <p:spPr>
          <a:xfrm>
            <a:off x="5667253"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29" name="Freeform: Shape 128">
            <a:extLst>
              <a:ext uri="{FF2B5EF4-FFF2-40B4-BE49-F238E27FC236}">
                <a16:creationId xmlns:a16="http://schemas.microsoft.com/office/drawing/2014/main" id="{A7843212-3CF8-5DDF-F533-D120D4EB0B01}"/>
              </a:ext>
            </a:extLst>
          </p:cNvPr>
          <p:cNvSpPr/>
          <p:nvPr/>
        </p:nvSpPr>
        <p:spPr>
          <a:xfrm>
            <a:off x="5599524" y="4315561"/>
            <a:ext cx="140741" cy="99452"/>
          </a:xfrm>
          <a:custGeom>
            <a:avLst/>
            <a:gdLst>
              <a:gd name="csX0" fmla="*/ 4108 w 140741"/>
              <a:gd name="csY0" fmla="*/ 1693 h 99452"/>
              <a:gd name="csX1" fmla="*/ 52756 w 140741"/>
              <a:gd name="csY1" fmla="*/ 1693 h 99452"/>
              <a:gd name="csX2" fmla="*/ 52756 w 140741"/>
              <a:gd name="csY2" fmla="*/ 12655 h 99452"/>
              <a:gd name="csX3" fmla="*/ 15990 w 140741"/>
              <a:gd name="csY3" fmla="*/ 12655 h 99452"/>
              <a:gd name="csX4" fmla="*/ 15990 w 140741"/>
              <a:gd name="csY4" fmla="*/ 36179 h 99452"/>
              <a:gd name="csX5" fmla="*/ 21471 w 140741"/>
              <a:gd name="csY5" fmla="*/ 34695 h 99452"/>
              <a:gd name="csX6" fmla="*/ 27178 w 140741"/>
              <a:gd name="csY6" fmla="*/ 34235 h 99452"/>
              <a:gd name="csX7" fmla="*/ 50702 w 140741"/>
              <a:gd name="csY7" fmla="*/ 43026 h 99452"/>
              <a:gd name="csX8" fmla="*/ 59494 w 140741"/>
              <a:gd name="csY8" fmla="*/ 66894 h 99452"/>
              <a:gd name="csX9" fmla="*/ 50359 w 140741"/>
              <a:gd name="csY9" fmla="*/ 90754 h 99452"/>
              <a:gd name="csX10" fmla="*/ 25352 w 140741"/>
              <a:gd name="csY10" fmla="*/ 99435 h 99452"/>
              <a:gd name="csX11" fmla="*/ 11306 w 140741"/>
              <a:gd name="csY11" fmla="*/ 98405 h 99452"/>
              <a:gd name="csX12" fmla="*/ 1 w 140741"/>
              <a:gd name="csY12" fmla="*/ 95328 h 99452"/>
              <a:gd name="csX13" fmla="*/ 1 w 140741"/>
              <a:gd name="csY13" fmla="*/ 82196 h 99452"/>
              <a:gd name="csX14" fmla="*/ 11876 w 140741"/>
              <a:gd name="csY14" fmla="*/ 86990 h 99452"/>
              <a:gd name="csX15" fmla="*/ 24095 w 140741"/>
              <a:gd name="csY15" fmla="*/ 88590 h 99452"/>
              <a:gd name="csX16" fmla="*/ 40647 w 140741"/>
              <a:gd name="csY16" fmla="*/ 82993 h 99452"/>
              <a:gd name="csX17" fmla="*/ 46471 w 140741"/>
              <a:gd name="csY17" fmla="*/ 66894 h 99452"/>
              <a:gd name="csX18" fmla="*/ 40420 w 140741"/>
              <a:gd name="csY18" fmla="*/ 50904 h 99452"/>
              <a:gd name="csX19" fmla="*/ 23751 w 140741"/>
              <a:gd name="csY19" fmla="*/ 45080 h 99452"/>
              <a:gd name="csX20" fmla="*/ 13586 w 140741"/>
              <a:gd name="csY20" fmla="*/ 46337 h 99452"/>
              <a:gd name="csX21" fmla="*/ 4108 w 140741"/>
              <a:gd name="csY21" fmla="*/ 49881 h 99452"/>
              <a:gd name="csX22" fmla="*/ 101119 w 140741"/>
              <a:gd name="csY22" fmla="*/ 49421 h 99452"/>
              <a:gd name="csX23" fmla="*/ 103516 w 140741"/>
              <a:gd name="csY23" fmla="*/ 43370 h 99452"/>
              <a:gd name="csX24" fmla="*/ 109450 w 140741"/>
              <a:gd name="csY24" fmla="*/ 40746 h 99452"/>
              <a:gd name="csX25" fmla="*/ 115618 w 140741"/>
              <a:gd name="csY25" fmla="*/ 43370 h 99452"/>
              <a:gd name="csX26" fmla="*/ 118249 w 140741"/>
              <a:gd name="csY26" fmla="*/ 49421 h 99452"/>
              <a:gd name="csX27" fmla="*/ 115618 w 140741"/>
              <a:gd name="csY27" fmla="*/ 55588 h 99452"/>
              <a:gd name="csX28" fmla="*/ 109450 w 140741"/>
              <a:gd name="csY28" fmla="*/ 57985 h 99452"/>
              <a:gd name="csX29" fmla="*/ 103516 w 140741"/>
              <a:gd name="csY29" fmla="*/ 55588 h 99452"/>
              <a:gd name="csX30" fmla="*/ 101119 w 140741"/>
              <a:gd name="csY30" fmla="*/ 49421 h 99452"/>
              <a:gd name="csX31" fmla="*/ 109684 w 140741"/>
              <a:gd name="csY31" fmla="*/ 10258 h 99452"/>
              <a:gd name="csX32" fmla="*/ 96091 w 140741"/>
              <a:gd name="csY32" fmla="*/ 20080 h 99452"/>
              <a:gd name="csX33" fmla="*/ 91641 w 140741"/>
              <a:gd name="csY33" fmla="*/ 49764 h 99452"/>
              <a:gd name="csX34" fmla="*/ 96091 w 140741"/>
              <a:gd name="csY34" fmla="*/ 79456 h 99452"/>
              <a:gd name="csX35" fmla="*/ 109684 w 140741"/>
              <a:gd name="csY35" fmla="*/ 89160 h 99452"/>
              <a:gd name="csX36" fmla="*/ 123152 w 140741"/>
              <a:gd name="csY36" fmla="*/ 79456 h 99452"/>
              <a:gd name="csX37" fmla="*/ 127719 w 140741"/>
              <a:gd name="csY37" fmla="*/ 49764 h 99452"/>
              <a:gd name="csX38" fmla="*/ 123152 w 140741"/>
              <a:gd name="csY38" fmla="*/ 20080 h 99452"/>
              <a:gd name="csX39" fmla="*/ 109684 w 140741"/>
              <a:gd name="csY39" fmla="*/ 10258 h 99452"/>
              <a:gd name="csX40" fmla="*/ 109684 w 140741"/>
              <a:gd name="csY40" fmla="*/ -17 h 99452"/>
              <a:gd name="csX41" fmla="*/ 132864 w 140741"/>
              <a:gd name="csY41" fmla="*/ 12538 h 99452"/>
              <a:gd name="csX42" fmla="*/ 140742 w 140741"/>
              <a:gd name="csY42" fmla="*/ 49764 h 99452"/>
              <a:gd name="csX43" fmla="*/ 132864 w 140741"/>
              <a:gd name="csY43" fmla="*/ 86873 h 99452"/>
              <a:gd name="csX44" fmla="*/ 109684 w 140741"/>
              <a:gd name="csY44" fmla="*/ 99435 h 99452"/>
              <a:gd name="csX45" fmla="*/ 86386 w 140741"/>
              <a:gd name="csY45" fmla="*/ 86873 h 99452"/>
              <a:gd name="csX46" fmla="*/ 78625 w 140741"/>
              <a:gd name="csY46" fmla="*/ 49764 h 99452"/>
              <a:gd name="csX47" fmla="*/ 86386 w 140741"/>
              <a:gd name="csY47" fmla="*/ 12538 h 99452"/>
              <a:gd name="csX48" fmla="*/ 109684 w 140741"/>
              <a:gd name="csY48"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0741" h="99452">
                <a:moveTo>
                  <a:pt x="4108" y="1693"/>
                </a:moveTo>
                <a:lnTo>
                  <a:pt x="52756" y="1693"/>
                </a:lnTo>
                <a:lnTo>
                  <a:pt x="52756" y="12655"/>
                </a:lnTo>
                <a:lnTo>
                  <a:pt x="15990" y="12655"/>
                </a:lnTo>
                <a:lnTo>
                  <a:pt x="15990" y="36179"/>
                </a:lnTo>
                <a:cubicBezTo>
                  <a:pt x="17817" y="35492"/>
                  <a:pt x="19644" y="34995"/>
                  <a:pt x="21471" y="34695"/>
                </a:cubicBezTo>
                <a:cubicBezTo>
                  <a:pt x="23371" y="34388"/>
                  <a:pt x="25271" y="34235"/>
                  <a:pt x="27178" y="34235"/>
                </a:cubicBezTo>
                <a:cubicBezTo>
                  <a:pt x="37073" y="34235"/>
                  <a:pt x="44915" y="37165"/>
                  <a:pt x="50702" y="43026"/>
                </a:cubicBezTo>
                <a:cubicBezTo>
                  <a:pt x="56563" y="48887"/>
                  <a:pt x="59494" y="56845"/>
                  <a:pt x="59494" y="66894"/>
                </a:cubicBezTo>
                <a:cubicBezTo>
                  <a:pt x="59494" y="76942"/>
                  <a:pt x="56446" y="84893"/>
                  <a:pt x="50359" y="90754"/>
                </a:cubicBezTo>
                <a:cubicBezTo>
                  <a:pt x="44264" y="96541"/>
                  <a:pt x="35933" y="99435"/>
                  <a:pt x="25352" y="99435"/>
                </a:cubicBezTo>
                <a:cubicBezTo>
                  <a:pt x="20251" y="99435"/>
                  <a:pt x="15566" y="99092"/>
                  <a:pt x="11306" y="98405"/>
                </a:cubicBezTo>
                <a:cubicBezTo>
                  <a:pt x="7119" y="97725"/>
                  <a:pt x="3348" y="96695"/>
                  <a:pt x="1" y="95328"/>
                </a:cubicBezTo>
                <a:lnTo>
                  <a:pt x="1" y="82196"/>
                </a:lnTo>
                <a:cubicBezTo>
                  <a:pt x="3962" y="84323"/>
                  <a:pt x="7915" y="85923"/>
                  <a:pt x="11876" y="86990"/>
                </a:cubicBezTo>
                <a:cubicBezTo>
                  <a:pt x="15910" y="88057"/>
                  <a:pt x="19980" y="88590"/>
                  <a:pt x="24095" y="88590"/>
                </a:cubicBezTo>
                <a:cubicBezTo>
                  <a:pt x="31249" y="88590"/>
                  <a:pt x="36766" y="86720"/>
                  <a:pt x="40647" y="82993"/>
                </a:cubicBezTo>
                <a:cubicBezTo>
                  <a:pt x="44535" y="79185"/>
                  <a:pt x="46471" y="73821"/>
                  <a:pt x="46471" y="66894"/>
                </a:cubicBezTo>
                <a:cubicBezTo>
                  <a:pt x="46471" y="60039"/>
                  <a:pt x="44454" y="54711"/>
                  <a:pt x="40420" y="50904"/>
                </a:cubicBezTo>
                <a:cubicBezTo>
                  <a:pt x="36467" y="47024"/>
                  <a:pt x="30906" y="45080"/>
                  <a:pt x="23751" y="45080"/>
                </a:cubicBezTo>
                <a:cubicBezTo>
                  <a:pt x="20251" y="45080"/>
                  <a:pt x="16860" y="45504"/>
                  <a:pt x="13586" y="46337"/>
                </a:cubicBezTo>
                <a:cubicBezTo>
                  <a:pt x="10312" y="47104"/>
                  <a:pt x="7155" y="48281"/>
                  <a:pt x="4108" y="49881"/>
                </a:cubicBezTo>
                <a:close/>
                <a:moveTo>
                  <a:pt x="101119" y="49421"/>
                </a:moveTo>
                <a:cubicBezTo>
                  <a:pt x="101119" y="47060"/>
                  <a:pt x="101915" y="45043"/>
                  <a:pt x="103516" y="43370"/>
                </a:cubicBezTo>
                <a:cubicBezTo>
                  <a:pt x="105189" y="41623"/>
                  <a:pt x="107170" y="40746"/>
                  <a:pt x="109450" y="40746"/>
                </a:cubicBezTo>
                <a:cubicBezTo>
                  <a:pt x="111891" y="40746"/>
                  <a:pt x="113944" y="41623"/>
                  <a:pt x="115618" y="43370"/>
                </a:cubicBezTo>
                <a:cubicBezTo>
                  <a:pt x="117371" y="45043"/>
                  <a:pt x="118249" y="47060"/>
                  <a:pt x="118249" y="49421"/>
                </a:cubicBezTo>
                <a:cubicBezTo>
                  <a:pt x="118249" y="51861"/>
                  <a:pt x="117371" y="53915"/>
                  <a:pt x="115618" y="55588"/>
                </a:cubicBezTo>
                <a:cubicBezTo>
                  <a:pt x="113944" y="57189"/>
                  <a:pt x="111891" y="57985"/>
                  <a:pt x="109450" y="57985"/>
                </a:cubicBezTo>
                <a:cubicBezTo>
                  <a:pt x="107097" y="57985"/>
                  <a:pt x="105116" y="57189"/>
                  <a:pt x="103516" y="55588"/>
                </a:cubicBezTo>
                <a:cubicBezTo>
                  <a:pt x="101915" y="53988"/>
                  <a:pt x="101119" y="51934"/>
                  <a:pt x="101119" y="49421"/>
                </a:cubicBezTo>
                <a:close/>
                <a:moveTo>
                  <a:pt x="109684" y="10258"/>
                </a:moveTo>
                <a:cubicBezTo>
                  <a:pt x="103589" y="10258"/>
                  <a:pt x="99066" y="13532"/>
                  <a:pt x="96091" y="20080"/>
                </a:cubicBezTo>
                <a:cubicBezTo>
                  <a:pt x="93124" y="26547"/>
                  <a:pt x="91641" y="36442"/>
                  <a:pt x="91641" y="49764"/>
                </a:cubicBezTo>
                <a:cubicBezTo>
                  <a:pt x="91641" y="63013"/>
                  <a:pt x="93124" y="72908"/>
                  <a:pt x="96091" y="79456"/>
                </a:cubicBezTo>
                <a:cubicBezTo>
                  <a:pt x="99066" y="85923"/>
                  <a:pt x="103589" y="89160"/>
                  <a:pt x="109684" y="89160"/>
                </a:cubicBezTo>
                <a:cubicBezTo>
                  <a:pt x="115698" y="89160"/>
                  <a:pt x="120185" y="85923"/>
                  <a:pt x="123152" y="79456"/>
                </a:cubicBezTo>
                <a:cubicBezTo>
                  <a:pt x="126199" y="72908"/>
                  <a:pt x="127719" y="63013"/>
                  <a:pt x="127719" y="49764"/>
                </a:cubicBezTo>
                <a:cubicBezTo>
                  <a:pt x="127719" y="36442"/>
                  <a:pt x="126199" y="26547"/>
                  <a:pt x="123152" y="20080"/>
                </a:cubicBezTo>
                <a:cubicBezTo>
                  <a:pt x="120185" y="13532"/>
                  <a:pt x="115698" y="10258"/>
                  <a:pt x="109684" y="10258"/>
                </a:cubicBezTo>
                <a:close/>
                <a:moveTo>
                  <a:pt x="109684" y="-17"/>
                </a:moveTo>
                <a:cubicBezTo>
                  <a:pt x="119886" y="-17"/>
                  <a:pt x="127610" y="4170"/>
                  <a:pt x="132864" y="12538"/>
                </a:cubicBezTo>
                <a:cubicBezTo>
                  <a:pt x="138111" y="20913"/>
                  <a:pt x="140742" y="33321"/>
                  <a:pt x="140742" y="49764"/>
                </a:cubicBezTo>
                <a:cubicBezTo>
                  <a:pt x="140742" y="66133"/>
                  <a:pt x="138111" y="78498"/>
                  <a:pt x="132864" y="86873"/>
                </a:cubicBezTo>
                <a:cubicBezTo>
                  <a:pt x="127610" y="95248"/>
                  <a:pt x="119886" y="99435"/>
                  <a:pt x="109684" y="99435"/>
                </a:cubicBezTo>
                <a:cubicBezTo>
                  <a:pt x="99409" y="99435"/>
                  <a:pt x="91641" y="95248"/>
                  <a:pt x="86386" y="86873"/>
                </a:cubicBezTo>
                <a:cubicBezTo>
                  <a:pt x="81212" y="78498"/>
                  <a:pt x="78625" y="66133"/>
                  <a:pt x="78625" y="49764"/>
                </a:cubicBezTo>
                <a:cubicBezTo>
                  <a:pt x="78625" y="33321"/>
                  <a:pt x="81212" y="20913"/>
                  <a:pt x="86386" y="12538"/>
                </a:cubicBezTo>
                <a:cubicBezTo>
                  <a:pt x="91641" y="4170"/>
                  <a:pt x="99409" y="-17"/>
                  <a:pt x="109684" y="-17"/>
                </a:cubicBezTo>
                <a:close/>
              </a:path>
            </a:pathLst>
          </a:custGeom>
          <a:solidFill>
            <a:srgbClr val="000000"/>
          </a:solidFill>
          <a:ln w="7300" cap="sq">
            <a:noFill/>
            <a:prstDash val="solid"/>
            <a:miter/>
          </a:ln>
        </p:spPr>
        <p:txBody>
          <a:bodyPr/>
          <a:lstStyle/>
          <a:p>
            <a:endParaRPr lang="en-GB"/>
          </a:p>
        </p:txBody>
      </p:sp>
      <p:sp>
        <p:nvSpPr>
          <p:cNvPr id="130" name="Freeform: Shape 129">
            <a:extLst>
              <a:ext uri="{FF2B5EF4-FFF2-40B4-BE49-F238E27FC236}">
                <a16:creationId xmlns:a16="http://schemas.microsoft.com/office/drawing/2014/main" id="{77296FD5-82A6-5840-4A14-055CEC24C9B9}"/>
              </a:ext>
            </a:extLst>
          </p:cNvPr>
          <p:cNvSpPr/>
          <p:nvPr/>
        </p:nvSpPr>
        <p:spPr>
          <a:xfrm>
            <a:off x="5877587"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31" name="Freeform: Shape 130">
            <a:extLst>
              <a:ext uri="{FF2B5EF4-FFF2-40B4-BE49-F238E27FC236}">
                <a16:creationId xmlns:a16="http://schemas.microsoft.com/office/drawing/2014/main" id="{7DA391FB-17F9-E4A5-9DC5-86952D74F7BA}"/>
              </a:ext>
            </a:extLst>
          </p:cNvPr>
          <p:cNvSpPr/>
          <p:nvPr/>
        </p:nvSpPr>
        <p:spPr>
          <a:xfrm>
            <a:off x="5811451" y="4315561"/>
            <a:ext cx="138110" cy="99452"/>
          </a:xfrm>
          <a:custGeom>
            <a:avLst/>
            <a:gdLst>
              <a:gd name="csX0" fmla="*/ 4108 w 138110"/>
              <a:gd name="csY0" fmla="*/ 1693 h 99452"/>
              <a:gd name="csX1" fmla="*/ 52756 w 138110"/>
              <a:gd name="csY1" fmla="*/ 1693 h 99452"/>
              <a:gd name="csX2" fmla="*/ 52756 w 138110"/>
              <a:gd name="csY2" fmla="*/ 12655 h 99452"/>
              <a:gd name="csX3" fmla="*/ 15990 w 138110"/>
              <a:gd name="csY3" fmla="*/ 12655 h 99452"/>
              <a:gd name="csX4" fmla="*/ 15990 w 138110"/>
              <a:gd name="csY4" fmla="*/ 36179 h 99452"/>
              <a:gd name="csX5" fmla="*/ 21471 w 138110"/>
              <a:gd name="csY5" fmla="*/ 34695 h 99452"/>
              <a:gd name="csX6" fmla="*/ 27178 w 138110"/>
              <a:gd name="csY6" fmla="*/ 34235 h 99452"/>
              <a:gd name="csX7" fmla="*/ 50702 w 138110"/>
              <a:gd name="csY7" fmla="*/ 43026 h 99452"/>
              <a:gd name="csX8" fmla="*/ 59494 w 138110"/>
              <a:gd name="csY8" fmla="*/ 66894 h 99452"/>
              <a:gd name="csX9" fmla="*/ 50359 w 138110"/>
              <a:gd name="csY9" fmla="*/ 90754 h 99452"/>
              <a:gd name="csX10" fmla="*/ 25352 w 138110"/>
              <a:gd name="csY10" fmla="*/ 99435 h 99452"/>
              <a:gd name="csX11" fmla="*/ 11306 w 138110"/>
              <a:gd name="csY11" fmla="*/ 98405 h 99452"/>
              <a:gd name="csX12" fmla="*/ 1 w 138110"/>
              <a:gd name="csY12" fmla="*/ 95328 h 99452"/>
              <a:gd name="csX13" fmla="*/ 1 w 138110"/>
              <a:gd name="csY13" fmla="*/ 82196 h 99452"/>
              <a:gd name="csX14" fmla="*/ 11876 w 138110"/>
              <a:gd name="csY14" fmla="*/ 86990 h 99452"/>
              <a:gd name="csX15" fmla="*/ 24095 w 138110"/>
              <a:gd name="csY15" fmla="*/ 88590 h 99452"/>
              <a:gd name="csX16" fmla="*/ 40647 w 138110"/>
              <a:gd name="csY16" fmla="*/ 82993 h 99452"/>
              <a:gd name="csX17" fmla="*/ 46471 w 138110"/>
              <a:gd name="csY17" fmla="*/ 66894 h 99452"/>
              <a:gd name="csX18" fmla="*/ 40420 w 138110"/>
              <a:gd name="csY18" fmla="*/ 50904 h 99452"/>
              <a:gd name="csX19" fmla="*/ 23751 w 138110"/>
              <a:gd name="csY19" fmla="*/ 45080 h 99452"/>
              <a:gd name="csX20" fmla="*/ 13586 w 138110"/>
              <a:gd name="csY20" fmla="*/ 46337 h 99452"/>
              <a:gd name="csX21" fmla="*/ 4108 w 138110"/>
              <a:gd name="csY21" fmla="*/ 49881 h 99452"/>
              <a:gd name="csX22" fmla="*/ 94038 w 138110"/>
              <a:gd name="csY22" fmla="*/ 86647 h 99452"/>
              <a:gd name="csX23" fmla="*/ 138111 w 138110"/>
              <a:gd name="csY23" fmla="*/ 86647 h 99452"/>
              <a:gd name="csX24" fmla="*/ 138111 w 138110"/>
              <a:gd name="csY24" fmla="*/ 97608 h 99452"/>
              <a:gd name="csX25" fmla="*/ 79883 w 138110"/>
              <a:gd name="csY25" fmla="*/ 97608 h 99452"/>
              <a:gd name="csX26" fmla="*/ 79883 w 138110"/>
              <a:gd name="csY26" fmla="*/ 86647 h 99452"/>
              <a:gd name="csX27" fmla="*/ 100775 w 138110"/>
              <a:gd name="csY27" fmla="*/ 64380 h 99452"/>
              <a:gd name="csX28" fmla="*/ 113221 w 138110"/>
              <a:gd name="csY28" fmla="*/ 50678 h 99452"/>
              <a:gd name="csX29" fmla="*/ 121903 w 138110"/>
              <a:gd name="csY29" fmla="*/ 38006 h 99452"/>
              <a:gd name="csX30" fmla="*/ 124182 w 138110"/>
              <a:gd name="csY30" fmla="*/ 28067 h 99452"/>
              <a:gd name="csX31" fmla="*/ 119388 w 138110"/>
              <a:gd name="csY31" fmla="*/ 15512 h 99452"/>
              <a:gd name="csX32" fmla="*/ 106483 w 138110"/>
              <a:gd name="csY32" fmla="*/ 10945 h 99452"/>
              <a:gd name="csX33" fmla="*/ 94154 w 138110"/>
              <a:gd name="csY33" fmla="*/ 13115 h 99452"/>
              <a:gd name="csX34" fmla="*/ 80562 w 138110"/>
              <a:gd name="csY34" fmla="*/ 19393 h 99452"/>
              <a:gd name="csX35" fmla="*/ 80562 w 138110"/>
              <a:gd name="csY35" fmla="*/ 6377 h 99452"/>
              <a:gd name="csX36" fmla="*/ 93585 w 138110"/>
              <a:gd name="csY36" fmla="*/ 1576 h 99452"/>
              <a:gd name="csX37" fmla="*/ 106256 w 138110"/>
              <a:gd name="csY37" fmla="*/ -17 h 99452"/>
              <a:gd name="csX38" fmla="*/ 128867 w 138110"/>
              <a:gd name="csY38" fmla="*/ 7518 h 99452"/>
              <a:gd name="csX39" fmla="*/ 137432 w 138110"/>
              <a:gd name="csY39" fmla="*/ 27044 h 99452"/>
              <a:gd name="csX40" fmla="*/ 134574 w 138110"/>
              <a:gd name="csY40" fmla="*/ 39372 h 99452"/>
              <a:gd name="csX41" fmla="*/ 125322 w 138110"/>
              <a:gd name="csY41" fmla="*/ 53074 h 99452"/>
              <a:gd name="csX42" fmla="*/ 114821 w 138110"/>
              <a:gd name="csY42" fmla="*/ 64606 h 99452"/>
              <a:gd name="csX43" fmla="*/ 94038 w 138110"/>
              <a:gd name="csY43" fmla="*/ 8664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138110" h="99452">
                <a:moveTo>
                  <a:pt x="4108" y="1693"/>
                </a:moveTo>
                <a:lnTo>
                  <a:pt x="52756" y="1693"/>
                </a:lnTo>
                <a:lnTo>
                  <a:pt x="52756" y="12655"/>
                </a:lnTo>
                <a:lnTo>
                  <a:pt x="15990" y="12655"/>
                </a:lnTo>
                <a:lnTo>
                  <a:pt x="15990" y="36179"/>
                </a:lnTo>
                <a:cubicBezTo>
                  <a:pt x="17817" y="35492"/>
                  <a:pt x="19644" y="34995"/>
                  <a:pt x="21471" y="34695"/>
                </a:cubicBezTo>
                <a:cubicBezTo>
                  <a:pt x="23371" y="34388"/>
                  <a:pt x="25271" y="34235"/>
                  <a:pt x="27178" y="34235"/>
                </a:cubicBezTo>
                <a:cubicBezTo>
                  <a:pt x="37073" y="34235"/>
                  <a:pt x="44915" y="37165"/>
                  <a:pt x="50702" y="43026"/>
                </a:cubicBezTo>
                <a:cubicBezTo>
                  <a:pt x="56563" y="48887"/>
                  <a:pt x="59494" y="56845"/>
                  <a:pt x="59494" y="66894"/>
                </a:cubicBezTo>
                <a:cubicBezTo>
                  <a:pt x="59494" y="76942"/>
                  <a:pt x="56446" y="84893"/>
                  <a:pt x="50359" y="90754"/>
                </a:cubicBezTo>
                <a:cubicBezTo>
                  <a:pt x="44264" y="96541"/>
                  <a:pt x="35933" y="99435"/>
                  <a:pt x="25352" y="99435"/>
                </a:cubicBezTo>
                <a:cubicBezTo>
                  <a:pt x="20251" y="99435"/>
                  <a:pt x="15566" y="99092"/>
                  <a:pt x="11306" y="98405"/>
                </a:cubicBezTo>
                <a:cubicBezTo>
                  <a:pt x="7119" y="97725"/>
                  <a:pt x="3348" y="96695"/>
                  <a:pt x="1" y="95328"/>
                </a:cubicBezTo>
                <a:lnTo>
                  <a:pt x="1" y="82196"/>
                </a:lnTo>
                <a:cubicBezTo>
                  <a:pt x="3962" y="84323"/>
                  <a:pt x="7915" y="85923"/>
                  <a:pt x="11876" y="86990"/>
                </a:cubicBezTo>
                <a:cubicBezTo>
                  <a:pt x="15910" y="88057"/>
                  <a:pt x="19980" y="88590"/>
                  <a:pt x="24095" y="88590"/>
                </a:cubicBezTo>
                <a:cubicBezTo>
                  <a:pt x="31249" y="88590"/>
                  <a:pt x="36766" y="86720"/>
                  <a:pt x="40647" y="82993"/>
                </a:cubicBezTo>
                <a:cubicBezTo>
                  <a:pt x="44535" y="79185"/>
                  <a:pt x="46471" y="73821"/>
                  <a:pt x="46471" y="66894"/>
                </a:cubicBezTo>
                <a:cubicBezTo>
                  <a:pt x="46471" y="60039"/>
                  <a:pt x="44454" y="54711"/>
                  <a:pt x="40420" y="50904"/>
                </a:cubicBezTo>
                <a:cubicBezTo>
                  <a:pt x="36467" y="47024"/>
                  <a:pt x="30906" y="45080"/>
                  <a:pt x="23751" y="45080"/>
                </a:cubicBezTo>
                <a:cubicBezTo>
                  <a:pt x="20251" y="45080"/>
                  <a:pt x="16860" y="45504"/>
                  <a:pt x="13586" y="46337"/>
                </a:cubicBezTo>
                <a:cubicBezTo>
                  <a:pt x="10312" y="47104"/>
                  <a:pt x="7155" y="48281"/>
                  <a:pt x="4108" y="49881"/>
                </a:cubicBezTo>
                <a:close/>
                <a:moveTo>
                  <a:pt x="94038" y="86647"/>
                </a:moveTo>
                <a:lnTo>
                  <a:pt x="138111" y="86647"/>
                </a:lnTo>
                <a:lnTo>
                  <a:pt x="138111" y="97608"/>
                </a:lnTo>
                <a:lnTo>
                  <a:pt x="79883" y="97608"/>
                </a:lnTo>
                <a:lnTo>
                  <a:pt x="79883" y="86647"/>
                </a:lnTo>
                <a:cubicBezTo>
                  <a:pt x="87870" y="78272"/>
                  <a:pt x="94842" y="70854"/>
                  <a:pt x="100775" y="64380"/>
                </a:cubicBezTo>
                <a:cubicBezTo>
                  <a:pt x="106790" y="57912"/>
                  <a:pt x="110941" y="53345"/>
                  <a:pt x="113221" y="50678"/>
                </a:cubicBezTo>
                <a:cubicBezTo>
                  <a:pt x="117489" y="45423"/>
                  <a:pt x="120375" y="41199"/>
                  <a:pt x="121903" y="38006"/>
                </a:cubicBezTo>
                <a:cubicBezTo>
                  <a:pt x="123422" y="34732"/>
                  <a:pt x="124182" y="31421"/>
                  <a:pt x="124182" y="28067"/>
                </a:cubicBezTo>
                <a:cubicBezTo>
                  <a:pt x="124182" y="22667"/>
                  <a:pt x="122582" y="18479"/>
                  <a:pt x="119388" y="15512"/>
                </a:cubicBezTo>
                <a:cubicBezTo>
                  <a:pt x="116268" y="12465"/>
                  <a:pt x="111964" y="10945"/>
                  <a:pt x="106483" y="10945"/>
                </a:cubicBezTo>
                <a:cubicBezTo>
                  <a:pt x="102602" y="10945"/>
                  <a:pt x="98496" y="11668"/>
                  <a:pt x="94154" y="13115"/>
                </a:cubicBezTo>
                <a:cubicBezTo>
                  <a:pt x="89887" y="14482"/>
                  <a:pt x="85364" y="16572"/>
                  <a:pt x="80562" y="19393"/>
                </a:cubicBezTo>
                <a:lnTo>
                  <a:pt x="80562" y="6377"/>
                </a:lnTo>
                <a:cubicBezTo>
                  <a:pt x="84984" y="4244"/>
                  <a:pt x="89317" y="2643"/>
                  <a:pt x="93585" y="1576"/>
                </a:cubicBezTo>
                <a:cubicBezTo>
                  <a:pt x="97845" y="517"/>
                  <a:pt x="102069" y="-17"/>
                  <a:pt x="106256" y="-17"/>
                </a:cubicBezTo>
                <a:cubicBezTo>
                  <a:pt x="115618" y="-17"/>
                  <a:pt x="123160" y="2490"/>
                  <a:pt x="128867" y="7518"/>
                </a:cubicBezTo>
                <a:cubicBezTo>
                  <a:pt x="134574" y="12465"/>
                  <a:pt x="137432" y="18976"/>
                  <a:pt x="137432" y="27044"/>
                </a:cubicBezTo>
                <a:cubicBezTo>
                  <a:pt x="137432" y="31151"/>
                  <a:pt x="136474" y="35265"/>
                  <a:pt x="134574" y="39372"/>
                </a:cubicBezTo>
                <a:cubicBezTo>
                  <a:pt x="132674" y="43487"/>
                  <a:pt x="129590" y="48054"/>
                  <a:pt x="125322" y="53074"/>
                </a:cubicBezTo>
                <a:cubicBezTo>
                  <a:pt x="122889" y="55815"/>
                  <a:pt x="119388" y="59659"/>
                  <a:pt x="114821" y="64606"/>
                </a:cubicBezTo>
                <a:cubicBezTo>
                  <a:pt x="110254" y="69554"/>
                  <a:pt x="103326" y="76905"/>
                  <a:pt x="94038" y="86647"/>
                </a:cubicBezTo>
                <a:close/>
              </a:path>
            </a:pathLst>
          </a:custGeom>
          <a:solidFill>
            <a:srgbClr val="000000"/>
          </a:solidFill>
          <a:ln w="7300" cap="sq">
            <a:noFill/>
            <a:prstDash val="solid"/>
            <a:miter/>
          </a:ln>
        </p:spPr>
        <p:txBody>
          <a:bodyPr/>
          <a:lstStyle/>
          <a:p>
            <a:endParaRPr lang="en-GB"/>
          </a:p>
        </p:txBody>
      </p:sp>
      <p:sp>
        <p:nvSpPr>
          <p:cNvPr id="132" name="Freeform: Shape 131">
            <a:extLst>
              <a:ext uri="{FF2B5EF4-FFF2-40B4-BE49-F238E27FC236}">
                <a16:creationId xmlns:a16="http://schemas.microsoft.com/office/drawing/2014/main" id="{ACB6B8C6-BE00-8C31-597A-A2DE1EDB9F62}"/>
              </a:ext>
            </a:extLst>
          </p:cNvPr>
          <p:cNvSpPr/>
          <p:nvPr/>
        </p:nvSpPr>
        <p:spPr>
          <a:xfrm>
            <a:off x="6087913"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33" name="Freeform: Shape 132">
            <a:extLst>
              <a:ext uri="{FF2B5EF4-FFF2-40B4-BE49-F238E27FC236}">
                <a16:creationId xmlns:a16="http://schemas.microsoft.com/office/drawing/2014/main" id="{12729382-F83E-44CF-1D2C-0D90E296022A}"/>
              </a:ext>
            </a:extLst>
          </p:cNvPr>
          <p:cNvSpPr/>
          <p:nvPr/>
        </p:nvSpPr>
        <p:spPr>
          <a:xfrm>
            <a:off x="6023378" y="4317271"/>
            <a:ext cx="142911" cy="97742"/>
          </a:xfrm>
          <a:custGeom>
            <a:avLst/>
            <a:gdLst>
              <a:gd name="csX0" fmla="*/ 4108 w 142911"/>
              <a:gd name="csY0" fmla="*/ -17 h 97742"/>
              <a:gd name="csX1" fmla="*/ 52756 w 142911"/>
              <a:gd name="csY1" fmla="*/ -17 h 97742"/>
              <a:gd name="csX2" fmla="*/ 52756 w 142911"/>
              <a:gd name="csY2" fmla="*/ 10945 h 97742"/>
              <a:gd name="csX3" fmla="*/ 15990 w 142911"/>
              <a:gd name="csY3" fmla="*/ 10945 h 97742"/>
              <a:gd name="csX4" fmla="*/ 15990 w 142911"/>
              <a:gd name="csY4" fmla="*/ 34469 h 97742"/>
              <a:gd name="csX5" fmla="*/ 21471 w 142911"/>
              <a:gd name="csY5" fmla="*/ 32985 h 97742"/>
              <a:gd name="csX6" fmla="*/ 27178 w 142911"/>
              <a:gd name="csY6" fmla="*/ 32525 h 97742"/>
              <a:gd name="csX7" fmla="*/ 50702 w 142911"/>
              <a:gd name="csY7" fmla="*/ 41316 h 97742"/>
              <a:gd name="csX8" fmla="*/ 59494 w 142911"/>
              <a:gd name="csY8" fmla="*/ 65183 h 97742"/>
              <a:gd name="csX9" fmla="*/ 50359 w 142911"/>
              <a:gd name="csY9" fmla="*/ 89044 h 97742"/>
              <a:gd name="csX10" fmla="*/ 25352 w 142911"/>
              <a:gd name="csY10" fmla="*/ 97725 h 97742"/>
              <a:gd name="csX11" fmla="*/ 11306 w 142911"/>
              <a:gd name="csY11" fmla="*/ 96695 h 97742"/>
              <a:gd name="csX12" fmla="*/ 1 w 142911"/>
              <a:gd name="csY12" fmla="*/ 93618 h 97742"/>
              <a:gd name="csX13" fmla="*/ 1 w 142911"/>
              <a:gd name="csY13" fmla="*/ 80486 h 97742"/>
              <a:gd name="csX14" fmla="*/ 11876 w 142911"/>
              <a:gd name="csY14" fmla="*/ 85280 h 97742"/>
              <a:gd name="csX15" fmla="*/ 24095 w 142911"/>
              <a:gd name="csY15" fmla="*/ 86880 h 97742"/>
              <a:gd name="csX16" fmla="*/ 40647 w 142911"/>
              <a:gd name="csY16" fmla="*/ 81283 h 97742"/>
              <a:gd name="csX17" fmla="*/ 46471 w 142911"/>
              <a:gd name="csY17" fmla="*/ 65183 h 97742"/>
              <a:gd name="csX18" fmla="*/ 40420 w 142911"/>
              <a:gd name="csY18" fmla="*/ 49194 h 97742"/>
              <a:gd name="csX19" fmla="*/ 23751 w 142911"/>
              <a:gd name="csY19" fmla="*/ 43370 h 97742"/>
              <a:gd name="csX20" fmla="*/ 13586 w 142911"/>
              <a:gd name="csY20" fmla="*/ 44627 h 97742"/>
              <a:gd name="csX21" fmla="*/ 4108 w 142911"/>
              <a:gd name="csY21" fmla="*/ 48171 h 97742"/>
              <a:gd name="csX22" fmla="*/ 117218 w 142911"/>
              <a:gd name="csY22" fmla="*/ 11858 h 97742"/>
              <a:gd name="csX23" fmla="*/ 87073 w 142911"/>
              <a:gd name="csY23" fmla="*/ 62443 h 97742"/>
              <a:gd name="csX24" fmla="*/ 117218 w 142911"/>
              <a:gd name="csY24" fmla="*/ 62443 h 97742"/>
              <a:gd name="csX25" fmla="*/ 115164 w 142911"/>
              <a:gd name="csY25" fmla="*/ -17 h 97742"/>
              <a:gd name="csX26" fmla="*/ 130233 w 142911"/>
              <a:gd name="csY26" fmla="*/ -17 h 97742"/>
              <a:gd name="csX27" fmla="*/ 130233 w 142911"/>
              <a:gd name="csY27" fmla="*/ 62443 h 97742"/>
              <a:gd name="csX28" fmla="*/ 142913 w 142911"/>
              <a:gd name="csY28" fmla="*/ 62443 h 97742"/>
              <a:gd name="csX29" fmla="*/ 142913 w 142911"/>
              <a:gd name="csY29" fmla="*/ 73061 h 97742"/>
              <a:gd name="csX30" fmla="*/ 130233 w 142911"/>
              <a:gd name="csY30" fmla="*/ 73061 h 97742"/>
              <a:gd name="csX31" fmla="*/ 130233 w 142911"/>
              <a:gd name="csY31" fmla="*/ 95898 h 97742"/>
              <a:gd name="csX32" fmla="*/ 117218 w 142911"/>
              <a:gd name="csY32" fmla="*/ 95898 h 97742"/>
              <a:gd name="csX33" fmla="*/ 117218 w 142911"/>
              <a:gd name="csY33" fmla="*/ 73061 h 97742"/>
              <a:gd name="csX34" fmla="*/ 76565 w 142911"/>
              <a:gd name="csY34" fmla="*/ 73061 h 97742"/>
              <a:gd name="csX35" fmla="*/ 76565 w 142911"/>
              <a:gd name="csY35" fmla="*/ 60733 h 977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42911" h="97742">
                <a:moveTo>
                  <a:pt x="4108" y="-17"/>
                </a:moveTo>
                <a:lnTo>
                  <a:pt x="52756" y="-17"/>
                </a:lnTo>
                <a:lnTo>
                  <a:pt x="52756" y="10945"/>
                </a:lnTo>
                <a:lnTo>
                  <a:pt x="15990" y="10945"/>
                </a:lnTo>
                <a:lnTo>
                  <a:pt x="15990" y="34469"/>
                </a:lnTo>
                <a:cubicBezTo>
                  <a:pt x="17817" y="33782"/>
                  <a:pt x="19644" y="33285"/>
                  <a:pt x="21471" y="32985"/>
                </a:cubicBezTo>
                <a:cubicBezTo>
                  <a:pt x="23371" y="32678"/>
                  <a:pt x="25271" y="32525"/>
                  <a:pt x="27178" y="32525"/>
                </a:cubicBezTo>
                <a:cubicBezTo>
                  <a:pt x="37073" y="32525"/>
                  <a:pt x="44915" y="35455"/>
                  <a:pt x="50702" y="41316"/>
                </a:cubicBezTo>
                <a:cubicBezTo>
                  <a:pt x="56563" y="47177"/>
                  <a:pt x="59494" y="55135"/>
                  <a:pt x="59494" y="65183"/>
                </a:cubicBezTo>
                <a:cubicBezTo>
                  <a:pt x="59494" y="75232"/>
                  <a:pt x="56446" y="83183"/>
                  <a:pt x="50359" y="89044"/>
                </a:cubicBezTo>
                <a:cubicBezTo>
                  <a:pt x="44264" y="94831"/>
                  <a:pt x="35933" y="97725"/>
                  <a:pt x="25352" y="97725"/>
                </a:cubicBezTo>
                <a:cubicBezTo>
                  <a:pt x="20251" y="97725"/>
                  <a:pt x="15566" y="97382"/>
                  <a:pt x="11306" y="96695"/>
                </a:cubicBezTo>
                <a:cubicBezTo>
                  <a:pt x="7119" y="96015"/>
                  <a:pt x="3348" y="94985"/>
                  <a:pt x="1" y="93618"/>
                </a:cubicBezTo>
                <a:lnTo>
                  <a:pt x="1" y="80486"/>
                </a:lnTo>
                <a:cubicBezTo>
                  <a:pt x="3962" y="82613"/>
                  <a:pt x="7915" y="84213"/>
                  <a:pt x="11876" y="85280"/>
                </a:cubicBezTo>
                <a:cubicBezTo>
                  <a:pt x="15910" y="86347"/>
                  <a:pt x="19980" y="86880"/>
                  <a:pt x="24095" y="86880"/>
                </a:cubicBezTo>
                <a:cubicBezTo>
                  <a:pt x="31249" y="86880"/>
                  <a:pt x="36766" y="85010"/>
                  <a:pt x="40647" y="81283"/>
                </a:cubicBezTo>
                <a:cubicBezTo>
                  <a:pt x="44535" y="77475"/>
                  <a:pt x="46471" y="72111"/>
                  <a:pt x="46471" y="65183"/>
                </a:cubicBezTo>
                <a:cubicBezTo>
                  <a:pt x="46471" y="58329"/>
                  <a:pt x="44454" y="53001"/>
                  <a:pt x="40420" y="49194"/>
                </a:cubicBezTo>
                <a:cubicBezTo>
                  <a:pt x="36467" y="45313"/>
                  <a:pt x="30906" y="43370"/>
                  <a:pt x="23751" y="43370"/>
                </a:cubicBezTo>
                <a:cubicBezTo>
                  <a:pt x="20251" y="43370"/>
                  <a:pt x="16860" y="43793"/>
                  <a:pt x="13586" y="44627"/>
                </a:cubicBezTo>
                <a:cubicBezTo>
                  <a:pt x="10312" y="45394"/>
                  <a:pt x="7155" y="46570"/>
                  <a:pt x="4108" y="48171"/>
                </a:cubicBezTo>
                <a:close/>
                <a:moveTo>
                  <a:pt x="117218" y="11858"/>
                </a:moveTo>
                <a:lnTo>
                  <a:pt x="87073" y="62443"/>
                </a:lnTo>
                <a:lnTo>
                  <a:pt x="117218" y="62443"/>
                </a:lnTo>
                <a:close/>
                <a:moveTo>
                  <a:pt x="115164" y="-17"/>
                </a:moveTo>
                <a:lnTo>
                  <a:pt x="130233" y="-17"/>
                </a:lnTo>
                <a:lnTo>
                  <a:pt x="130233" y="62443"/>
                </a:lnTo>
                <a:lnTo>
                  <a:pt x="142913" y="62443"/>
                </a:lnTo>
                <a:lnTo>
                  <a:pt x="142913" y="73061"/>
                </a:lnTo>
                <a:lnTo>
                  <a:pt x="130233" y="73061"/>
                </a:lnTo>
                <a:lnTo>
                  <a:pt x="130233" y="95898"/>
                </a:lnTo>
                <a:lnTo>
                  <a:pt x="117218" y="95898"/>
                </a:lnTo>
                <a:lnTo>
                  <a:pt x="117218" y="73061"/>
                </a:lnTo>
                <a:lnTo>
                  <a:pt x="76565" y="73061"/>
                </a:lnTo>
                <a:lnTo>
                  <a:pt x="76565" y="60733"/>
                </a:lnTo>
                <a:close/>
              </a:path>
            </a:pathLst>
          </a:custGeom>
          <a:solidFill>
            <a:srgbClr val="000000"/>
          </a:solidFill>
          <a:ln w="7300" cap="sq">
            <a:noFill/>
            <a:prstDash val="solid"/>
            <a:miter/>
          </a:ln>
        </p:spPr>
        <p:txBody>
          <a:bodyPr/>
          <a:lstStyle/>
          <a:p>
            <a:endParaRPr lang="en-GB"/>
          </a:p>
        </p:txBody>
      </p:sp>
      <p:sp>
        <p:nvSpPr>
          <p:cNvPr id="134" name="Freeform: Shape 133">
            <a:extLst>
              <a:ext uri="{FF2B5EF4-FFF2-40B4-BE49-F238E27FC236}">
                <a16:creationId xmlns:a16="http://schemas.microsoft.com/office/drawing/2014/main" id="{5626DAAE-A7C6-EA6D-489E-412209015B72}"/>
              </a:ext>
            </a:extLst>
          </p:cNvPr>
          <p:cNvSpPr/>
          <p:nvPr/>
        </p:nvSpPr>
        <p:spPr>
          <a:xfrm>
            <a:off x="6298239"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35" name="Freeform: Shape 134">
            <a:extLst>
              <a:ext uri="{FF2B5EF4-FFF2-40B4-BE49-F238E27FC236}">
                <a16:creationId xmlns:a16="http://schemas.microsoft.com/office/drawing/2014/main" id="{338C78A1-6E22-1B99-4A36-17087609973D}"/>
              </a:ext>
            </a:extLst>
          </p:cNvPr>
          <p:cNvSpPr/>
          <p:nvPr/>
        </p:nvSpPr>
        <p:spPr>
          <a:xfrm>
            <a:off x="6227996" y="4315561"/>
            <a:ext cx="140741" cy="99452"/>
          </a:xfrm>
          <a:custGeom>
            <a:avLst/>
            <a:gdLst>
              <a:gd name="csX0" fmla="*/ 4108 w 140741"/>
              <a:gd name="csY0" fmla="*/ 1693 h 99452"/>
              <a:gd name="csX1" fmla="*/ 52756 w 140741"/>
              <a:gd name="csY1" fmla="*/ 1693 h 99452"/>
              <a:gd name="csX2" fmla="*/ 52756 w 140741"/>
              <a:gd name="csY2" fmla="*/ 12655 h 99452"/>
              <a:gd name="csX3" fmla="*/ 15990 w 140741"/>
              <a:gd name="csY3" fmla="*/ 12655 h 99452"/>
              <a:gd name="csX4" fmla="*/ 15990 w 140741"/>
              <a:gd name="csY4" fmla="*/ 36179 h 99452"/>
              <a:gd name="csX5" fmla="*/ 21471 w 140741"/>
              <a:gd name="csY5" fmla="*/ 34695 h 99452"/>
              <a:gd name="csX6" fmla="*/ 27178 w 140741"/>
              <a:gd name="csY6" fmla="*/ 34235 h 99452"/>
              <a:gd name="csX7" fmla="*/ 50702 w 140741"/>
              <a:gd name="csY7" fmla="*/ 43026 h 99452"/>
              <a:gd name="csX8" fmla="*/ 59494 w 140741"/>
              <a:gd name="csY8" fmla="*/ 66894 h 99452"/>
              <a:gd name="csX9" fmla="*/ 50359 w 140741"/>
              <a:gd name="csY9" fmla="*/ 90754 h 99452"/>
              <a:gd name="csX10" fmla="*/ 25352 w 140741"/>
              <a:gd name="csY10" fmla="*/ 99435 h 99452"/>
              <a:gd name="csX11" fmla="*/ 11306 w 140741"/>
              <a:gd name="csY11" fmla="*/ 98405 h 99452"/>
              <a:gd name="csX12" fmla="*/ 1 w 140741"/>
              <a:gd name="csY12" fmla="*/ 95328 h 99452"/>
              <a:gd name="csX13" fmla="*/ 1 w 140741"/>
              <a:gd name="csY13" fmla="*/ 82196 h 99452"/>
              <a:gd name="csX14" fmla="*/ 11876 w 140741"/>
              <a:gd name="csY14" fmla="*/ 86990 h 99452"/>
              <a:gd name="csX15" fmla="*/ 24095 w 140741"/>
              <a:gd name="csY15" fmla="*/ 88590 h 99452"/>
              <a:gd name="csX16" fmla="*/ 40647 w 140741"/>
              <a:gd name="csY16" fmla="*/ 82993 h 99452"/>
              <a:gd name="csX17" fmla="*/ 46471 w 140741"/>
              <a:gd name="csY17" fmla="*/ 66894 h 99452"/>
              <a:gd name="csX18" fmla="*/ 40420 w 140741"/>
              <a:gd name="csY18" fmla="*/ 50904 h 99452"/>
              <a:gd name="csX19" fmla="*/ 23751 w 140741"/>
              <a:gd name="csY19" fmla="*/ 45080 h 99452"/>
              <a:gd name="csX20" fmla="*/ 13586 w 140741"/>
              <a:gd name="csY20" fmla="*/ 46337 h 99452"/>
              <a:gd name="csX21" fmla="*/ 4108 w 140741"/>
              <a:gd name="csY21" fmla="*/ 49881 h 99452"/>
              <a:gd name="csX22" fmla="*/ 133661 w 140741"/>
              <a:gd name="csY22" fmla="*/ 3864 h 99452"/>
              <a:gd name="csX23" fmla="*/ 133661 w 140741"/>
              <a:gd name="csY23" fmla="*/ 15739 h 99452"/>
              <a:gd name="csX24" fmla="*/ 125096 w 140741"/>
              <a:gd name="csY24" fmla="*/ 12195 h 99452"/>
              <a:gd name="csX25" fmla="*/ 115618 w 140741"/>
              <a:gd name="csY25" fmla="*/ 10945 h 99452"/>
              <a:gd name="csX26" fmla="*/ 96895 w 140741"/>
              <a:gd name="csY26" fmla="*/ 20189 h 99452"/>
              <a:gd name="csX27" fmla="*/ 90501 w 140741"/>
              <a:gd name="csY27" fmla="*/ 47484 h 99452"/>
              <a:gd name="csX28" fmla="*/ 99066 w 140741"/>
              <a:gd name="csY28" fmla="*/ 37662 h 99452"/>
              <a:gd name="csX29" fmla="*/ 111620 w 140741"/>
              <a:gd name="csY29" fmla="*/ 34235 h 99452"/>
              <a:gd name="csX30" fmla="*/ 133091 w 140741"/>
              <a:gd name="csY30" fmla="*/ 42800 h 99452"/>
              <a:gd name="csX31" fmla="*/ 140742 w 140741"/>
              <a:gd name="csY31" fmla="*/ 66894 h 99452"/>
              <a:gd name="csX32" fmla="*/ 132864 w 140741"/>
              <a:gd name="csY32" fmla="*/ 90987 h 99452"/>
              <a:gd name="csX33" fmla="*/ 110824 w 140741"/>
              <a:gd name="csY33" fmla="*/ 99435 h 99452"/>
              <a:gd name="csX34" fmla="*/ 86386 w 140741"/>
              <a:gd name="csY34" fmla="*/ 87443 h 99452"/>
              <a:gd name="csX35" fmla="*/ 78625 w 140741"/>
              <a:gd name="csY35" fmla="*/ 49764 h 99452"/>
              <a:gd name="csX36" fmla="*/ 87987 w 140741"/>
              <a:gd name="csY36" fmla="*/ 12772 h 99452"/>
              <a:gd name="csX37" fmla="*/ 115048 w 140741"/>
              <a:gd name="csY37" fmla="*/ -17 h 99452"/>
              <a:gd name="csX38" fmla="*/ 124526 w 140741"/>
              <a:gd name="csY38" fmla="*/ 1006 h 99452"/>
              <a:gd name="csX39" fmla="*/ 133661 w 140741"/>
              <a:gd name="csY39" fmla="*/ 3864 h 99452"/>
              <a:gd name="csX40" fmla="*/ 110597 w 140741"/>
              <a:gd name="csY40" fmla="*/ 44400 h 99452"/>
              <a:gd name="csX41" fmla="*/ 97465 w 140741"/>
              <a:gd name="csY41" fmla="*/ 50334 h 99452"/>
              <a:gd name="csX42" fmla="*/ 92781 w 140741"/>
              <a:gd name="csY42" fmla="*/ 66894 h 99452"/>
              <a:gd name="csX43" fmla="*/ 97465 w 140741"/>
              <a:gd name="csY43" fmla="*/ 83336 h 99452"/>
              <a:gd name="csX44" fmla="*/ 110597 w 140741"/>
              <a:gd name="csY44" fmla="*/ 89270 h 99452"/>
              <a:gd name="csX45" fmla="*/ 123495 w 140741"/>
              <a:gd name="csY45" fmla="*/ 83680 h 99452"/>
              <a:gd name="csX46" fmla="*/ 127953 w 140741"/>
              <a:gd name="csY46" fmla="*/ 66894 h 99452"/>
              <a:gd name="csX47" fmla="*/ 123495 w 140741"/>
              <a:gd name="csY47" fmla="*/ 50107 h 99452"/>
              <a:gd name="csX48" fmla="*/ 110597 w 140741"/>
              <a:gd name="csY48"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0741" h="99452">
                <a:moveTo>
                  <a:pt x="4108" y="1693"/>
                </a:moveTo>
                <a:lnTo>
                  <a:pt x="52756" y="1693"/>
                </a:lnTo>
                <a:lnTo>
                  <a:pt x="52756" y="12655"/>
                </a:lnTo>
                <a:lnTo>
                  <a:pt x="15990" y="12655"/>
                </a:lnTo>
                <a:lnTo>
                  <a:pt x="15990" y="36179"/>
                </a:lnTo>
                <a:cubicBezTo>
                  <a:pt x="17817" y="35492"/>
                  <a:pt x="19644" y="34995"/>
                  <a:pt x="21471" y="34695"/>
                </a:cubicBezTo>
                <a:cubicBezTo>
                  <a:pt x="23371" y="34388"/>
                  <a:pt x="25271" y="34235"/>
                  <a:pt x="27178" y="34235"/>
                </a:cubicBezTo>
                <a:cubicBezTo>
                  <a:pt x="37073" y="34235"/>
                  <a:pt x="44915" y="37165"/>
                  <a:pt x="50702" y="43026"/>
                </a:cubicBezTo>
                <a:cubicBezTo>
                  <a:pt x="56563" y="48887"/>
                  <a:pt x="59494" y="56845"/>
                  <a:pt x="59494" y="66894"/>
                </a:cubicBezTo>
                <a:cubicBezTo>
                  <a:pt x="59494" y="76942"/>
                  <a:pt x="56446" y="84893"/>
                  <a:pt x="50359" y="90754"/>
                </a:cubicBezTo>
                <a:cubicBezTo>
                  <a:pt x="44264" y="96541"/>
                  <a:pt x="35933" y="99435"/>
                  <a:pt x="25352" y="99435"/>
                </a:cubicBezTo>
                <a:cubicBezTo>
                  <a:pt x="20251" y="99435"/>
                  <a:pt x="15566" y="99092"/>
                  <a:pt x="11306" y="98405"/>
                </a:cubicBezTo>
                <a:cubicBezTo>
                  <a:pt x="7119" y="97725"/>
                  <a:pt x="3348" y="96695"/>
                  <a:pt x="1" y="95328"/>
                </a:cubicBezTo>
                <a:lnTo>
                  <a:pt x="1" y="82196"/>
                </a:lnTo>
                <a:cubicBezTo>
                  <a:pt x="3962" y="84323"/>
                  <a:pt x="7915" y="85923"/>
                  <a:pt x="11876" y="86990"/>
                </a:cubicBezTo>
                <a:cubicBezTo>
                  <a:pt x="15910" y="88057"/>
                  <a:pt x="19980" y="88590"/>
                  <a:pt x="24095" y="88590"/>
                </a:cubicBezTo>
                <a:cubicBezTo>
                  <a:pt x="31249" y="88590"/>
                  <a:pt x="36766" y="86720"/>
                  <a:pt x="40647" y="82993"/>
                </a:cubicBezTo>
                <a:cubicBezTo>
                  <a:pt x="44535" y="79185"/>
                  <a:pt x="46471" y="73821"/>
                  <a:pt x="46471" y="66894"/>
                </a:cubicBezTo>
                <a:cubicBezTo>
                  <a:pt x="46471" y="60039"/>
                  <a:pt x="44454" y="54711"/>
                  <a:pt x="40420" y="50904"/>
                </a:cubicBezTo>
                <a:cubicBezTo>
                  <a:pt x="36467" y="47024"/>
                  <a:pt x="30906" y="45080"/>
                  <a:pt x="23751" y="45080"/>
                </a:cubicBezTo>
                <a:cubicBezTo>
                  <a:pt x="20251" y="45080"/>
                  <a:pt x="16860" y="45504"/>
                  <a:pt x="13586" y="46337"/>
                </a:cubicBezTo>
                <a:cubicBezTo>
                  <a:pt x="10312" y="47104"/>
                  <a:pt x="7155" y="48281"/>
                  <a:pt x="4108" y="49881"/>
                </a:cubicBezTo>
                <a:close/>
                <a:moveTo>
                  <a:pt x="133661" y="3864"/>
                </a:moveTo>
                <a:lnTo>
                  <a:pt x="133661" y="15739"/>
                </a:lnTo>
                <a:cubicBezTo>
                  <a:pt x="130993" y="14219"/>
                  <a:pt x="128143" y="13035"/>
                  <a:pt x="125096" y="12195"/>
                </a:cubicBezTo>
                <a:cubicBezTo>
                  <a:pt x="122056" y="11361"/>
                  <a:pt x="118892" y="10945"/>
                  <a:pt x="115618" y="10945"/>
                </a:cubicBezTo>
                <a:cubicBezTo>
                  <a:pt x="107396" y="10945"/>
                  <a:pt x="101155" y="14022"/>
                  <a:pt x="96895" y="20189"/>
                </a:cubicBezTo>
                <a:cubicBezTo>
                  <a:pt x="92627" y="26357"/>
                  <a:pt x="90501" y="35455"/>
                  <a:pt x="90501" y="47484"/>
                </a:cubicBezTo>
                <a:cubicBezTo>
                  <a:pt x="92554" y="43216"/>
                  <a:pt x="95412" y="39942"/>
                  <a:pt x="99066" y="37662"/>
                </a:cubicBezTo>
                <a:cubicBezTo>
                  <a:pt x="102720" y="35375"/>
                  <a:pt x="106907" y="34235"/>
                  <a:pt x="111620" y="34235"/>
                </a:cubicBezTo>
                <a:cubicBezTo>
                  <a:pt x="120835" y="34235"/>
                  <a:pt x="127990" y="37092"/>
                  <a:pt x="133091" y="42800"/>
                </a:cubicBezTo>
                <a:cubicBezTo>
                  <a:pt x="138191" y="48434"/>
                  <a:pt x="140742" y="56465"/>
                  <a:pt x="140742" y="66894"/>
                </a:cubicBezTo>
                <a:cubicBezTo>
                  <a:pt x="140742" y="77249"/>
                  <a:pt x="138111" y="85280"/>
                  <a:pt x="132864" y="90987"/>
                </a:cubicBezTo>
                <a:cubicBezTo>
                  <a:pt x="127683" y="96622"/>
                  <a:pt x="120338" y="99435"/>
                  <a:pt x="110824" y="99435"/>
                </a:cubicBezTo>
                <a:cubicBezTo>
                  <a:pt x="99708" y="99435"/>
                  <a:pt x="91568" y="95438"/>
                  <a:pt x="86386" y="87443"/>
                </a:cubicBezTo>
                <a:cubicBezTo>
                  <a:pt x="81212" y="79456"/>
                  <a:pt x="78625" y="66894"/>
                  <a:pt x="78625" y="49764"/>
                </a:cubicBezTo>
                <a:cubicBezTo>
                  <a:pt x="78625" y="33548"/>
                  <a:pt x="81746" y="21220"/>
                  <a:pt x="87987" y="12772"/>
                </a:cubicBezTo>
                <a:cubicBezTo>
                  <a:pt x="94228" y="4244"/>
                  <a:pt x="103253" y="-17"/>
                  <a:pt x="115048" y="-17"/>
                </a:cubicBezTo>
                <a:cubicBezTo>
                  <a:pt x="118168" y="-17"/>
                  <a:pt x="121333" y="319"/>
                  <a:pt x="124526" y="1006"/>
                </a:cubicBezTo>
                <a:cubicBezTo>
                  <a:pt x="127727" y="1620"/>
                  <a:pt x="130767" y="2570"/>
                  <a:pt x="133661" y="3864"/>
                </a:cubicBezTo>
                <a:close/>
                <a:moveTo>
                  <a:pt x="110597" y="44400"/>
                </a:moveTo>
                <a:cubicBezTo>
                  <a:pt x="105036" y="44400"/>
                  <a:pt x="100659" y="46380"/>
                  <a:pt x="97465" y="50334"/>
                </a:cubicBezTo>
                <a:cubicBezTo>
                  <a:pt x="94344" y="54295"/>
                  <a:pt x="92781" y="59812"/>
                  <a:pt x="92781" y="66894"/>
                </a:cubicBezTo>
                <a:cubicBezTo>
                  <a:pt x="92781" y="73894"/>
                  <a:pt x="94344" y="79375"/>
                  <a:pt x="97465" y="83336"/>
                </a:cubicBezTo>
                <a:cubicBezTo>
                  <a:pt x="100659" y="87297"/>
                  <a:pt x="105036" y="89270"/>
                  <a:pt x="110597" y="89270"/>
                </a:cubicBezTo>
                <a:cubicBezTo>
                  <a:pt x="116305" y="89270"/>
                  <a:pt x="120609" y="87407"/>
                  <a:pt x="123495" y="83680"/>
                </a:cubicBezTo>
                <a:cubicBezTo>
                  <a:pt x="126470" y="79872"/>
                  <a:pt x="127953" y="74274"/>
                  <a:pt x="127953" y="66894"/>
                </a:cubicBezTo>
                <a:cubicBezTo>
                  <a:pt x="127953" y="59432"/>
                  <a:pt x="126470" y="53835"/>
                  <a:pt x="123495" y="50107"/>
                </a:cubicBezTo>
                <a:cubicBezTo>
                  <a:pt x="120609" y="46300"/>
                  <a:pt x="116305" y="44400"/>
                  <a:pt x="110597" y="44400"/>
                </a:cubicBezTo>
                <a:close/>
              </a:path>
            </a:pathLst>
          </a:custGeom>
          <a:solidFill>
            <a:srgbClr val="000000"/>
          </a:solidFill>
          <a:ln w="7300" cap="sq">
            <a:noFill/>
            <a:prstDash val="solid"/>
            <a:miter/>
          </a:ln>
        </p:spPr>
        <p:txBody>
          <a:bodyPr/>
          <a:lstStyle/>
          <a:p>
            <a:endParaRPr lang="en-GB"/>
          </a:p>
        </p:txBody>
      </p:sp>
      <p:sp>
        <p:nvSpPr>
          <p:cNvPr id="136" name="Freeform: Shape 135">
            <a:extLst>
              <a:ext uri="{FF2B5EF4-FFF2-40B4-BE49-F238E27FC236}">
                <a16:creationId xmlns:a16="http://schemas.microsoft.com/office/drawing/2014/main" id="{4EF55597-942E-54EA-C3F7-6C2217008BFA}"/>
              </a:ext>
            </a:extLst>
          </p:cNvPr>
          <p:cNvSpPr/>
          <p:nvPr/>
        </p:nvSpPr>
        <p:spPr>
          <a:xfrm>
            <a:off x="6508573"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37" name="Freeform: Shape 136">
            <a:extLst>
              <a:ext uri="{FF2B5EF4-FFF2-40B4-BE49-F238E27FC236}">
                <a16:creationId xmlns:a16="http://schemas.microsoft.com/office/drawing/2014/main" id="{9C03B98C-1362-678B-0638-71FF4E251D55}"/>
              </a:ext>
            </a:extLst>
          </p:cNvPr>
          <p:cNvSpPr/>
          <p:nvPr/>
        </p:nvSpPr>
        <p:spPr>
          <a:xfrm>
            <a:off x="6439923" y="4315561"/>
            <a:ext cx="140850" cy="99452"/>
          </a:xfrm>
          <a:custGeom>
            <a:avLst/>
            <a:gdLst>
              <a:gd name="csX0" fmla="*/ 4108 w 140850"/>
              <a:gd name="csY0" fmla="*/ 1693 h 99452"/>
              <a:gd name="csX1" fmla="*/ 52756 w 140850"/>
              <a:gd name="csY1" fmla="*/ 1693 h 99452"/>
              <a:gd name="csX2" fmla="*/ 52756 w 140850"/>
              <a:gd name="csY2" fmla="*/ 12655 h 99452"/>
              <a:gd name="csX3" fmla="*/ 15990 w 140850"/>
              <a:gd name="csY3" fmla="*/ 12655 h 99452"/>
              <a:gd name="csX4" fmla="*/ 15990 w 140850"/>
              <a:gd name="csY4" fmla="*/ 36179 h 99452"/>
              <a:gd name="csX5" fmla="*/ 21471 w 140850"/>
              <a:gd name="csY5" fmla="*/ 34695 h 99452"/>
              <a:gd name="csX6" fmla="*/ 27178 w 140850"/>
              <a:gd name="csY6" fmla="*/ 34235 h 99452"/>
              <a:gd name="csX7" fmla="*/ 50702 w 140850"/>
              <a:gd name="csY7" fmla="*/ 43026 h 99452"/>
              <a:gd name="csX8" fmla="*/ 59494 w 140850"/>
              <a:gd name="csY8" fmla="*/ 66894 h 99452"/>
              <a:gd name="csX9" fmla="*/ 50359 w 140850"/>
              <a:gd name="csY9" fmla="*/ 90754 h 99452"/>
              <a:gd name="csX10" fmla="*/ 25352 w 140850"/>
              <a:gd name="csY10" fmla="*/ 99435 h 99452"/>
              <a:gd name="csX11" fmla="*/ 11306 w 140850"/>
              <a:gd name="csY11" fmla="*/ 98405 h 99452"/>
              <a:gd name="csX12" fmla="*/ 1 w 140850"/>
              <a:gd name="csY12" fmla="*/ 95328 h 99452"/>
              <a:gd name="csX13" fmla="*/ 1 w 140850"/>
              <a:gd name="csY13" fmla="*/ 82196 h 99452"/>
              <a:gd name="csX14" fmla="*/ 11876 w 140850"/>
              <a:gd name="csY14" fmla="*/ 86990 h 99452"/>
              <a:gd name="csX15" fmla="*/ 24095 w 140850"/>
              <a:gd name="csY15" fmla="*/ 88590 h 99452"/>
              <a:gd name="csX16" fmla="*/ 40647 w 140850"/>
              <a:gd name="csY16" fmla="*/ 82993 h 99452"/>
              <a:gd name="csX17" fmla="*/ 46471 w 140850"/>
              <a:gd name="csY17" fmla="*/ 66894 h 99452"/>
              <a:gd name="csX18" fmla="*/ 40420 w 140850"/>
              <a:gd name="csY18" fmla="*/ 50904 h 99452"/>
              <a:gd name="csX19" fmla="*/ 23751 w 140850"/>
              <a:gd name="csY19" fmla="*/ 45080 h 99452"/>
              <a:gd name="csX20" fmla="*/ 13586 w 140850"/>
              <a:gd name="csY20" fmla="*/ 46337 h 99452"/>
              <a:gd name="csX21" fmla="*/ 4108 w 140850"/>
              <a:gd name="csY21" fmla="*/ 49881 h 99452"/>
              <a:gd name="csX22" fmla="*/ 109684 w 140850"/>
              <a:gd name="csY22" fmla="*/ 52051 h 99452"/>
              <a:gd name="csX23" fmla="*/ 96208 w 140850"/>
              <a:gd name="csY23" fmla="*/ 56962 h 99452"/>
              <a:gd name="csX24" fmla="*/ 91524 w 140850"/>
              <a:gd name="csY24" fmla="*/ 70657 h 99452"/>
              <a:gd name="csX25" fmla="*/ 96325 w 140850"/>
              <a:gd name="csY25" fmla="*/ 84366 h 99452"/>
              <a:gd name="csX26" fmla="*/ 109684 w 140850"/>
              <a:gd name="csY26" fmla="*/ 89270 h 99452"/>
              <a:gd name="csX27" fmla="*/ 123042 w 140850"/>
              <a:gd name="csY27" fmla="*/ 84476 h 99452"/>
              <a:gd name="csX28" fmla="*/ 127836 w 140850"/>
              <a:gd name="csY28" fmla="*/ 70657 h 99452"/>
              <a:gd name="csX29" fmla="*/ 123042 w 140850"/>
              <a:gd name="csY29" fmla="*/ 56962 h 99452"/>
              <a:gd name="csX30" fmla="*/ 109684 w 140850"/>
              <a:gd name="csY30" fmla="*/ 52051 h 99452"/>
              <a:gd name="csX31" fmla="*/ 98378 w 140850"/>
              <a:gd name="csY31" fmla="*/ 46680 h 99452"/>
              <a:gd name="csX32" fmla="*/ 85364 w 140850"/>
              <a:gd name="csY32" fmla="*/ 38802 h 99452"/>
              <a:gd name="csX33" fmla="*/ 80679 w 140850"/>
              <a:gd name="csY33" fmla="*/ 24874 h 99452"/>
              <a:gd name="csX34" fmla="*/ 88440 w 140850"/>
              <a:gd name="csY34" fmla="*/ 6714 h 99452"/>
              <a:gd name="csX35" fmla="*/ 109684 w 140850"/>
              <a:gd name="csY35" fmla="*/ -17 h 99452"/>
              <a:gd name="csX36" fmla="*/ 130803 w 140850"/>
              <a:gd name="csY36" fmla="*/ 6714 h 99452"/>
              <a:gd name="csX37" fmla="*/ 138571 w 140850"/>
              <a:gd name="csY37" fmla="*/ 24874 h 99452"/>
              <a:gd name="csX38" fmla="*/ 133887 w 140850"/>
              <a:gd name="csY38" fmla="*/ 38802 h 99452"/>
              <a:gd name="csX39" fmla="*/ 120989 w 140850"/>
              <a:gd name="csY39" fmla="*/ 46680 h 99452"/>
              <a:gd name="csX40" fmla="*/ 135714 w 140850"/>
              <a:gd name="csY40" fmla="*/ 55245 h 99452"/>
              <a:gd name="csX41" fmla="*/ 140852 w 140850"/>
              <a:gd name="csY41" fmla="*/ 71804 h 99452"/>
              <a:gd name="csX42" fmla="*/ 132521 w 140850"/>
              <a:gd name="csY42" fmla="*/ 92127 h 99452"/>
              <a:gd name="csX43" fmla="*/ 109684 w 140850"/>
              <a:gd name="csY43" fmla="*/ 99435 h 99452"/>
              <a:gd name="csX44" fmla="*/ 86730 w 140850"/>
              <a:gd name="csY44" fmla="*/ 92244 h 99452"/>
              <a:gd name="csX45" fmla="*/ 78508 w 140850"/>
              <a:gd name="csY45" fmla="*/ 72031 h 99452"/>
              <a:gd name="csX46" fmla="*/ 83537 w 140850"/>
              <a:gd name="csY46" fmla="*/ 55245 h 99452"/>
              <a:gd name="csX47" fmla="*/ 98378 w 140850"/>
              <a:gd name="csY47" fmla="*/ 46680 h 99452"/>
              <a:gd name="csX48" fmla="*/ 93585 w 140850"/>
              <a:gd name="csY48" fmla="*/ 26014 h 99452"/>
              <a:gd name="csX49" fmla="*/ 97692 w 140850"/>
              <a:gd name="csY49" fmla="*/ 37889 h 99452"/>
              <a:gd name="csX50" fmla="*/ 109684 w 140850"/>
              <a:gd name="csY50" fmla="*/ 41886 h 99452"/>
              <a:gd name="csX51" fmla="*/ 121559 w 140850"/>
              <a:gd name="csY51" fmla="*/ 37889 h 99452"/>
              <a:gd name="csX52" fmla="*/ 125666 w 140850"/>
              <a:gd name="csY52" fmla="*/ 26014 h 99452"/>
              <a:gd name="csX53" fmla="*/ 121559 w 140850"/>
              <a:gd name="csY53" fmla="*/ 14138 h 99452"/>
              <a:gd name="csX54" fmla="*/ 109684 w 140850"/>
              <a:gd name="csY54" fmla="*/ 10031 h 99452"/>
              <a:gd name="csX55" fmla="*/ 97692 w 140850"/>
              <a:gd name="csY55" fmla="*/ 14138 h 99452"/>
              <a:gd name="csX56" fmla="*/ 93585 w 140850"/>
              <a:gd name="csY56"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40850" h="99452">
                <a:moveTo>
                  <a:pt x="4108" y="1693"/>
                </a:moveTo>
                <a:lnTo>
                  <a:pt x="52756" y="1693"/>
                </a:lnTo>
                <a:lnTo>
                  <a:pt x="52756" y="12655"/>
                </a:lnTo>
                <a:lnTo>
                  <a:pt x="15990" y="12655"/>
                </a:lnTo>
                <a:lnTo>
                  <a:pt x="15990" y="36179"/>
                </a:lnTo>
                <a:cubicBezTo>
                  <a:pt x="17817" y="35492"/>
                  <a:pt x="19644" y="34995"/>
                  <a:pt x="21471" y="34695"/>
                </a:cubicBezTo>
                <a:cubicBezTo>
                  <a:pt x="23371" y="34388"/>
                  <a:pt x="25271" y="34235"/>
                  <a:pt x="27178" y="34235"/>
                </a:cubicBezTo>
                <a:cubicBezTo>
                  <a:pt x="37073" y="34235"/>
                  <a:pt x="44915" y="37165"/>
                  <a:pt x="50702" y="43026"/>
                </a:cubicBezTo>
                <a:cubicBezTo>
                  <a:pt x="56563" y="48887"/>
                  <a:pt x="59494" y="56845"/>
                  <a:pt x="59494" y="66894"/>
                </a:cubicBezTo>
                <a:cubicBezTo>
                  <a:pt x="59494" y="76942"/>
                  <a:pt x="56446" y="84893"/>
                  <a:pt x="50359" y="90754"/>
                </a:cubicBezTo>
                <a:cubicBezTo>
                  <a:pt x="44264" y="96541"/>
                  <a:pt x="35933" y="99435"/>
                  <a:pt x="25352" y="99435"/>
                </a:cubicBezTo>
                <a:cubicBezTo>
                  <a:pt x="20251" y="99435"/>
                  <a:pt x="15566" y="99092"/>
                  <a:pt x="11306" y="98405"/>
                </a:cubicBezTo>
                <a:cubicBezTo>
                  <a:pt x="7119" y="97725"/>
                  <a:pt x="3348" y="96695"/>
                  <a:pt x="1" y="95328"/>
                </a:cubicBezTo>
                <a:lnTo>
                  <a:pt x="1" y="82196"/>
                </a:lnTo>
                <a:cubicBezTo>
                  <a:pt x="3962" y="84323"/>
                  <a:pt x="7915" y="85923"/>
                  <a:pt x="11876" y="86990"/>
                </a:cubicBezTo>
                <a:cubicBezTo>
                  <a:pt x="15910" y="88057"/>
                  <a:pt x="19980" y="88590"/>
                  <a:pt x="24095" y="88590"/>
                </a:cubicBezTo>
                <a:cubicBezTo>
                  <a:pt x="31249" y="88590"/>
                  <a:pt x="36766" y="86720"/>
                  <a:pt x="40647" y="82993"/>
                </a:cubicBezTo>
                <a:cubicBezTo>
                  <a:pt x="44535" y="79185"/>
                  <a:pt x="46471" y="73821"/>
                  <a:pt x="46471" y="66894"/>
                </a:cubicBezTo>
                <a:cubicBezTo>
                  <a:pt x="46471" y="60039"/>
                  <a:pt x="44454" y="54711"/>
                  <a:pt x="40420" y="50904"/>
                </a:cubicBezTo>
                <a:cubicBezTo>
                  <a:pt x="36467" y="47024"/>
                  <a:pt x="30906" y="45080"/>
                  <a:pt x="23751" y="45080"/>
                </a:cubicBezTo>
                <a:cubicBezTo>
                  <a:pt x="20251" y="45080"/>
                  <a:pt x="16860" y="45504"/>
                  <a:pt x="13586" y="46337"/>
                </a:cubicBezTo>
                <a:cubicBezTo>
                  <a:pt x="10312" y="47104"/>
                  <a:pt x="7155" y="48281"/>
                  <a:pt x="4108" y="49881"/>
                </a:cubicBezTo>
                <a:close/>
                <a:moveTo>
                  <a:pt x="109684" y="52051"/>
                </a:moveTo>
                <a:cubicBezTo>
                  <a:pt x="103896" y="52051"/>
                  <a:pt x="99409" y="53688"/>
                  <a:pt x="96208" y="56962"/>
                </a:cubicBezTo>
                <a:cubicBezTo>
                  <a:pt x="93088" y="60156"/>
                  <a:pt x="91524" y="64723"/>
                  <a:pt x="91524" y="70657"/>
                </a:cubicBezTo>
                <a:cubicBezTo>
                  <a:pt x="91524" y="76525"/>
                  <a:pt x="93124" y="81093"/>
                  <a:pt x="96325" y="84366"/>
                </a:cubicBezTo>
                <a:cubicBezTo>
                  <a:pt x="99518" y="87633"/>
                  <a:pt x="103977" y="89270"/>
                  <a:pt x="109684" y="89270"/>
                </a:cubicBezTo>
                <a:cubicBezTo>
                  <a:pt x="115464" y="89270"/>
                  <a:pt x="119922" y="87677"/>
                  <a:pt x="123042" y="84476"/>
                </a:cubicBezTo>
                <a:cubicBezTo>
                  <a:pt x="126236" y="81202"/>
                  <a:pt x="127836" y="76598"/>
                  <a:pt x="127836" y="70657"/>
                </a:cubicBezTo>
                <a:cubicBezTo>
                  <a:pt x="127836" y="64796"/>
                  <a:pt x="126236" y="60229"/>
                  <a:pt x="123042" y="56962"/>
                </a:cubicBezTo>
                <a:cubicBezTo>
                  <a:pt x="119842" y="53688"/>
                  <a:pt x="115391" y="52051"/>
                  <a:pt x="109684" y="52051"/>
                </a:cubicBezTo>
                <a:close/>
                <a:moveTo>
                  <a:pt x="98378" y="46680"/>
                </a:moveTo>
                <a:cubicBezTo>
                  <a:pt x="92817" y="45233"/>
                  <a:pt x="88484" y="42610"/>
                  <a:pt x="85364" y="38802"/>
                </a:cubicBezTo>
                <a:cubicBezTo>
                  <a:pt x="82243" y="34922"/>
                  <a:pt x="80679" y="30274"/>
                  <a:pt x="80679" y="24874"/>
                </a:cubicBezTo>
                <a:cubicBezTo>
                  <a:pt x="80679" y="17259"/>
                  <a:pt x="83266" y="11208"/>
                  <a:pt x="88440" y="6714"/>
                </a:cubicBezTo>
                <a:cubicBezTo>
                  <a:pt x="93694" y="2227"/>
                  <a:pt x="100775" y="-17"/>
                  <a:pt x="109684" y="-17"/>
                </a:cubicBezTo>
                <a:cubicBezTo>
                  <a:pt x="118592" y="-17"/>
                  <a:pt x="125629" y="2227"/>
                  <a:pt x="130803" y="6714"/>
                </a:cubicBezTo>
                <a:cubicBezTo>
                  <a:pt x="135984" y="11208"/>
                  <a:pt x="138571" y="17259"/>
                  <a:pt x="138571" y="24874"/>
                </a:cubicBezTo>
                <a:cubicBezTo>
                  <a:pt x="138571" y="30274"/>
                  <a:pt x="137008" y="34922"/>
                  <a:pt x="133887" y="38802"/>
                </a:cubicBezTo>
                <a:cubicBezTo>
                  <a:pt x="130847" y="42610"/>
                  <a:pt x="126543" y="45233"/>
                  <a:pt x="120989" y="46680"/>
                </a:cubicBezTo>
                <a:cubicBezTo>
                  <a:pt x="127384" y="48054"/>
                  <a:pt x="132294" y="50904"/>
                  <a:pt x="135714" y="55245"/>
                </a:cubicBezTo>
                <a:cubicBezTo>
                  <a:pt x="139141" y="59505"/>
                  <a:pt x="140852" y="65030"/>
                  <a:pt x="140852" y="71804"/>
                </a:cubicBezTo>
                <a:cubicBezTo>
                  <a:pt x="140852" y="80479"/>
                  <a:pt x="138075" y="87253"/>
                  <a:pt x="132521" y="92127"/>
                </a:cubicBezTo>
                <a:cubicBezTo>
                  <a:pt x="127040" y="97002"/>
                  <a:pt x="119425" y="99435"/>
                  <a:pt x="109684" y="99435"/>
                </a:cubicBezTo>
                <a:cubicBezTo>
                  <a:pt x="99862" y="99435"/>
                  <a:pt x="92211" y="97038"/>
                  <a:pt x="86730" y="92244"/>
                </a:cubicBezTo>
                <a:cubicBezTo>
                  <a:pt x="81249" y="87370"/>
                  <a:pt x="78508" y="80632"/>
                  <a:pt x="78508" y="72031"/>
                </a:cubicBezTo>
                <a:cubicBezTo>
                  <a:pt x="78508" y="65183"/>
                  <a:pt x="80182" y="59586"/>
                  <a:pt x="83537" y="55245"/>
                </a:cubicBezTo>
                <a:cubicBezTo>
                  <a:pt x="86956" y="50904"/>
                  <a:pt x="91904" y="48054"/>
                  <a:pt x="98378" y="46680"/>
                </a:cubicBezTo>
                <a:close/>
                <a:moveTo>
                  <a:pt x="93585" y="26014"/>
                </a:moveTo>
                <a:cubicBezTo>
                  <a:pt x="93585" y="31188"/>
                  <a:pt x="94951" y="35148"/>
                  <a:pt x="97692" y="37889"/>
                </a:cubicBezTo>
                <a:cubicBezTo>
                  <a:pt x="100432" y="40556"/>
                  <a:pt x="104429" y="41886"/>
                  <a:pt x="109684" y="41886"/>
                </a:cubicBezTo>
                <a:cubicBezTo>
                  <a:pt x="114858" y="41886"/>
                  <a:pt x="118818" y="40556"/>
                  <a:pt x="121559" y="37889"/>
                </a:cubicBezTo>
                <a:cubicBezTo>
                  <a:pt x="124299" y="35148"/>
                  <a:pt x="125666" y="31188"/>
                  <a:pt x="125666" y="26014"/>
                </a:cubicBezTo>
                <a:cubicBezTo>
                  <a:pt x="125666" y="20840"/>
                  <a:pt x="124299" y="16879"/>
                  <a:pt x="121559" y="14138"/>
                </a:cubicBezTo>
                <a:cubicBezTo>
                  <a:pt x="118892" y="11398"/>
                  <a:pt x="114938" y="10031"/>
                  <a:pt x="109684" y="10031"/>
                </a:cubicBezTo>
                <a:cubicBezTo>
                  <a:pt x="104429" y="10031"/>
                  <a:pt x="100432" y="11398"/>
                  <a:pt x="97692" y="14138"/>
                </a:cubicBezTo>
                <a:cubicBezTo>
                  <a:pt x="94951" y="16879"/>
                  <a:pt x="93585" y="20840"/>
                  <a:pt x="93585" y="26014"/>
                </a:cubicBezTo>
                <a:close/>
              </a:path>
            </a:pathLst>
          </a:custGeom>
          <a:solidFill>
            <a:srgbClr val="000000"/>
          </a:solidFill>
          <a:ln w="7300" cap="sq">
            <a:noFill/>
            <a:prstDash val="solid"/>
            <a:miter/>
          </a:ln>
        </p:spPr>
        <p:txBody>
          <a:bodyPr/>
          <a:lstStyle/>
          <a:p>
            <a:endParaRPr lang="en-GB"/>
          </a:p>
        </p:txBody>
      </p:sp>
      <p:sp>
        <p:nvSpPr>
          <p:cNvPr id="138" name="Freeform: Shape 137">
            <a:extLst>
              <a:ext uri="{FF2B5EF4-FFF2-40B4-BE49-F238E27FC236}">
                <a16:creationId xmlns:a16="http://schemas.microsoft.com/office/drawing/2014/main" id="{901C5A9D-5020-BD6A-5DFC-D3C08AC3F823}"/>
              </a:ext>
            </a:extLst>
          </p:cNvPr>
          <p:cNvSpPr/>
          <p:nvPr/>
        </p:nvSpPr>
        <p:spPr>
          <a:xfrm>
            <a:off x="6718899"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39" name="Freeform: Shape 138">
            <a:extLst>
              <a:ext uri="{FF2B5EF4-FFF2-40B4-BE49-F238E27FC236}">
                <a16:creationId xmlns:a16="http://schemas.microsoft.com/office/drawing/2014/main" id="{596E0894-60FD-E92A-1E94-35DCECAC0E25}"/>
              </a:ext>
            </a:extLst>
          </p:cNvPr>
          <p:cNvSpPr/>
          <p:nvPr/>
        </p:nvSpPr>
        <p:spPr>
          <a:xfrm>
            <a:off x="6651280" y="4315561"/>
            <a:ext cx="141311" cy="99452"/>
          </a:xfrm>
          <a:custGeom>
            <a:avLst/>
            <a:gdLst>
              <a:gd name="csX0" fmla="*/ 55036 w 141311"/>
              <a:gd name="csY0" fmla="*/ 3864 h 99452"/>
              <a:gd name="csX1" fmla="*/ 55036 w 141311"/>
              <a:gd name="csY1" fmla="*/ 15739 h 99452"/>
              <a:gd name="csX2" fmla="*/ 46471 w 141311"/>
              <a:gd name="csY2" fmla="*/ 12195 h 99452"/>
              <a:gd name="csX3" fmla="*/ 36993 w 141311"/>
              <a:gd name="csY3" fmla="*/ 10945 h 99452"/>
              <a:gd name="csX4" fmla="*/ 18270 w 141311"/>
              <a:gd name="csY4" fmla="*/ 20189 h 99452"/>
              <a:gd name="csX5" fmla="*/ 11876 w 141311"/>
              <a:gd name="csY5" fmla="*/ 47484 h 99452"/>
              <a:gd name="csX6" fmla="*/ 20441 w 141311"/>
              <a:gd name="csY6" fmla="*/ 37662 h 99452"/>
              <a:gd name="csX7" fmla="*/ 33003 w 141311"/>
              <a:gd name="csY7" fmla="*/ 34235 h 99452"/>
              <a:gd name="csX8" fmla="*/ 54466 w 141311"/>
              <a:gd name="csY8" fmla="*/ 42800 h 99452"/>
              <a:gd name="csX9" fmla="*/ 62117 w 141311"/>
              <a:gd name="csY9" fmla="*/ 66894 h 99452"/>
              <a:gd name="csX10" fmla="*/ 54239 w 141311"/>
              <a:gd name="csY10" fmla="*/ 90987 h 99452"/>
              <a:gd name="csX11" fmla="*/ 32199 w 141311"/>
              <a:gd name="csY11" fmla="*/ 99435 h 99452"/>
              <a:gd name="csX12" fmla="*/ 7762 w 141311"/>
              <a:gd name="csY12" fmla="*/ 87443 h 99452"/>
              <a:gd name="csX13" fmla="*/ 1 w 141311"/>
              <a:gd name="csY13" fmla="*/ 49764 h 99452"/>
              <a:gd name="csX14" fmla="*/ 9362 w 141311"/>
              <a:gd name="csY14" fmla="*/ 12772 h 99452"/>
              <a:gd name="csX15" fmla="*/ 36423 w 141311"/>
              <a:gd name="csY15" fmla="*/ -17 h 99452"/>
              <a:gd name="csX16" fmla="*/ 45901 w 141311"/>
              <a:gd name="csY16" fmla="*/ 1006 h 99452"/>
              <a:gd name="csX17" fmla="*/ 55036 w 141311"/>
              <a:gd name="csY17" fmla="*/ 3864 h 99452"/>
              <a:gd name="csX18" fmla="*/ 31972 w 141311"/>
              <a:gd name="csY18" fmla="*/ 44400 h 99452"/>
              <a:gd name="csX19" fmla="*/ 18840 w 141311"/>
              <a:gd name="csY19" fmla="*/ 50334 h 99452"/>
              <a:gd name="csX20" fmla="*/ 14156 w 141311"/>
              <a:gd name="csY20" fmla="*/ 66894 h 99452"/>
              <a:gd name="csX21" fmla="*/ 18840 w 141311"/>
              <a:gd name="csY21" fmla="*/ 83336 h 99452"/>
              <a:gd name="csX22" fmla="*/ 31972 w 141311"/>
              <a:gd name="csY22" fmla="*/ 89270 h 99452"/>
              <a:gd name="csX23" fmla="*/ 44871 w 141311"/>
              <a:gd name="csY23" fmla="*/ 83680 h 99452"/>
              <a:gd name="csX24" fmla="*/ 49329 w 141311"/>
              <a:gd name="csY24" fmla="*/ 66894 h 99452"/>
              <a:gd name="csX25" fmla="*/ 44871 w 141311"/>
              <a:gd name="csY25" fmla="*/ 50107 h 99452"/>
              <a:gd name="csX26" fmla="*/ 31972 w 141311"/>
              <a:gd name="csY26" fmla="*/ 44400 h 99452"/>
              <a:gd name="csX27" fmla="*/ 101689 w 141311"/>
              <a:gd name="csY27" fmla="*/ 49421 h 99452"/>
              <a:gd name="csX28" fmla="*/ 104086 w 141311"/>
              <a:gd name="csY28" fmla="*/ 43370 h 99452"/>
              <a:gd name="csX29" fmla="*/ 110020 w 141311"/>
              <a:gd name="csY29" fmla="*/ 40746 h 99452"/>
              <a:gd name="csX30" fmla="*/ 116188 w 141311"/>
              <a:gd name="csY30" fmla="*/ 43370 h 99452"/>
              <a:gd name="csX31" fmla="*/ 118819 w 141311"/>
              <a:gd name="csY31" fmla="*/ 49421 h 99452"/>
              <a:gd name="csX32" fmla="*/ 116188 w 141311"/>
              <a:gd name="csY32" fmla="*/ 55588 h 99452"/>
              <a:gd name="csX33" fmla="*/ 110020 w 141311"/>
              <a:gd name="csY33" fmla="*/ 57985 h 99452"/>
              <a:gd name="csX34" fmla="*/ 104086 w 141311"/>
              <a:gd name="csY34" fmla="*/ 55588 h 99452"/>
              <a:gd name="csX35" fmla="*/ 101689 w 141311"/>
              <a:gd name="csY35" fmla="*/ 49421 h 99452"/>
              <a:gd name="csX36" fmla="*/ 110254 w 141311"/>
              <a:gd name="csY36" fmla="*/ 10258 h 99452"/>
              <a:gd name="csX37" fmla="*/ 96661 w 141311"/>
              <a:gd name="csY37" fmla="*/ 20080 h 99452"/>
              <a:gd name="csX38" fmla="*/ 92211 w 141311"/>
              <a:gd name="csY38" fmla="*/ 49764 h 99452"/>
              <a:gd name="csX39" fmla="*/ 96661 w 141311"/>
              <a:gd name="csY39" fmla="*/ 79456 h 99452"/>
              <a:gd name="csX40" fmla="*/ 110254 w 141311"/>
              <a:gd name="csY40" fmla="*/ 89160 h 99452"/>
              <a:gd name="csX41" fmla="*/ 123722 w 141311"/>
              <a:gd name="csY41" fmla="*/ 79456 h 99452"/>
              <a:gd name="csX42" fmla="*/ 128289 w 141311"/>
              <a:gd name="csY42" fmla="*/ 49764 h 99452"/>
              <a:gd name="csX43" fmla="*/ 123722 w 141311"/>
              <a:gd name="csY43" fmla="*/ 20080 h 99452"/>
              <a:gd name="csX44" fmla="*/ 110254 w 141311"/>
              <a:gd name="csY44" fmla="*/ 10258 h 99452"/>
              <a:gd name="csX45" fmla="*/ 110254 w 141311"/>
              <a:gd name="csY45" fmla="*/ -17 h 99452"/>
              <a:gd name="csX46" fmla="*/ 133434 w 141311"/>
              <a:gd name="csY46" fmla="*/ 12538 h 99452"/>
              <a:gd name="csX47" fmla="*/ 141312 w 141311"/>
              <a:gd name="csY47" fmla="*/ 49764 h 99452"/>
              <a:gd name="csX48" fmla="*/ 133434 w 141311"/>
              <a:gd name="csY48" fmla="*/ 86873 h 99452"/>
              <a:gd name="csX49" fmla="*/ 110254 w 141311"/>
              <a:gd name="csY49" fmla="*/ 99435 h 99452"/>
              <a:gd name="csX50" fmla="*/ 86956 w 141311"/>
              <a:gd name="csY50" fmla="*/ 86873 h 99452"/>
              <a:gd name="csX51" fmla="*/ 79195 w 141311"/>
              <a:gd name="csY51" fmla="*/ 49764 h 99452"/>
              <a:gd name="csX52" fmla="*/ 86956 w 141311"/>
              <a:gd name="csY52" fmla="*/ 12538 h 99452"/>
              <a:gd name="csX53" fmla="*/ 110254 w 141311"/>
              <a:gd name="csY53"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141311" h="99452">
                <a:moveTo>
                  <a:pt x="55036" y="3864"/>
                </a:moveTo>
                <a:lnTo>
                  <a:pt x="55036" y="15739"/>
                </a:lnTo>
                <a:cubicBezTo>
                  <a:pt x="52376" y="14219"/>
                  <a:pt x="49519" y="13035"/>
                  <a:pt x="46471" y="12195"/>
                </a:cubicBezTo>
                <a:cubicBezTo>
                  <a:pt x="43431" y="11361"/>
                  <a:pt x="40267" y="10945"/>
                  <a:pt x="36993" y="10945"/>
                </a:cubicBezTo>
                <a:cubicBezTo>
                  <a:pt x="28772" y="10945"/>
                  <a:pt x="22531" y="14022"/>
                  <a:pt x="18270" y="20189"/>
                </a:cubicBezTo>
                <a:cubicBezTo>
                  <a:pt x="14010" y="26357"/>
                  <a:pt x="11876" y="35455"/>
                  <a:pt x="11876" y="47484"/>
                </a:cubicBezTo>
                <a:cubicBezTo>
                  <a:pt x="13929" y="43216"/>
                  <a:pt x="16787" y="39942"/>
                  <a:pt x="20441" y="37662"/>
                </a:cubicBezTo>
                <a:cubicBezTo>
                  <a:pt x="24095" y="35375"/>
                  <a:pt x="28282" y="34235"/>
                  <a:pt x="33003" y="34235"/>
                </a:cubicBezTo>
                <a:cubicBezTo>
                  <a:pt x="42211" y="34235"/>
                  <a:pt x="49365" y="37092"/>
                  <a:pt x="54466" y="42800"/>
                </a:cubicBezTo>
                <a:cubicBezTo>
                  <a:pt x="59567" y="48434"/>
                  <a:pt x="62117" y="56465"/>
                  <a:pt x="62117" y="66894"/>
                </a:cubicBezTo>
                <a:cubicBezTo>
                  <a:pt x="62117" y="77249"/>
                  <a:pt x="59494" y="85280"/>
                  <a:pt x="54239" y="90987"/>
                </a:cubicBezTo>
                <a:cubicBezTo>
                  <a:pt x="49058" y="96622"/>
                  <a:pt x="41714" y="99435"/>
                  <a:pt x="32199" y="99435"/>
                </a:cubicBezTo>
                <a:cubicBezTo>
                  <a:pt x="21084" y="99435"/>
                  <a:pt x="12943" y="95438"/>
                  <a:pt x="7762" y="87443"/>
                </a:cubicBezTo>
                <a:cubicBezTo>
                  <a:pt x="2588" y="79456"/>
                  <a:pt x="1" y="66894"/>
                  <a:pt x="1" y="49764"/>
                </a:cubicBezTo>
                <a:cubicBezTo>
                  <a:pt x="1" y="33548"/>
                  <a:pt x="3121" y="21220"/>
                  <a:pt x="9362" y="12772"/>
                </a:cubicBezTo>
                <a:cubicBezTo>
                  <a:pt x="15603" y="4244"/>
                  <a:pt x="24628" y="-17"/>
                  <a:pt x="36423" y="-17"/>
                </a:cubicBezTo>
                <a:cubicBezTo>
                  <a:pt x="39543" y="-17"/>
                  <a:pt x="42708" y="319"/>
                  <a:pt x="45901" y="1006"/>
                </a:cubicBezTo>
                <a:cubicBezTo>
                  <a:pt x="49102" y="1620"/>
                  <a:pt x="52142" y="2570"/>
                  <a:pt x="55036" y="3864"/>
                </a:cubicBezTo>
                <a:close/>
                <a:moveTo>
                  <a:pt x="31972" y="44400"/>
                </a:moveTo>
                <a:cubicBezTo>
                  <a:pt x="26411" y="44400"/>
                  <a:pt x="22034" y="46380"/>
                  <a:pt x="18840" y="50334"/>
                </a:cubicBezTo>
                <a:cubicBezTo>
                  <a:pt x="15720" y="54295"/>
                  <a:pt x="14156" y="59812"/>
                  <a:pt x="14156" y="66894"/>
                </a:cubicBezTo>
                <a:cubicBezTo>
                  <a:pt x="14156" y="73894"/>
                  <a:pt x="15720" y="79375"/>
                  <a:pt x="18840" y="83336"/>
                </a:cubicBezTo>
                <a:cubicBezTo>
                  <a:pt x="22034" y="87297"/>
                  <a:pt x="26411" y="89270"/>
                  <a:pt x="31972" y="89270"/>
                </a:cubicBezTo>
                <a:cubicBezTo>
                  <a:pt x="37680" y="89270"/>
                  <a:pt x="41984" y="87407"/>
                  <a:pt x="44871" y="83680"/>
                </a:cubicBezTo>
                <a:cubicBezTo>
                  <a:pt x="47845" y="79872"/>
                  <a:pt x="49329" y="74274"/>
                  <a:pt x="49329" y="66894"/>
                </a:cubicBezTo>
                <a:cubicBezTo>
                  <a:pt x="49329" y="59432"/>
                  <a:pt x="47845" y="53835"/>
                  <a:pt x="44871" y="50107"/>
                </a:cubicBezTo>
                <a:cubicBezTo>
                  <a:pt x="41984" y="46300"/>
                  <a:pt x="37680" y="44400"/>
                  <a:pt x="31972" y="44400"/>
                </a:cubicBezTo>
                <a:close/>
                <a:moveTo>
                  <a:pt x="101689" y="49421"/>
                </a:moveTo>
                <a:cubicBezTo>
                  <a:pt x="101689" y="47060"/>
                  <a:pt x="102485" y="45043"/>
                  <a:pt x="104086" y="43370"/>
                </a:cubicBezTo>
                <a:cubicBezTo>
                  <a:pt x="105759" y="41623"/>
                  <a:pt x="107740" y="40746"/>
                  <a:pt x="110020" y="40746"/>
                </a:cubicBezTo>
                <a:cubicBezTo>
                  <a:pt x="112461" y="40746"/>
                  <a:pt x="114514" y="41623"/>
                  <a:pt x="116188" y="43370"/>
                </a:cubicBezTo>
                <a:cubicBezTo>
                  <a:pt x="117941" y="45043"/>
                  <a:pt x="118819" y="47060"/>
                  <a:pt x="118819" y="49421"/>
                </a:cubicBezTo>
                <a:cubicBezTo>
                  <a:pt x="118819" y="51861"/>
                  <a:pt x="117941" y="53915"/>
                  <a:pt x="116188" y="55588"/>
                </a:cubicBezTo>
                <a:cubicBezTo>
                  <a:pt x="114514" y="57189"/>
                  <a:pt x="112461" y="57985"/>
                  <a:pt x="110020" y="57985"/>
                </a:cubicBezTo>
                <a:cubicBezTo>
                  <a:pt x="107667" y="57985"/>
                  <a:pt x="105686" y="57189"/>
                  <a:pt x="104086" y="55588"/>
                </a:cubicBezTo>
                <a:cubicBezTo>
                  <a:pt x="102485" y="53988"/>
                  <a:pt x="101689" y="51934"/>
                  <a:pt x="101689" y="49421"/>
                </a:cubicBezTo>
                <a:close/>
                <a:moveTo>
                  <a:pt x="110254" y="10258"/>
                </a:moveTo>
                <a:cubicBezTo>
                  <a:pt x="104159" y="10258"/>
                  <a:pt x="99636" y="13532"/>
                  <a:pt x="96661" y="20080"/>
                </a:cubicBezTo>
                <a:cubicBezTo>
                  <a:pt x="93694" y="26547"/>
                  <a:pt x="92211" y="36442"/>
                  <a:pt x="92211" y="49764"/>
                </a:cubicBezTo>
                <a:cubicBezTo>
                  <a:pt x="92211" y="63013"/>
                  <a:pt x="93694" y="72908"/>
                  <a:pt x="96661" y="79456"/>
                </a:cubicBezTo>
                <a:cubicBezTo>
                  <a:pt x="99636" y="85923"/>
                  <a:pt x="104159" y="89160"/>
                  <a:pt x="110254" y="89160"/>
                </a:cubicBezTo>
                <a:cubicBezTo>
                  <a:pt x="116268" y="89160"/>
                  <a:pt x="120755" y="85923"/>
                  <a:pt x="123722" y="79456"/>
                </a:cubicBezTo>
                <a:cubicBezTo>
                  <a:pt x="126769" y="72908"/>
                  <a:pt x="128289" y="63013"/>
                  <a:pt x="128289" y="49764"/>
                </a:cubicBezTo>
                <a:cubicBezTo>
                  <a:pt x="128289" y="36442"/>
                  <a:pt x="126769" y="26547"/>
                  <a:pt x="123722" y="20080"/>
                </a:cubicBezTo>
                <a:cubicBezTo>
                  <a:pt x="120755" y="13532"/>
                  <a:pt x="116268" y="10258"/>
                  <a:pt x="110254" y="10258"/>
                </a:cubicBezTo>
                <a:close/>
                <a:moveTo>
                  <a:pt x="110254" y="-17"/>
                </a:moveTo>
                <a:cubicBezTo>
                  <a:pt x="120456" y="-17"/>
                  <a:pt x="128180" y="4170"/>
                  <a:pt x="133434" y="12538"/>
                </a:cubicBezTo>
                <a:cubicBezTo>
                  <a:pt x="138681" y="20913"/>
                  <a:pt x="141312" y="33321"/>
                  <a:pt x="141312" y="49764"/>
                </a:cubicBezTo>
                <a:cubicBezTo>
                  <a:pt x="141312" y="66133"/>
                  <a:pt x="138681" y="78498"/>
                  <a:pt x="133434" y="86873"/>
                </a:cubicBezTo>
                <a:cubicBezTo>
                  <a:pt x="128180" y="95248"/>
                  <a:pt x="120456" y="99435"/>
                  <a:pt x="110254" y="99435"/>
                </a:cubicBezTo>
                <a:cubicBezTo>
                  <a:pt x="99979" y="99435"/>
                  <a:pt x="92211" y="95248"/>
                  <a:pt x="86956" y="86873"/>
                </a:cubicBezTo>
                <a:cubicBezTo>
                  <a:pt x="81782" y="78498"/>
                  <a:pt x="79195" y="66133"/>
                  <a:pt x="79195" y="49764"/>
                </a:cubicBezTo>
                <a:cubicBezTo>
                  <a:pt x="79195" y="33321"/>
                  <a:pt x="81782" y="20913"/>
                  <a:pt x="86956" y="12538"/>
                </a:cubicBezTo>
                <a:cubicBezTo>
                  <a:pt x="92211" y="4170"/>
                  <a:pt x="99979" y="-17"/>
                  <a:pt x="110254" y="-17"/>
                </a:cubicBezTo>
                <a:close/>
              </a:path>
            </a:pathLst>
          </a:custGeom>
          <a:solidFill>
            <a:srgbClr val="000000"/>
          </a:solidFill>
          <a:ln w="7300" cap="sq">
            <a:noFill/>
            <a:prstDash val="solid"/>
            <a:miter/>
          </a:ln>
        </p:spPr>
        <p:txBody>
          <a:bodyPr/>
          <a:lstStyle/>
          <a:p>
            <a:endParaRPr lang="en-GB"/>
          </a:p>
        </p:txBody>
      </p:sp>
      <p:sp>
        <p:nvSpPr>
          <p:cNvPr id="140" name="Freeform: Shape 139">
            <a:extLst>
              <a:ext uri="{FF2B5EF4-FFF2-40B4-BE49-F238E27FC236}">
                <a16:creationId xmlns:a16="http://schemas.microsoft.com/office/drawing/2014/main" id="{E56FBA40-B5D9-425D-2FF7-9F251C62A56A}"/>
              </a:ext>
            </a:extLst>
          </p:cNvPr>
          <p:cNvSpPr/>
          <p:nvPr/>
        </p:nvSpPr>
        <p:spPr>
          <a:xfrm>
            <a:off x="6929232"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41" name="Freeform: Shape 140">
            <a:extLst>
              <a:ext uri="{FF2B5EF4-FFF2-40B4-BE49-F238E27FC236}">
                <a16:creationId xmlns:a16="http://schemas.microsoft.com/office/drawing/2014/main" id="{39913699-56A2-8329-AF51-14A834E323B0}"/>
              </a:ext>
            </a:extLst>
          </p:cNvPr>
          <p:cNvSpPr/>
          <p:nvPr/>
        </p:nvSpPr>
        <p:spPr>
          <a:xfrm>
            <a:off x="6863207" y="4315561"/>
            <a:ext cx="138680" cy="99452"/>
          </a:xfrm>
          <a:custGeom>
            <a:avLst/>
            <a:gdLst>
              <a:gd name="csX0" fmla="*/ 55036 w 138680"/>
              <a:gd name="csY0" fmla="*/ 3864 h 99452"/>
              <a:gd name="csX1" fmla="*/ 55036 w 138680"/>
              <a:gd name="csY1" fmla="*/ 15739 h 99452"/>
              <a:gd name="csX2" fmla="*/ 46471 w 138680"/>
              <a:gd name="csY2" fmla="*/ 12195 h 99452"/>
              <a:gd name="csX3" fmla="*/ 36993 w 138680"/>
              <a:gd name="csY3" fmla="*/ 10945 h 99452"/>
              <a:gd name="csX4" fmla="*/ 18270 w 138680"/>
              <a:gd name="csY4" fmla="*/ 20189 h 99452"/>
              <a:gd name="csX5" fmla="*/ 11876 w 138680"/>
              <a:gd name="csY5" fmla="*/ 47484 h 99452"/>
              <a:gd name="csX6" fmla="*/ 20441 w 138680"/>
              <a:gd name="csY6" fmla="*/ 37662 h 99452"/>
              <a:gd name="csX7" fmla="*/ 33003 w 138680"/>
              <a:gd name="csY7" fmla="*/ 34235 h 99452"/>
              <a:gd name="csX8" fmla="*/ 54466 w 138680"/>
              <a:gd name="csY8" fmla="*/ 42800 h 99452"/>
              <a:gd name="csX9" fmla="*/ 62117 w 138680"/>
              <a:gd name="csY9" fmla="*/ 66894 h 99452"/>
              <a:gd name="csX10" fmla="*/ 54239 w 138680"/>
              <a:gd name="csY10" fmla="*/ 90987 h 99452"/>
              <a:gd name="csX11" fmla="*/ 32199 w 138680"/>
              <a:gd name="csY11" fmla="*/ 99435 h 99452"/>
              <a:gd name="csX12" fmla="*/ 7762 w 138680"/>
              <a:gd name="csY12" fmla="*/ 87443 h 99452"/>
              <a:gd name="csX13" fmla="*/ 1 w 138680"/>
              <a:gd name="csY13" fmla="*/ 49764 h 99452"/>
              <a:gd name="csX14" fmla="*/ 9362 w 138680"/>
              <a:gd name="csY14" fmla="*/ 12772 h 99452"/>
              <a:gd name="csX15" fmla="*/ 36423 w 138680"/>
              <a:gd name="csY15" fmla="*/ -17 h 99452"/>
              <a:gd name="csX16" fmla="*/ 45901 w 138680"/>
              <a:gd name="csY16" fmla="*/ 1006 h 99452"/>
              <a:gd name="csX17" fmla="*/ 55036 w 138680"/>
              <a:gd name="csY17" fmla="*/ 3864 h 99452"/>
              <a:gd name="csX18" fmla="*/ 31972 w 138680"/>
              <a:gd name="csY18" fmla="*/ 44400 h 99452"/>
              <a:gd name="csX19" fmla="*/ 18840 w 138680"/>
              <a:gd name="csY19" fmla="*/ 50334 h 99452"/>
              <a:gd name="csX20" fmla="*/ 14156 w 138680"/>
              <a:gd name="csY20" fmla="*/ 66894 h 99452"/>
              <a:gd name="csX21" fmla="*/ 18840 w 138680"/>
              <a:gd name="csY21" fmla="*/ 83336 h 99452"/>
              <a:gd name="csX22" fmla="*/ 31972 w 138680"/>
              <a:gd name="csY22" fmla="*/ 89270 h 99452"/>
              <a:gd name="csX23" fmla="*/ 44871 w 138680"/>
              <a:gd name="csY23" fmla="*/ 83680 h 99452"/>
              <a:gd name="csX24" fmla="*/ 49329 w 138680"/>
              <a:gd name="csY24" fmla="*/ 66894 h 99452"/>
              <a:gd name="csX25" fmla="*/ 44871 w 138680"/>
              <a:gd name="csY25" fmla="*/ 50107 h 99452"/>
              <a:gd name="csX26" fmla="*/ 31972 w 138680"/>
              <a:gd name="csY26" fmla="*/ 44400 h 99452"/>
              <a:gd name="csX27" fmla="*/ 94608 w 138680"/>
              <a:gd name="csY27" fmla="*/ 86647 h 99452"/>
              <a:gd name="csX28" fmla="*/ 138681 w 138680"/>
              <a:gd name="csY28" fmla="*/ 86647 h 99452"/>
              <a:gd name="csX29" fmla="*/ 138681 w 138680"/>
              <a:gd name="csY29" fmla="*/ 97608 h 99452"/>
              <a:gd name="csX30" fmla="*/ 80453 w 138680"/>
              <a:gd name="csY30" fmla="*/ 97608 h 99452"/>
              <a:gd name="csX31" fmla="*/ 80453 w 138680"/>
              <a:gd name="csY31" fmla="*/ 86647 h 99452"/>
              <a:gd name="csX32" fmla="*/ 101345 w 138680"/>
              <a:gd name="csY32" fmla="*/ 64380 h 99452"/>
              <a:gd name="csX33" fmla="*/ 113791 w 138680"/>
              <a:gd name="csY33" fmla="*/ 50678 h 99452"/>
              <a:gd name="csX34" fmla="*/ 122473 w 138680"/>
              <a:gd name="csY34" fmla="*/ 38006 h 99452"/>
              <a:gd name="csX35" fmla="*/ 124752 w 138680"/>
              <a:gd name="csY35" fmla="*/ 28067 h 99452"/>
              <a:gd name="csX36" fmla="*/ 119958 w 138680"/>
              <a:gd name="csY36" fmla="*/ 15512 h 99452"/>
              <a:gd name="csX37" fmla="*/ 107053 w 138680"/>
              <a:gd name="csY37" fmla="*/ 10945 h 99452"/>
              <a:gd name="csX38" fmla="*/ 94725 w 138680"/>
              <a:gd name="csY38" fmla="*/ 13115 h 99452"/>
              <a:gd name="csX39" fmla="*/ 81132 w 138680"/>
              <a:gd name="csY39" fmla="*/ 19393 h 99452"/>
              <a:gd name="csX40" fmla="*/ 81132 w 138680"/>
              <a:gd name="csY40" fmla="*/ 6377 h 99452"/>
              <a:gd name="csX41" fmla="*/ 94155 w 138680"/>
              <a:gd name="csY41" fmla="*/ 1576 h 99452"/>
              <a:gd name="csX42" fmla="*/ 106826 w 138680"/>
              <a:gd name="csY42" fmla="*/ -17 h 99452"/>
              <a:gd name="csX43" fmla="*/ 129437 w 138680"/>
              <a:gd name="csY43" fmla="*/ 7518 h 99452"/>
              <a:gd name="csX44" fmla="*/ 138002 w 138680"/>
              <a:gd name="csY44" fmla="*/ 27044 h 99452"/>
              <a:gd name="csX45" fmla="*/ 135144 w 138680"/>
              <a:gd name="csY45" fmla="*/ 39372 h 99452"/>
              <a:gd name="csX46" fmla="*/ 125892 w 138680"/>
              <a:gd name="csY46" fmla="*/ 53074 h 99452"/>
              <a:gd name="csX47" fmla="*/ 115391 w 138680"/>
              <a:gd name="csY47" fmla="*/ 64606 h 99452"/>
              <a:gd name="csX48" fmla="*/ 94608 w 138680"/>
              <a:gd name="csY48" fmla="*/ 8664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38680" h="99452">
                <a:moveTo>
                  <a:pt x="55036" y="3864"/>
                </a:moveTo>
                <a:lnTo>
                  <a:pt x="55036" y="15739"/>
                </a:lnTo>
                <a:cubicBezTo>
                  <a:pt x="52376" y="14219"/>
                  <a:pt x="49519" y="13035"/>
                  <a:pt x="46471" y="12195"/>
                </a:cubicBezTo>
                <a:cubicBezTo>
                  <a:pt x="43431" y="11361"/>
                  <a:pt x="40267" y="10945"/>
                  <a:pt x="36993" y="10945"/>
                </a:cubicBezTo>
                <a:cubicBezTo>
                  <a:pt x="28772" y="10945"/>
                  <a:pt x="22531" y="14022"/>
                  <a:pt x="18270" y="20189"/>
                </a:cubicBezTo>
                <a:cubicBezTo>
                  <a:pt x="14010" y="26357"/>
                  <a:pt x="11876" y="35455"/>
                  <a:pt x="11876" y="47484"/>
                </a:cubicBezTo>
                <a:cubicBezTo>
                  <a:pt x="13929" y="43216"/>
                  <a:pt x="16787" y="39942"/>
                  <a:pt x="20441" y="37662"/>
                </a:cubicBezTo>
                <a:cubicBezTo>
                  <a:pt x="24095" y="35375"/>
                  <a:pt x="28282" y="34235"/>
                  <a:pt x="33003" y="34235"/>
                </a:cubicBezTo>
                <a:cubicBezTo>
                  <a:pt x="42211" y="34235"/>
                  <a:pt x="49365" y="37092"/>
                  <a:pt x="54466" y="42800"/>
                </a:cubicBezTo>
                <a:cubicBezTo>
                  <a:pt x="59567" y="48434"/>
                  <a:pt x="62117" y="56465"/>
                  <a:pt x="62117" y="66894"/>
                </a:cubicBezTo>
                <a:cubicBezTo>
                  <a:pt x="62117" y="77249"/>
                  <a:pt x="59494" y="85280"/>
                  <a:pt x="54239" y="90987"/>
                </a:cubicBezTo>
                <a:cubicBezTo>
                  <a:pt x="49058" y="96622"/>
                  <a:pt x="41714" y="99435"/>
                  <a:pt x="32199" y="99435"/>
                </a:cubicBezTo>
                <a:cubicBezTo>
                  <a:pt x="21084" y="99435"/>
                  <a:pt x="12943" y="95438"/>
                  <a:pt x="7762" y="87443"/>
                </a:cubicBezTo>
                <a:cubicBezTo>
                  <a:pt x="2588" y="79456"/>
                  <a:pt x="1" y="66894"/>
                  <a:pt x="1" y="49764"/>
                </a:cubicBezTo>
                <a:cubicBezTo>
                  <a:pt x="1" y="33548"/>
                  <a:pt x="3121" y="21220"/>
                  <a:pt x="9362" y="12772"/>
                </a:cubicBezTo>
                <a:cubicBezTo>
                  <a:pt x="15603" y="4244"/>
                  <a:pt x="24628" y="-17"/>
                  <a:pt x="36423" y="-17"/>
                </a:cubicBezTo>
                <a:cubicBezTo>
                  <a:pt x="39543" y="-17"/>
                  <a:pt x="42708" y="319"/>
                  <a:pt x="45901" y="1006"/>
                </a:cubicBezTo>
                <a:cubicBezTo>
                  <a:pt x="49102" y="1620"/>
                  <a:pt x="52142" y="2570"/>
                  <a:pt x="55036" y="3864"/>
                </a:cubicBezTo>
                <a:close/>
                <a:moveTo>
                  <a:pt x="31972" y="44400"/>
                </a:moveTo>
                <a:cubicBezTo>
                  <a:pt x="26411" y="44400"/>
                  <a:pt x="22034" y="46380"/>
                  <a:pt x="18840" y="50334"/>
                </a:cubicBezTo>
                <a:cubicBezTo>
                  <a:pt x="15720" y="54295"/>
                  <a:pt x="14156" y="59812"/>
                  <a:pt x="14156" y="66894"/>
                </a:cubicBezTo>
                <a:cubicBezTo>
                  <a:pt x="14156" y="73894"/>
                  <a:pt x="15720" y="79375"/>
                  <a:pt x="18840" y="83336"/>
                </a:cubicBezTo>
                <a:cubicBezTo>
                  <a:pt x="22034" y="87297"/>
                  <a:pt x="26411" y="89270"/>
                  <a:pt x="31972" y="89270"/>
                </a:cubicBezTo>
                <a:cubicBezTo>
                  <a:pt x="37680" y="89270"/>
                  <a:pt x="41984" y="87407"/>
                  <a:pt x="44871" y="83680"/>
                </a:cubicBezTo>
                <a:cubicBezTo>
                  <a:pt x="47845" y="79872"/>
                  <a:pt x="49329" y="74274"/>
                  <a:pt x="49329" y="66894"/>
                </a:cubicBezTo>
                <a:cubicBezTo>
                  <a:pt x="49329" y="59432"/>
                  <a:pt x="47845" y="53835"/>
                  <a:pt x="44871" y="50107"/>
                </a:cubicBezTo>
                <a:cubicBezTo>
                  <a:pt x="41984" y="46300"/>
                  <a:pt x="37680" y="44400"/>
                  <a:pt x="31972" y="44400"/>
                </a:cubicBezTo>
                <a:close/>
                <a:moveTo>
                  <a:pt x="94608" y="86647"/>
                </a:moveTo>
                <a:lnTo>
                  <a:pt x="138681" y="86647"/>
                </a:lnTo>
                <a:lnTo>
                  <a:pt x="138681" y="97608"/>
                </a:lnTo>
                <a:lnTo>
                  <a:pt x="80453" y="97608"/>
                </a:lnTo>
                <a:lnTo>
                  <a:pt x="80453" y="86647"/>
                </a:lnTo>
                <a:cubicBezTo>
                  <a:pt x="88440" y="78272"/>
                  <a:pt x="95412" y="70854"/>
                  <a:pt x="101345" y="64380"/>
                </a:cubicBezTo>
                <a:cubicBezTo>
                  <a:pt x="107360" y="57912"/>
                  <a:pt x="111511" y="53345"/>
                  <a:pt x="113791" y="50678"/>
                </a:cubicBezTo>
                <a:cubicBezTo>
                  <a:pt x="118059" y="45423"/>
                  <a:pt x="120945" y="41199"/>
                  <a:pt x="122473" y="38006"/>
                </a:cubicBezTo>
                <a:cubicBezTo>
                  <a:pt x="123992" y="34732"/>
                  <a:pt x="124752" y="31421"/>
                  <a:pt x="124752" y="28067"/>
                </a:cubicBezTo>
                <a:cubicBezTo>
                  <a:pt x="124752" y="22667"/>
                  <a:pt x="123152" y="18479"/>
                  <a:pt x="119958" y="15512"/>
                </a:cubicBezTo>
                <a:cubicBezTo>
                  <a:pt x="116838" y="12465"/>
                  <a:pt x="112534" y="10945"/>
                  <a:pt x="107053" y="10945"/>
                </a:cubicBezTo>
                <a:cubicBezTo>
                  <a:pt x="103172" y="10945"/>
                  <a:pt x="99066" y="11668"/>
                  <a:pt x="94725" y="13115"/>
                </a:cubicBezTo>
                <a:cubicBezTo>
                  <a:pt x="90457" y="14482"/>
                  <a:pt x="85934" y="16572"/>
                  <a:pt x="81132" y="19393"/>
                </a:cubicBezTo>
                <a:lnTo>
                  <a:pt x="81132" y="6377"/>
                </a:lnTo>
                <a:cubicBezTo>
                  <a:pt x="85554" y="4244"/>
                  <a:pt x="89887" y="2643"/>
                  <a:pt x="94155" y="1576"/>
                </a:cubicBezTo>
                <a:cubicBezTo>
                  <a:pt x="98415" y="517"/>
                  <a:pt x="102639" y="-17"/>
                  <a:pt x="106826" y="-17"/>
                </a:cubicBezTo>
                <a:cubicBezTo>
                  <a:pt x="116188" y="-17"/>
                  <a:pt x="123730" y="2490"/>
                  <a:pt x="129437" y="7518"/>
                </a:cubicBezTo>
                <a:cubicBezTo>
                  <a:pt x="135144" y="12465"/>
                  <a:pt x="138002" y="18976"/>
                  <a:pt x="138002" y="27044"/>
                </a:cubicBezTo>
                <a:cubicBezTo>
                  <a:pt x="138002" y="31151"/>
                  <a:pt x="137044" y="35265"/>
                  <a:pt x="135144" y="39372"/>
                </a:cubicBezTo>
                <a:cubicBezTo>
                  <a:pt x="133244" y="43487"/>
                  <a:pt x="130160" y="48054"/>
                  <a:pt x="125892" y="53074"/>
                </a:cubicBezTo>
                <a:cubicBezTo>
                  <a:pt x="123459" y="55815"/>
                  <a:pt x="119958" y="59659"/>
                  <a:pt x="115391" y="64606"/>
                </a:cubicBezTo>
                <a:cubicBezTo>
                  <a:pt x="110824" y="69554"/>
                  <a:pt x="103896" y="76905"/>
                  <a:pt x="94608" y="86647"/>
                </a:cubicBezTo>
                <a:close/>
              </a:path>
            </a:pathLst>
          </a:custGeom>
          <a:solidFill>
            <a:srgbClr val="000000"/>
          </a:solidFill>
          <a:ln w="7300" cap="sq">
            <a:noFill/>
            <a:prstDash val="solid"/>
            <a:miter/>
          </a:ln>
        </p:spPr>
        <p:txBody>
          <a:bodyPr/>
          <a:lstStyle/>
          <a:p>
            <a:endParaRPr lang="en-GB"/>
          </a:p>
        </p:txBody>
      </p:sp>
      <p:sp>
        <p:nvSpPr>
          <p:cNvPr id="142" name="Freeform: Shape 141">
            <a:extLst>
              <a:ext uri="{FF2B5EF4-FFF2-40B4-BE49-F238E27FC236}">
                <a16:creationId xmlns:a16="http://schemas.microsoft.com/office/drawing/2014/main" id="{12C1DA5E-90AF-9C46-9A8E-430094744232}"/>
              </a:ext>
            </a:extLst>
          </p:cNvPr>
          <p:cNvSpPr/>
          <p:nvPr/>
        </p:nvSpPr>
        <p:spPr>
          <a:xfrm>
            <a:off x="7139559" y="4202472"/>
            <a:ext cx="7307" cy="58645"/>
          </a:xfrm>
          <a:custGeom>
            <a:avLst/>
            <a:gdLst>
              <a:gd name="csX0" fmla="*/ 6 w 7307"/>
              <a:gd name="csY0" fmla="*/ 39 h 58645"/>
              <a:gd name="csX1" fmla="*/ 6 w 7307"/>
              <a:gd name="csY1" fmla="*/ 58684 h 58645"/>
            </a:gdLst>
            <a:ahLst/>
            <a:cxnLst>
              <a:cxn ang="0">
                <a:pos x="csX0" y="csY0"/>
              </a:cxn>
              <a:cxn ang="0">
                <a:pos x="csX1" y="csY1"/>
              </a:cxn>
            </a:cxnLst>
            <a:rect l="l" t="t" r="r" b="b"/>
            <a:pathLst>
              <a:path w="7307" h="58645">
                <a:moveTo>
                  <a:pt x="6" y="39"/>
                </a:moveTo>
                <a:lnTo>
                  <a:pt x="6" y="58684"/>
                </a:lnTo>
              </a:path>
            </a:pathLst>
          </a:custGeom>
          <a:noFill/>
          <a:ln w="7300" cap="sq">
            <a:solidFill>
              <a:srgbClr val="000000"/>
            </a:solidFill>
            <a:prstDash val="solid"/>
            <a:miter/>
          </a:ln>
        </p:spPr>
        <p:txBody>
          <a:bodyPr/>
          <a:lstStyle/>
          <a:p>
            <a:endParaRPr lang="en-GB"/>
          </a:p>
        </p:txBody>
      </p:sp>
      <p:sp>
        <p:nvSpPr>
          <p:cNvPr id="143" name="Freeform: Shape 142">
            <a:extLst>
              <a:ext uri="{FF2B5EF4-FFF2-40B4-BE49-F238E27FC236}">
                <a16:creationId xmlns:a16="http://schemas.microsoft.com/office/drawing/2014/main" id="{1C5BF7F2-EF73-8103-ABA1-AC1CCB84C0CA}"/>
              </a:ext>
            </a:extLst>
          </p:cNvPr>
          <p:cNvSpPr/>
          <p:nvPr/>
        </p:nvSpPr>
        <p:spPr>
          <a:xfrm>
            <a:off x="7067825" y="4315561"/>
            <a:ext cx="143510" cy="99452"/>
          </a:xfrm>
          <a:custGeom>
            <a:avLst/>
            <a:gdLst>
              <a:gd name="csX0" fmla="*/ 55036 w 143510"/>
              <a:gd name="csY0" fmla="*/ 3864 h 99452"/>
              <a:gd name="csX1" fmla="*/ 55036 w 143510"/>
              <a:gd name="csY1" fmla="*/ 15739 h 99452"/>
              <a:gd name="csX2" fmla="*/ 46471 w 143510"/>
              <a:gd name="csY2" fmla="*/ 12195 h 99452"/>
              <a:gd name="csX3" fmla="*/ 36993 w 143510"/>
              <a:gd name="csY3" fmla="*/ 10945 h 99452"/>
              <a:gd name="csX4" fmla="*/ 18270 w 143510"/>
              <a:gd name="csY4" fmla="*/ 20189 h 99452"/>
              <a:gd name="csX5" fmla="*/ 11876 w 143510"/>
              <a:gd name="csY5" fmla="*/ 47484 h 99452"/>
              <a:gd name="csX6" fmla="*/ 20441 w 143510"/>
              <a:gd name="csY6" fmla="*/ 37662 h 99452"/>
              <a:gd name="csX7" fmla="*/ 33003 w 143510"/>
              <a:gd name="csY7" fmla="*/ 34235 h 99452"/>
              <a:gd name="csX8" fmla="*/ 54466 w 143510"/>
              <a:gd name="csY8" fmla="*/ 42800 h 99452"/>
              <a:gd name="csX9" fmla="*/ 62117 w 143510"/>
              <a:gd name="csY9" fmla="*/ 66894 h 99452"/>
              <a:gd name="csX10" fmla="*/ 54239 w 143510"/>
              <a:gd name="csY10" fmla="*/ 90987 h 99452"/>
              <a:gd name="csX11" fmla="*/ 32199 w 143510"/>
              <a:gd name="csY11" fmla="*/ 99435 h 99452"/>
              <a:gd name="csX12" fmla="*/ 7762 w 143510"/>
              <a:gd name="csY12" fmla="*/ 87443 h 99452"/>
              <a:gd name="csX13" fmla="*/ 1 w 143510"/>
              <a:gd name="csY13" fmla="*/ 49764 h 99452"/>
              <a:gd name="csX14" fmla="*/ 9362 w 143510"/>
              <a:gd name="csY14" fmla="*/ 12772 h 99452"/>
              <a:gd name="csX15" fmla="*/ 36423 w 143510"/>
              <a:gd name="csY15" fmla="*/ -17 h 99452"/>
              <a:gd name="csX16" fmla="*/ 45901 w 143510"/>
              <a:gd name="csY16" fmla="*/ 1006 h 99452"/>
              <a:gd name="csX17" fmla="*/ 55036 w 143510"/>
              <a:gd name="csY17" fmla="*/ 3864 h 99452"/>
              <a:gd name="csX18" fmla="*/ 31972 w 143510"/>
              <a:gd name="csY18" fmla="*/ 44400 h 99452"/>
              <a:gd name="csX19" fmla="*/ 18840 w 143510"/>
              <a:gd name="csY19" fmla="*/ 50334 h 99452"/>
              <a:gd name="csX20" fmla="*/ 14156 w 143510"/>
              <a:gd name="csY20" fmla="*/ 66894 h 99452"/>
              <a:gd name="csX21" fmla="*/ 18840 w 143510"/>
              <a:gd name="csY21" fmla="*/ 83336 h 99452"/>
              <a:gd name="csX22" fmla="*/ 31972 w 143510"/>
              <a:gd name="csY22" fmla="*/ 89270 h 99452"/>
              <a:gd name="csX23" fmla="*/ 44871 w 143510"/>
              <a:gd name="csY23" fmla="*/ 83680 h 99452"/>
              <a:gd name="csX24" fmla="*/ 49329 w 143510"/>
              <a:gd name="csY24" fmla="*/ 66894 h 99452"/>
              <a:gd name="csX25" fmla="*/ 44871 w 143510"/>
              <a:gd name="csY25" fmla="*/ 50107 h 99452"/>
              <a:gd name="csX26" fmla="*/ 31972 w 143510"/>
              <a:gd name="csY26" fmla="*/ 44400 h 99452"/>
              <a:gd name="csX27" fmla="*/ 117788 w 143510"/>
              <a:gd name="csY27" fmla="*/ 13568 h 99452"/>
              <a:gd name="csX28" fmla="*/ 87643 w 143510"/>
              <a:gd name="csY28" fmla="*/ 64153 h 99452"/>
              <a:gd name="csX29" fmla="*/ 117788 w 143510"/>
              <a:gd name="csY29" fmla="*/ 64153 h 99452"/>
              <a:gd name="csX30" fmla="*/ 115742 w 143510"/>
              <a:gd name="csY30" fmla="*/ 1693 h 99452"/>
              <a:gd name="csX31" fmla="*/ 130796 w 143510"/>
              <a:gd name="csY31" fmla="*/ 1693 h 99452"/>
              <a:gd name="csX32" fmla="*/ 130796 w 143510"/>
              <a:gd name="csY32" fmla="*/ 64153 h 99452"/>
              <a:gd name="csX33" fmla="*/ 143512 w 143510"/>
              <a:gd name="csY33" fmla="*/ 64153 h 99452"/>
              <a:gd name="csX34" fmla="*/ 143512 w 143510"/>
              <a:gd name="csY34" fmla="*/ 74771 h 99452"/>
              <a:gd name="csX35" fmla="*/ 130796 w 143510"/>
              <a:gd name="csY35" fmla="*/ 74771 h 99452"/>
              <a:gd name="csX36" fmla="*/ 130796 w 143510"/>
              <a:gd name="csY36" fmla="*/ 97608 h 99452"/>
              <a:gd name="csX37" fmla="*/ 117788 w 143510"/>
              <a:gd name="csY37" fmla="*/ 97608 h 99452"/>
              <a:gd name="csX38" fmla="*/ 117788 w 143510"/>
              <a:gd name="csY38" fmla="*/ 74771 h 99452"/>
              <a:gd name="csX39" fmla="*/ 77135 w 143510"/>
              <a:gd name="csY39" fmla="*/ 74771 h 99452"/>
              <a:gd name="csX40" fmla="*/ 77135 w 143510"/>
              <a:gd name="csY40" fmla="*/ 62443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43510" h="99452">
                <a:moveTo>
                  <a:pt x="55036" y="3864"/>
                </a:moveTo>
                <a:lnTo>
                  <a:pt x="55036" y="15739"/>
                </a:lnTo>
                <a:cubicBezTo>
                  <a:pt x="52376" y="14219"/>
                  <a:pt x="49519" y="13035"/>
                  <a:pt x="46471" y="12195"/>
                </a:cubicBezTo>
                <a:cubicBezTo>
                  <a:pt x="43431" y="11361"/>
                  <a:pt x="40267" y="10945"/>
                  <a:pt x="36993" y="10945"/>
                </a:cubicBezTo>
                <a:cubicBezTo>
                  <a:pt x="28772" y="10945"/>
                  <a:pt x="22531" y="14022"/>
                  <a:pt x="18270" y="20189"/>
                </a:cubicBezTo>
                <a:cubicBezTo>
                  <a:pt x="14010" y="26357"/>
                  <a:pt x="11876" y="35455"/>
                  <a:pt x="11876" y="47484"/>
                </a:cubicBezTo>
                <a:cubicBezTo>
                  <a:pt x="13929" y="43216"/>
                  <a:pt x="16787" y="39942"/>
                  <a:pt x="20441" y="37662"/>
                </a:cubicBezTo>
                <a:cubicBezTo>
                  <a:pt x="24095" y="35375"/>
                  <a:pt x="28282" y="34235"/>
                  <a:pt x="33003" y="34235"/>
                </a:cubicBezTo>
                <a:cubicBezTo>
                  <a:pt x="42211" y="34235"/>
                  <a:pt x="49365" y="37092"/>
                  <a:pt x="54466" y="42800"/>
                </a:cubicBezTo>
                <a:cubicBezTo>
                  <a:pt x="59567" y="48434"/>
                  <a:pt x="62117" y="56465"/>
                  <a:pt x="62117" y="66894"/>
                </a:cubicBezTo>
                <a:cubicBezTo>
                  <a:pt x="62117" y="77249"/>
                  <a:pt x="59494" y="85280"/>
                  <a:pt x="54239" y="90987"/>
                </a:cubicBezTo>
                <a:cubicBezTo>
                  <a:pt x="49058" y="96622"/>
                  <a:pt x="41714" y="99435"/>
                  <a:pt x="32199" y="99435"/>
                </a:cubicBezTo>
                <a:cubicBezTo>
                  <a:pt x="21084" y="99435"/>
                  <a:pt x="12943" y="95438"/>
                  <a:pt x="7762" y="87443"/>
                </a:cubicBezTo>
                <a:cubicBezTo>
                  <a:pt x="2588" y="79456"/>
                  <a:pt x="1" y="66894"/>
                  <a:pt x="1" y="49764"/>
                </a:cubicBezTo>
                <a:cubicBezTo>
                  <a:pt x="1" y="33548"/>
                  <a:pt x="3121" y="21220"/>
                  <a:pt x="9362" y="12772"/>
                </a:cubicBezTo>
                <a:cubicBezTo>
                  <a:pt x="15603" y="4244"/>
                  <a:pt x="24628" y="-17"/>
                  <a:pt x="36423" y="-17"/>
                </a:cubicBezTo>
                <a:cubicBezTo>
                  <a:pt x="39543" y="-17"/>
                  <a:pt x="42708" y="319"/>
                  <a:pt x="45901" y="1006"/>
                </a:cubicBezTo>
                <a:cubicBezTo>
                  <a:pt x="49102" y="1620"/>
                  <a:pt x="52142" y="2570"/>
                  <a:pt x="55036" y="3864"/>
                </a:cubicBezTo>
                <a:close/>
                <a:moveTo>
                  <a:pt x="31972" y="44400"/>
                </a:moveTo>
                <a:cubicBezTo>
                  <a:pt x="26411" y="44400"/>
                  <a:pt x="22034" y="46380"/>
                  <a:pt x="18840" y="50334"/>
                </a:cubicBezTo>
                <a:cubicBezTo>
                  <a:pt x="15720" y="54295"/>
                  <a:pt x="14156" y="59812"/>
                  <a:pt x="14156" y="66894"/>
                </a:cubicBezTo>
                <a:cubicBezTo>
                  <a:pt x="14156" y="73894"/>
                  <a:pt x="15720" y="79375"/>
                  <a:pt x="18840" y="83336"/>
                </a:cubicBezTo>
                <a:cubicBezTo>
                  <a:pt x="22034" y="87297"/>
                  <a:pt x="26411" y="89270"/>
                  <a:pt x="31972" y="89270"/>
                </a:cubicBezTo>
                <a:cubicBezTo>
                  <a:pt x="37680" y="89270"/>
                  <a:pt x="41984" y="87407"/>
                  <a:pt x="44871" y="83680"/>
                </a:cubicBezTo>
                <a:cubicBezTo>
                  <a:pt x="47845" y="79872"/>
                  <a:pt x="49329" y="74274"/>
                  <a:pt x="49329" y="66894"/>
                </a:cubicBezTo>
                <a:cubicBezTo>
                  <a:pt x="49329" y="59432"/>
                  <a:pt x="47845" y="53835"/>
                  <a:pt x="44871" y="50107"/>
                </a:cubicBezTo>
                <a:cubicBezTo>
                  <a:pt x="41984" y="46300"/>
                  <a:pt x="37680" y="44400"/>
                  <a:pt x="31972" y="44400"/>
                </a:cubicBezTo>
                <a:close/>
                <a:moveTo>
                  <a:pt x="117788" y="13568"/>
                </a:moveTo>
                <a:lnTo>
                  <a:pt x="87643" y="64153"/>
                </a:lnTo>
                <a:lnTo>
                  <a:pt x="117788" y="64153"/>
                </a:lnTo>
                <a:close/>
                <a:moveTo>
                  <a:pt x="115742" y="1693"/>
                </a:moveTo>
                <a:lnTo>
                  <a:pt x="130796" y="1693"/>
                </a:lnTo>
                <a:lnTo>
                  <a:pt x="130796" y="64153"/>
                </a:lnTo>
                <a:lnTo>
                  <a:pt x="143512" y="64153"/>
                </a:lnTo>
                <a:lnTo>
                  <a:pt x="143512" y="74771"/>
                </a:lnTo>
                <a:lnTo>
                  <a:pt x="130796" y="74771"/>
                </a:lnTo>
                <a:lnTo>
                  <a:pt x="130796" y="97608"/>
                </a:lnTo>
                <a:lnTo>
                  <a:pt x="117788" y="97608"/>
                </a:lnTo>
                <a:lnTo>
                  <a:pt x="117788" y="74771"/>
                </a:lnTo>
                <a:lnTo>
                  <a:pt x="77135" y="74771"/>
                </a:lnTo>
                <a:lnTo>
                  <a:pt x="77135" y="62443"/>
                </a:lnTo>
                <a:close/>
              </a:path>
            </a:pathLst>
          </a:custGeom>
          <a:solidFill>
            <a:srgbClr val="000000"/>
          </a:solidFill>
          <a:ln w="7300" cap="sq">
            <a:noFill/>
            <a:prstDash val="solid"/>
            <a:miter/>
          </a:ln>
        </p:spPr>
        <p:txBody>
          <a:bodyPr/>
          <a:lstStyle/>
          <a:p>
            <a:endParaRPr lang="en-GB"/>
          </a:p>
        </p:txBody>
      </p:sp>
      <p:sp>
        <p:nvSpPr>
          <p:cNvPr id="144" name="Freeform: Shape 143">
            <a:extLst>
              <a:ext uri="{FF2B5EF4-FFF2-40B4-BE49-F238E27FC236}">
                <a16:creationId xmlns:a16="http://schemas.microsoft.com/office/drawing/2014/main" id="{B84883D1-6D19-0323-436A-AD5CC84870F6}"/>
              </a:ext>
            </a:extLst>
          </p:cNvPr>
          <p:cNvSpPr/>
          <p:nvPr/>
        </p:nvSpPr>
        <p:spPr>
          <a:xfrm>
            <a:off x="409028" y="1146761"/>
            <a:ext cx="7307" cy="3098155"/>
          </a:xfrm>
          <a:custGeom>
            <a:avLst/>
            <a:gdLst>
              <a:gd name="csX0" fmla="*/ 6 w 7307"/>
              <a:gd name="csY0" fmla="*/ 3098195 h 3098155"/>
              <a:gd name="csX1" fmla="*/ 6 w 7307"/>
              <a:gd name="csY1" fmla="*/ 39 h 3098155"/>
            </a:gdLst>
            <a:ahLst/>
            <a:cxnLst>
              <a:cxn ang="0">
                <a:pos x="csX0" y="csY0"/>
              </a:cxn>
              <a:cxn ang="0">
                <a:pos x="csX1" y="csY1"/>
              </a:cxn>
            </a:cxnLst>
            <a:rect l="l" t="t" r="r" b="b"/>
            <a:pathLst>
              <a:path w="7307" h="3098155">
                <a:moveTo>
                  <a:pt x="6" y="3098195"/>
                </a:moveTo>
                <a:lnTo>
                  <a:pt x="6" y="39"/>
                </a:lnTo>
              </a:path>
            </a:pathLst>
          </a:custGeom>
          <a:noFill/>
          <a:ln w="7300" cap="flat">
            <a:solidFill>
              <a:srgbClr val="000000"/>
            </a:solidFill>
            <a:prstDash val="solid"/>
            <a:round/>
          </a:ln>
        </p:spPr>
        <p:txBody>
          <a:bodyPr/>
          <a:lstStyle/>
          <a:p>
            <a:endParaRPr lang="en-GB"/>
          </a:p>
        </p:txBody>
      </p:sp>
      <p:sp>
        <p:nvSpPr>
          <p:cNvPr id="145" name="Freeform: Shape 144">
            <a:extLst>
              <a:ext uri="{FF2B5EF4-FFF2-40B4-BE49-F238E27FC236}">
                <a16:creationId xmlns:a16="http://schemas.microsoft.com/office/drawing/2014/main" id="{DEFF85EA-4D72-1F6A-0B9E-248E77B9B879}"/>
              </a:ext>
            </a:extLst>
          </p:cNvPr>
          <p:cNvSpPr/>
          <p:nvPr/>
        </p:nvSpPr>
        <p:spPr>
          <a:xfrm>
            <a:off x="17395" y="965048"/>
            <a:ext cx="116358" cy="161912"/>
          </a:xfrm>
          <a:custGeom>
            <a:avLst/>
            <a:gdLst>
              <a:gd name="csX0" fmla="*/ 30378 w 116358"/>
              <a:gd name="csY0" fmla="*/ 103438 h 161912"/>
              <a:gd name="csX1" fmla="*/ 18853 w 116358"/>
              <a:gd name="csY1" fmla="*/ 161796 h 161912"/>
              <a:gd name="csX2" fmla="*/ 9 w 116358"/>
              <a:gd name="csY2" fmla="*/ 161796 h 161912"/>
              <a:gd name="csX3" fmla="*/ 30928 w 116358"/>
              <a:gd name="csY3" fmla="*/ 2623 h 161912"/>
              <a:gd name="csX4" fmla="*/ 49955 w 116358"/>
              <a:gd name="csY4" fmla="*/ 2623 h 161912"/>
              <a:gd name="csX5" fmla="*/ 47028 w 116358"/>
              <a:gd name="csY5" fmla="*/ 17259 h 161912"/>
              <a:gd name="csX6" fmla="*/ 62029 w 116358"/>
              <a:gd name="csY6" fmla="*/ 4450 h 161912"/>
              <a:gd name="csX7" fmla="*/ 81240 w 116358"/>
              <a:gd name="csY7" fmla="*/ -117 h 161912"/>
              <a:gd name="csX8" fmla="*/ 107036 w 116358"/>
              <a:gd name="csY8" fmla="*/ 10679 h 161912"/>
              <a:gd name="csX9" fmla="*/ 116367 w 116358"/>
              <a:gd name="csY9" fmla="*/ 40502 h 161912"/>
              <a:gd name="csX10" fmla="*/ 112159 w 116358"/>
              <a:gd name="csY10" fmla="*/ 69950 h 161912"/>
              <a:gd name="csX11" fmla="*/ 100999 w 116358"/>
              <a:gd name="csY11" fmla="*/ 96120 h 161912"/>
              <a:gd name="csX12" fmla="*/ 82704 w 116358"/>
              <a:gd name="csY12" fmla="*/ 114596 h 161912"/>
              <a:gd name="csX13" fmla="*/ 59651 w 116358"/>
              <a:gd name="csY13" fmla="*/ 120814 h 161912"/>
              <a:gd name="csX14" fmla="*/ 42087 w 116358"/>
              <a:gd name="csY14" fmla="*/ 116610 h 161912"/>
              <a:gd name="csX15" fmla="*/ 30378 w 116358"/>
              <a:gd name="csY15" fmla="*/ 103438 h 161912"/>
              <a:gd name="csX16" fmla="*/ 58737 w 116358"/>
              <a:gd name="csY16" fmla="*/ 104901 h 161912"/>
              <a:gd name="csX17" fmla="*/ 73922 w 116358"/>
              <a:gd name="csY17" fmla="*/ 100323 h 161912"/>
              <a:gd name="csX18" fmla="*/ 85447 w 116358"/>
              <a:gd name="csY18" fmla="*/ 86963 h 161912"/>
              <a:gd name="csX19" fmla="*/ 93314 w 116358"/>
              <a:gd name="csY19" fmla="*/ 65559 h 161912"/>
              <a:gd name="csX20" fmla="*/ 96242 w 116358"/>
              <a:gd name="csY20" fmla="*/ 41965 h 161912"/>
              <a:gd name="csX21" fmla="*/ 90936 w 116358"/>
              <a:gd name="csY21" fmla="*/ 22563 h 161912"/>
              <a:gd name="csX22" fmla="*/ 75202 w 116358"/>
              <a:gd name="csY22" fmla="*/ 15983 h 161912"/>
              <a:gd name="csX23" fmla="*/ 59286 w 116358"/>
              <a:gd name="csY23" fmla="*/ 20561 h 161912"/>
              <a:gd name="csX24" fmla="*/ 47393 w 116358"/>
              <a:gd name="csY24" fmla="*/ 34273 h 161912"/>
              <a:gd name="csX25" fmla="*/ 39527 w 116358"/>
              <a:gd name="csY25" fmla="*/ 54951 h 161912"/>
              <a:gd name="csX26" fmla="*/ 36599 w 116358"/>
              <a:gd name="csY26" fmla="*/ 78556 h 161912"/>
              <a:gd name="csX27" fmla="*/ 42271 w 116358"/>
              <a:gd name="csY27" fmla="*/ 98122 h 161912"/>
              <a:gd name="csX28" fmla="*/ 58737 w 116358"/>
              <a:gd name="csY28" fmla="*/ 104901 h 1619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6358" h="161912">
                <a:moveTo>
                  <a:pt x="30378" y="103438"/>
                </a:moveTo>
                <a:lnTo>
                  <a:pt x="18853" y="161796"/>
                </a:lnTo>
                <a:lnTo>
                  <a:pt x="9" y="161796"/>
                </a:lnTo>
                <a:lnTo>
                  <a:pt x="30928" y="2623"/>
                </a:lnTo>
                <a:lnTo>
                  <a:pt x="49955" y="2623"/>
                </a:lnTo>
                <a:lnTo>
                  <a:pt x="47028" y="17259"/>
                </a:lnTo>
                <a:cubicBezTo>
                  <a:pt x="51174" y="11651"/>
                  <a:pt x="56175" y="7377"/>
                  <a:pt x="62029" y="4450"/>
                </a:cubicBezTo>
                <a:cubicBezTo>
                  <a:pt x="68007" y="1405"/>
                  <a:pt x="74410" y="-117"/>
                  <a:pt x="81240" y="-117"/>
                </a:cubicBezTo>
                <a:cubicBezTo>
                  <a:pt x="92339" y="-117"/>
                  <a:pt x="100938" y="3478"/>
                  <a:pt x="107036" y="10679"/>
                </a:cubicBezTo>
                <a:cubicBezTo>
                  <a:pt x="113257" y="17751"/>
                  <a:pt x="116367" y="27692"/>
                  <a:pt x="116367" y="40502"/>
                </a:cubicBezTo>
                <a:cubicBezTo>
                  <a:pt x="116367" y="50255"/>
                  <a:pt x="114964" y="60068"/>
                  <a:pt x="112159" y="69950"/>
                </a:cubicBezTo>
                <a:cubicBezTo>
                  <a:pt x="109476" y="79832"/>
                  <a:pt x="105756" y="88556"/>
                  <a:pt x="100999" y="96120"/>
                </a:cubicBezTo>
                <a:cubicBezTo>
                  <a:pt x="95876" y="104293"/>
                  <a:pt x="89777" y="110452"/>
                  <a:pt x="82704" y="114596"/>
                </a:cubicBezTo>
                <a:cubicBezTo>
                  <a:pt x="75751" y="118741"/>
                  <a:pt x="68066" y="120814"/>
                  <a:pt x="59651" y="120814"/>
                </a:cubicBezTo>
                <a:cubicBezTo>
                  <a:pt x="52821" y="120814"/>
                  <a:pt x="46966" y="119409"/>
                  <a:pt x="42087" y="116610"/>
                </a:cubicBezTo>
                <a:cubicBezTo>
                  <a:pt x="37331" y="113683"/>
                  <a:pt x="33428" y="109292"/>
                  <a:pt x="30378" y="103438"/>
                </a:cubicBezTo>
                <a:close/>
                <a:moveTo>
                  <a:pt x="58737" y="104901"/>
                </a:moveTo>
                <a:cubicBezTo>
                  <a:pt x="64347" y="104901"/>
                  <a:pt x="69409" y="103367"/>
                  <a:pt x="73922" y="100323"/>
                </a:cubicBezTo>
                <a:cubicBezTo>
                  <a:pt x="78556" y="97150"/>
                  <a:pt x="82398" y="92701"/>
                  <a:pt x="85447" y="86963"/>
                </a:cubicBezTo>
                <a:cubicBezTo>
                  <a:pt x="88863" y="80629"/>
                  <a:pt x="91485" y="73486"/>
                  <a:pt x="93314" y="65559"/>
                </a:cubicBezTo>
                <a:cubicBezTo>
                  <a:pt x="95266" y="57632"/>
                  <a:pt x="96242" y="49764"/>
                  <a:pt x="96242" y="41965"/>
                </a:cubicBezTo>
                <a:cubicBezTo>
                  <a:pt x="96242" y="33301"/>
                  <a:pt x="94474" y="26837"/>
                  <a:pt x="90936" y="22563"/>
                </a:cubicBezTo>
                <a:cubicBezTo>
                  <a:pt x="87399" y="18173"/>
                  <a:pt x="82155" y="15983"/>
                  <a:pt x="75202" y="15983"/>
                </a:cubicBezTo>
                <a:cubicBezTo>
                  <a:pt x="69347" y="15983"/>
                  <a:pt x="64042" y="17505"/>
                  <a:pt x="59286" y="20561"/>
                </a:cubicBezTo>
                <a:cubicBezTo>
                  <a:pt x="54650" y="23606"/>
                  <a:pt x="50687" y="28184"/>
                  <a:pt x="47393" y="34273"/>
                </a:cubicBezTo>
                <a:cubicBezTo>
                  <a:pt x="44100" y="40256"/>
                  <a:pt x="41478" y="47141"/>
                  <a:pt x="39527" y="54951"/>
                </a:cubicBezTo>
                <a:cubicBezTo>
                  <a:pt x="37575" y="62761"/>
                  <a:pt x="36599" y="70629"/>
                  <a:pt x="36599" y="78556"/>
                </a:cubicBezTo>
                <a:cubicBezTo>
                  <a:pt x="36599" y="86963"/>
                  <a:pt x="38490" y="93497"/>
                  <a:pt x="42271" y="98122"/>
                </a:cubicBezTo>
                <a:cubicBezTo>
                  <a:pt x="46174" y="102642"/>
                  <a:pt x="51663" y="104901"/>
                  <a:pt x="58737" y="104901"/>
                </a:cubicBezTo>
                <a:close/>
              </a:path>
            </a:pathLst>
          </a:custGeom>
          <a:solidFill>
            <a:srgbClr val="000000"/>
          </a:solidFill>
          <a:ln w="11696" cap="flat">
            <a:noFill/>
            <a:prstDash val="solid"/>
            <a:round/>
          </a:ln>
        </p:spPr>
        <p:txBody>
          <a:bodyPr/>
          <a:lstStyle/>
          <a:p>
            <a:endParaRPr lang="en-GB"/>
          </a:p>
        </p:txBody>
      </p:sp>
      <p:sp>
        <p:nvSpPr>
          <p:cNvPr id="146" name="Freeform: Shape 145">
            <a:extLst>
              <a:ext uri="{FF2B5EF4-FFF2-40B4-BE49-F238E27FC236}">
                <a16:creationId xmlns:a16="http://schemas.microsoft.com/office/drawing/2014/main" id="{107D51D4-7461-DCE7-4B5F-E05F80BB23D9}"/>
              </a:ext>
            </a:extLst>
          </p:cNvPr>
          <p:cNvSpPr/>
          <p:nvPr/>
        </p:nvSpPr>
        <p:spPr>
          <a:xfrm>
            <a:off x="350383" y="4202472"/>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47" name="Freeform: Shape 146">
            <a:extLst>
              <a:ext uri="{FF2B5EF4-FFF2-40B4-BE49-F238E27FC236}">
                <a16:creationId xmlns:a16="http://schemas.microsoft.com/office/drawing/2014/main" id="{4CA4A64B-F371-F5F9-ABB7-D4C19BA0D123}"/>
              </a:ext>
            </a:extLst>
          </p:cNvPr>
          <p:cNvSpPr/>
          <p:nvPr/>
        </p:nvSpPr>
        <p:spPr>
          <a:xfrm>
            <a:off x="350383" y="4032712"/>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48" name="Freeform: Shape 147">
            <a:extLst>
              <a:ext uri="{FF2B5EF4-FFF2-40B4-BE49-F238E27FC236}">
                <a16:creationId xmlns:a16="http://schemas.microsoft.com/office/drawing/2014/main" id="{281C2F8D-F5E4-2382-14FB-D2FCEDB004E6}"/>
              </a:ext>
            </a:extLst>
          </p:cNvPr>
          <p:cNvSpPr/>
          <p:nvPr/>
        </p:nvSpPr>
        <p:spPr>
          <a:xfrm>
            <a:off x="218344" y="3981111"/>
            <a:ext cx="66341" cy="95915"/>
          </a:xfrm>
          <a:custGeom>
            <a:avLst/>
            <a:gdLst>
              <a:gd name="csX0" fmla="*/ 40650 w 66341"/>
              <a:gd name="csY0" fmla="*/ 11858 h 95915"/>
              <a:gd name="csX1" fmla="*/ 10506 w 66341"/>
              <a:gd name="csY1" fmla="*/ 62443 h 95915"/>
              <a:gd name="csX2" fmla="*/ 40650 w 66341"/>
              <a:gd name="csY2" fmla="*/ 62443 h 95915"/>
              <a:gd name="csX3" fmla="*/ 38596 w 66341"/>
              <a:gd name="csY3" fmla="*/ -17 h 95915"/>
              <a:gd name="csX4" fmla="*/ 53668 w 66341"/>
              <a:gd name="csY4" fmla="*/ -17 h 95915"/>
              <a:gd name="csX5" fmla="*/ 53668 w 66341"/>
              <a:gd name="csY5" fmla="*/ 62443 h 95915"/>
              <a:gd name="csX6" fmla="*/ 66343 w 66341"/>
              <a:gd name="csY6" fmla="*/ 62443 h 95915"/>
              <a:gd name="csX7" fmla="*/ 66343 w 66341"/>
              <a:gd name="csY7" fmla="*/ 73061 h 95915"/>
              <a:gd name="csX8" fmla="*/ 53668 w 66341"/>
              <a:gd name="csY8" fmla="*/ 73061 h 95915"/>
              <a:gd name="csX9" fmla="*/ 53668 w 66341"/>
              <a:gd name="csY9" fmla="*/ 95898 h 95915"/>
              <a:gd name="csX10" fmla="*/ 40650 w 66341"/>
              <a:gd name="csY10" fmla="*/ 95898 h 95915"/>
              <a:gd name="csX11" fmla="*/ 40650 w 66341"/>
              <a:gd name="csY11" fmla="*/ 73061 h 95915"/>
              <a:gd name="csX12" fmla="*/ 1 w 66341"/>
              <a:gd name="csY12" fmla="*/ 73061 h 95915"/>
              <a:gd name="csX13" fmla="*/ 1 w 66341"/>
              <a:gd name="csY13" fmla="*/ 60733 h 959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6341" h="95915">
                <a:moveTo>
                  <a:pt x="40650" y="11858"/>
                </a:moveTo>
                <a:lnTo>
                  <a:pt x="10506" y="62443"/>
                </a:lnTo>
                <a:lnTo>
                  <a:pt x="40650" y="62443"/>
                </a:lnTo>
                <a:close/>
                <a:moveTo>
                  <a:pt x="38596" y="-17"/>
                </a:moveTo>
                <a:lnTo>
                  <a:pt x="53668" y="-17"/>
                </a:lnTo>
                <a:lnTo>
                  <a:pt x="53668" y="62443"/>
                </a:lnTo>
                <a:lnTo>
                  <a:pt x="66343" y="62443"/>
                </a:lnTo>
                <a:lnTo>
                  <a:pt x="66343" y="73061"/>
                </a:lnTo>
                <a:lnTo>
                  <a:pt x="53668" y="73061"/>
                </a:lnTo>
                <a:lnTo>
                  <a:pt x="53668" y="95898"/>
                </a:lnTo>
                <a:lnTo>
                  <a:pt x="40650" y="95898"/>
                </a:lnTo>
                <a:lnTo>
                  <a:pt x="40650" y="73061"/>
                </a:lnTo>
                <a:lnTo>
                  <a:pt x="1" y="73061"/>
                </a:lnTo>
                <a:lnTo>
                  <a:pt x="1" y="60733"/>
                </a:lnTo>
                <a:close/>
              </a:path>
            </a:pathLst>
          </a:custGeom>
          <a:solidFill>
            <a:srgbClr val="000000"/>
          </a:solidFill>
          <a:ln w="7300" cap="sq">
            <a:noFill/>
            <a:prstDash val="solid"/>
            <a:miter/>
          </a:ln>
        </p:spPr>
        <p:txBody>
          <a:bodyPr/>
          <a:lstStyle/>
          <a:p>
            <a:endParaRPr lang="en-GB"/>
          </a:p>
        </p:txBody>
      </p:sp>
      <p:sp>
        <p:nvSpPr>
          <p:cNvPr id="149" name="Freeform: Shape 148">
            <a:extLst>
              <a:ext uri="{FF2B5EF4-FFF2-40B4-BE49-F238E27FC236}">
                <a16:creationId xmlns:a16="http://schemas.microsoft.com/office/drawing/2014/main" id="{02E80AB7-C717-8498-CFFD-7A207C0457B8}"/>
              </a:ext>
            </a:extLst>
          </p:cNvPr>
          <p:cNvSpPr/>
          <p:nvPr/>
        </p:nvSpPr>
        <p:spPr>
          <a:xfrm>
            <a:off x="350383" y="3862951"/>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50" name="Freeform: Shape 149">
            <a:extLst>
              <a:ext uri="{FF2B5EF4-FFF2-40B4-BE49-F238E27FC236}">
                <a16:creationId xmlns:a16="http://schemas.microsoft.com/office/drawing/2014/main" id="{D17B8390-7B94-E880-5C06-CF46116B141E}"/>
              </a:ext>
            </a:extLst>
          </p:cNvPr>
          <p:cNvSpPr/>
          <p:nvPr/>
        </p:nvSpPr>
        <p:spPr>
          <a:xfrm>
            <a:off x="220285" y="3811322"/>
            <a:ext cx="62345" cy="99452"/>
          </a:xfrm>
          <a:custGeom>
            <a:avLst/>
            <a:gdLst>
              <a:gd name="csX0" fmla="*/ 31174 w 62345"/>
              <a:gd name="csY0" fmla="*/ 52051 h 99452"/>
              <a:gd name="csX1" fmla="*/ 17700 w 62345"/>
              <a:gd name="csY1" fmla="*/ 56962 h 99452"/>
              <a:gd name="csX2" fmla="*/ 13018 w 62345"/>
              <a:gd name="csY2" fmla="*/ 70657 h 99452"/>
              <a:gd name="csX3" fmla="*/ 17814 w 62345"/>
              <a:gd name="csY3" fmla="*/ 84366 h 99452"/>
              <a:gd name="csX4" fmla="*/ 31174 w 62345"/>
              <a:gd name="csY4" fmla="*/ 89270 h 99452"/>
              <a:gd name="csX5" fmla="*/ 44533 w 62345"/>
              <a:gd name="csY5" fmla="*/ 84476 h 99452"/>
              <a:gd name="csX6" fmla="*/ 49329 w 62345"/>
              <a:gd name="csY6" fmla="*/ 70657 h 99452"/>
              <a:gd name="csX7" fmla="*/ 44533 w 62345"/>
              <a:gd name="csY7" fmla="*/ 56962 h 99452"/>
              <a:gd name="csX8" fmla="*/ 31174 w 62345"/>
              <a:gd name="csY8" fmla="*/ 52051 h 99452"/>
              <a:gd name="csX9" fmla="*/ 19869 w 62345"/>
              <a:gd name="csY9" fmla="*/ 46680 h 99452"/>
              <a:gd name="csX10" fmla="*/ 6853 w 62345"/>
              <a:gd name="csY10" fmla="*/ 38802 h 99452"/>
              <a:gd name="csX11" fmla="*/ 2170 w 62345"/>
              <a:gd name="csY11" fmla="*/ 24874 h 99452"/>
              <a:gd name="csX12" fmla="*/ 9935 w 62345"/>
              <a:gd name="csY12" fmla="*/ 6714 h 99452"/>
              <a:gd name="csX13" fmla="*/ 31174 w 62345"/>
              <a:gd name="csY13" fmla="*/ -17 h 99452"/>
              <a:gd name="csX14" fmla="*/ 52298 w 62345"/>
              <a:gd name="csY14" fmla="*/ 6714 h 99452"/>
              <a:gd name="csX15" fmla="*/ 60062 w 62345"/>
              <a:gd name="csY15" fmla="*/ 24874 h 99452"/>
              <a:gd name="csX16" fmla="*/ 55381 w 62345"/>
              <a:gd name="csY16" fmla="*/ 38802 h 99452"/>
              <a:gd name="csX17" fmla="*/ 42478 w 62345"/>
              <a:gd name="csY17" fmla="*/ 46680 h 99452"/>
              <a:gd name="csX18" fmla="*/ 57208 w 62345"/>
              <a:gd name="csY18" fmla="*/ 55245 h 99452"/>
              <a:gd name="csX19" fmla="*/ 62346 w 62345"/>
              <a:gd name="csY19" fmla="*/ 71804 h 99452"/>
              <a:gd name="csX20" fmla="*/ 54011 w 62345"/>
              <a:gd name="csY20" fmla="*/ 92127 h 99452"/>
              <a:gd name="csX21" fmla="*/ 31174 w 62345"/>
              <a:gd name="csY21" fmla="*/ 99435 h 99452"/>
              <a:gd name="csX22" fmla="*/ 8222 w 62345"/>
              <a:gd name="csY22" fmla="*/ 92244 h 99452"/>
              <a:gd name="csX23" fmla="*/ 1 w 62345"/>
              <a:gd name="csY23" fmla="*/ 72031 h 99452"/>
              <a:gd name="csX24" fmla="*/ 5026 w 62345"/>
              <a:gd name="csY24" fmla="*/ 55245 h 99452"/>
              <a:gd name="csX25" fmla="*/ 19869 w 62345"/>
              <a:gd name="csY25" fmla="*/ 46680 h 99452"/>
              <a:gd name="csX26" fmla="*/ 15074 w 62345"/>
              <a:gd name="csY26" fmla="*/ 26014 h 99452"/>
              <a:gd name="csX27" fmla="*/ 19184 w 62345"/>
              <a:gd name="csY27" fmla="*/ 37889 h 99452"/>
              <a:gd name="csX28" fmla="*/ 31174 w 62345"/>
              <a:gd name="csY28" fmla="*/ 41886 h 99452"/>
              <a:gd name="csX29" fmla="*/ 43049 w 62345"/>
              <a:gd name="csY29" fmla="*/ 37889 h 99452"/>
              <a:gd name="csX30" fmla="*/ 47160 w 62345"/>
              <a:gd name="csY30" fmla="*/ 26014 h 99452"/>
              <a:gd name="csX31" fmla="*/ 43049 w 62345"/>
              <a:gd name="csY31" fmla="*/ 14138 h 99452"/>
              <a:gd name="csX32" fmla="*/ 31174 w 62345"/>
              <a:gd name="csY32" fmla="*/ 10031 h 99452"/>
              <a:gd name="csX33" fmla="*/ 19184 w 62345"/>
              <a:gd name="csY33" fmla="*/ 14138 h 99452"/>
              <a:gd name="csX34" fmla="*/ 15074 w 62345"/>
              <a:gd name="csY34"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62345" h="99452">
                <a:moveTo>
                  <a:pt x="31174" y="52051"/>
                </a:moveTo>
                <a:cubicBezTo>
                  <a:pt x="25388" y="52051"/>
                  <a:pt x="20897" y="53688"/>
                  <a:pt x="17700" y="56962"/>
                </a:cubicBezTo>
                <a:cubicBezTo>
                  <a:pt x="14578" y="60156"/>
                  <a:pt x="13018" y="64723"/>
                  <a:pt x="13018" y="70657"/>
                </a:cubicBezTo>
                <a:cubicBezTo>
                  <a:pt x="13018" y="76525"/>
                  <a:pt x="14617" y="81093"/>
                  <a:pt x="17814" y="84366"/>
                </a:cubicBezTo>
                <a:cubicBezTo>
                  <a:pt x="21011" y="87633"/>
                  <a:pt x="25464" y="89270"/>
                  <a:pt x="31174" y="89270"/>
                </a:cubicBezTo>
                <a:cubicBezTo>
                  <a:pt x="36959" y="89270"/>
                  <a:pt x="41412" y="87677"/>
                  <a:pt x="44533" y="84476"/>
                </a:cubicBezTo>
                <a:cubicBezTo>
                  <a:pt x="47730" y="81202"/>
                  <a:pt x="49329" y="76598"/>
                  <a:pt x="49329" y="70657"/>
                </a:cubicBezTo>
                <a:cubicBezTo>
                  <a:pt x="49329" y="64796"/>
                  <a:pt x="47730" y="60229"/>
                  <a:pt x="44533" y="56962"/>
                </a:cubicBezTo>
                <a:cubicBezTo>
                  <a:pt x="41336" y="53688"/>
                  <a:pt x="36883" y="52051"/>
                  <a:pt x="31174" y="52051"/>
                </a:cubicBezTo>
                <a:close/>
                <a:moveTo>
                  <a:pt x="19869" y="46680"/>
                </a:moveTo>
                <a:cubicBezTo>
                  <a:pt x="14312" y="45233"/>
                  <a:pt x="9974" y="42610"/>
                  <a:pt x="6853" y="38802"/>
                </a:cubicBezTo>
                <a:cubicBezTo>
                  <a:pt x="3731" y="34922"/>
                  <a:pt x="2170" y="30274"/>
                  <a:pt x="2170" y="24874"/>
                </a:cubicBezTo>
                <a:cubicBezTo>
                  <a:pt x="2170" y="17259"/>
                  <a:pt x="4759" y="11208"/>
                  <a:pt x="9935" y="6714"/>
                </a:cubicBezTo>
                <a:cubicBezTo>
                  <a:pt x="15188" y="2227"/>
                  <a:pt x="22268" y="-17"/>
                  <a:pt x="31174" y="-17"/>
                </a:cubicBezTo>
                <a:cubicBezTo>
                  <a:pt x="40080" y="-17"/>
                  <a:pt x="47122" y="2227"/>
                  <a:pt x="52298" y="6714"/>
                </a:cubicBezTo>
                <a:cubicBezTo>
                  <a:pt x="57474" y="11208"/>
                  <a:pt x="60062" y="17259"/>
                  <a:pt x="60062" y="24874"/>
                </a:cubicBezTo>
                <a:cubicBezTo>
                  <a:pt x="60062" y="30274"/>
                  <a:pt x="58502" y="34922"/>
                  <a:pt x="55381" y="38802"/>
                </a:cubicBezTo>
                <a:cubicBezTo>
                  <a:pt x="52336" y="42610"/>
                  <a:pt x="48035" y="45233"/>
                  <a:pt x="42478" y="46680"/>
                </a:cubicBezTo>
                <a:cubicBezTo>
                  <a:pt x="48872" y="48054"/>
                  <a:pt x="53782" y="50904"/>
                  <a:pt x="57208" y="55245"/>
                </a:cubicBezTo>
                <a:cubicBezTo>
                  <a:pt x="60633" y="59505"/>
                  <a:pt x="62346" y="65030"/>
                  <a:pt x="62346" y="71804"/>
                </a:cubicBezTo>
                <a:cubicBezTo>
                  <a:pt x="62346" y="80479"/>
                  <a:pt x="59568" y="87253"/>
                  <a:pt x="54011" y="92127"/>
                </a:cubicBezTo>
                <a:cubicBezTo>
                  <a:pt x="48530" y="97002"/>
                  <a:pt x="40917" y="99435"/>
                  <a:pt x="31174" y="99435"/>
                </a:cubicBezTo>
                <a:cubicBezTo>
                  <a:pt x="21353" y="99435"/>
                  <a:pt x="13703" y="97038"/>
                  <a:pt x="8222" y="92244"/>
                </a:cubicBezTo>
                <a:cubicBezTo>
                  <a:pt x="2741" y="87370"/>
                  <a:pt x="1" y="80632"/>
                  <a:pt x="1" y="72031"/>
                </a:cubicBezTo>
                <a:cubicBezTo>
                  <a:pt x="1" y="65183"/>
                  <a:pt x="1676" y="59586"/>
                  <a:pt x="5026" y="55245"/>
                </a:cubicBezTo>
                <a:cubicBezTo>
                  <a:pt x="8451" y="50904"/>
                  <a:pt x="13399" y="48054"/>
                  <a:pt x="19869" y="46680"/>
                </a:cubicBezTo>
                <a:close/>
                <a:moveTo>
                  <a:pt x="15074" y="26014"/>
                </a:moveTo>
                <a:cubicBezTo>
                  <a:pt x="15074" y="31188"/>
                  <a:pt x="16444" y="35148"/>
                  <a:pt x="19184" y="37889"/>
                </a:cubicBezTo>
                <a:cubicBezTo>
                  <a:pt x="21925" y="40556"/>
                  <a:pt x="25922" y="41886"/>
                  <a:pt x="31174" y="41886"/>
                </a:cubicBezTo>
                <a:cubicBezTo>
                  <a:pt x="36350" y="41886"/>
                  <a:pt x="40308" y="40556"/>
                  <a:pt x="43049" y="37889"/>
                </a:cubicBezTo>
                <a:cubicBezTo>
                  <a:pt x="45789" y="35148"/>
                  <a:pt x="47160" y="31188"/>
                  <a:pt x="47160" y="26014"/>
                </a:cubicBezTo>
                <a:cubicBezTo>
                  <a:pt x="47160" y="20840"/>
                  <a:pt x="45789" y="16879"/>
                  <a:pt x="43049" y="14138"/>
                </a:cubicBezTo>
                <a:cubicBezTo>
                  <a:pt x="40384" y="11398"/>
                  <a:pt x="36426" y="10031"/>
                  <a:pt x="31174" y="10031"/>
                </a:cubicBezTo>
                <a:cubicBezTo>
                  <a:pt x="25922" y="10031"/>
                  <a:pt x="21925" y="11398"/>
                  <a:pt x="19184" y="14138"/>
                </a:cubicBezTo>
                <a:cubicBezTo>
                  <a:pt x="16444" y="16879"/>
                  <a:pt x="15074" y="20840"/>
                  <a:pt x="15074" y="26014"/>
                </a:cubicBezTo>
                <a:close/>
              </a:path>
            </a:pathLst>
          </a:custGeom>
          <a:solidFill>
            <a:srgbClr val="000000"/>
          </a:solidFill>
          <a:ln w="7300" cap="sq">
            <a:noFill/>
            <a:prstDash val="solid"/>
            <a:miter/>
          </a:ln>
        </p:spPr>
        <p:txBody>
          <a:bodyPr/>
          <a:lstStyle/>
          <a:p>
            <a:endParaRPr lang="en-GB"/>
          </a:p>
        </p:txBody>
      </p:sp>
      <p:sp>
        <p:nvSpPr>
          <p:cNvPr id="151" name="Freeform: Shape 150">
            <a:extLst>
              <a:ext uri="{FF2B5EF4-FFF2-40B4-BE49-F238E27FC236}">
                <a16:creationId xmlns:a16="http://schemas.microsoft.com/office/drawing/2014/main" id="{B67A9606-4654-A79E-5D89-3E5A75FE7A71}"/>
              </a:ext>
            </a:extLst>
          </p:cNvPr>
          <p:cNvSpPr/>
          <p:nvPr/>
        </p:nvSpPr>
        <p:spPr>
          <a:xfrm>
            <a:off x="350383" y="3693184"/>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52" name="Freeform: Shape 151">
            <a:extLst>
              <a:ext uri="{FF2B5EF4-FFF2-40B4-BE49-F238E27FC236}">
                <a16:creationId xmlns:a16="http://schemas.microsoft.com/office/drawing/2014/main" id="{A07C071C-56F2-E5CA-E930-B0A046373F21}"/>
              </a:ext>
            </a:extLst>
          </p:cNvPr>
          <p:cNvSpPr/>
          <p:nvPr/>
        </p:nvSpPr>
        <p:spPr>
          <a:xfrm>
            <a:off x="147207" y="3643242"/>
            <a:ext cx="131491" cy="97625"/>
          </a:xfrm>
          <a:custGeom>
            <a:avLst/>
            <a:gdLst>
              <a:gd name="csX0" fmla="*/ 1600 w 131491"/>
              <a:gd name="csY0" fmla="*/ 86647 h 97625"/>
              <a:gd name="csX1" fmla="*/ 21810 w 131491"/>
              <a:gd name="csY1" fmla="*/ 86647 h 97625"/>
              <a:gd name="csX2" fmla="*/ 21810 w 131491"/>
              <a:gd name="csY2" fmla="*/ 13452 h 97625"/>
              <a:gd name="csX3" fmla="*/ 1 w 131491"/>
              <a:gd name="csY3" fmla="*/ 18253 h 97625"/>
              <a:gd name="csX4" fmla="*/ 1 w 131491"/>
              <a:gd name="csY4" fmla="*/ 6487 h 97625"/>
              <a:gd name="csX5" fmla="*/ 21582 w 131491"/>
              <a:gd name="csY5" fmla="*/ 1693 h 97625"/>
              <a:gd name="csX6" fmla="*/ 34599 w 131491"/>
              <a:gd name="csY6" fmla="*/ 1693 h 97625"/>
              <a:gd name="csX7" fmla="*/ 34599 w 131491"/>
              <a:gd name="csY7" fmla="*/ 86647 h 97625"/>
              <a:gd name="csX8" fmla="*/ 54467 w 131491"/>
              <a:gd name="csY8" fmla="*/ 86647 h 97625"/>
              <a:gd name="csX9" fmla="*/ 54467 w 131491"/>
              <a:gd name="csY9" fmla="*/ 97608 h 97625"/>
              <a:gd name="csX10" fmla="*/ 1600 w 131491"/>
              <a:gd name="csY10" fmla="*/ 97608 h 97625"/>
              <a:gd name="csX11" fmla="*/ 87417 w 131491"/>
              <a:gd name="csY11" fmla="*/ 86647 h 97625"/>
              <a:gd name="csX12" fmla="*/ 131492 w 131491"/>
              <a:gd name="csY12" fmla="*/ 86647 h 97625"/>
              <a:gd name="csX13" fmla="*/ 131492 w 131491"/>
              <a:gd name="csY13" fmla="*/ 97608 h 97625"/>
              <a:gd name="csX14" fmla="*/ 73258 w 131491"/>
              <a:gd name="csY14" fmla="*/ 97608 h 97625"/>
              <a:gd name="csX15" fmla="*/ 73258 w 131491"/>
              <a:gd name="csY15" fmla="*/ 86647 h 97625"/>
              <a:gd name="csX16" fmla="*/ 94153 w 131491"/>
              <a:gd name="csY16" fmla="*/ 64380 h 97625"/>
              <a:gd name="csX17" fmla="*/ 106600 w 131491"/>
              <a:gd name="csY17" fmla="*/ 50678 h 97625"/>
              <a:gd name="csX18" fmla="*/ 115278 w 131491"/>
              <a:gd name="csY18" fmla="*/ 38006 h 97625"/>
              <a:gd name="csX19" fmla="*/ 117562 w 131491"/>
              <a:gd name="csY19" fmla="*/ 28067 h 97625"/>
              <a:gd name="csX20" fmla="*/ 112765 w 131491"/>
              <a:gd name="csY20" fmla="*/ 15512 h 97625"/>
              <a:gd name="csX21" fmla="*/ 99863 w 131491"/>
              <a:gd name="csY21" fmla="*/ 10945 h 97625"/>
              <a:gd name="csX22" fmla="*/ 87531 w 131491"/>
              <a:gd name="csY22" fmla="*/ 13115 h 97625"/>
              <a:gd name="csX23" fmla="*/ 73943 w 131491"/>
              <a:gd name="csY23" fmla="*/ 19393 h 97625"/>
              <a:gd name="csX24" fmla="*/ 73943 w 131491"/>
              <a:gd name="csY24" fmla="*/ 6377 h 97625"/>
              <a:gd name="csX25" fmla="*/ 86960 w 131491"/>
              <a:gd name="csY25" fmla="*/ 1576 h 97625"/>
              <a:gd name="csX26" fmla="*/ 99634 w 131491"/>
              <a:gd name="csY26" fmla="*/ -17 h 97625"/>
              <a:gd name="csX27" fmla="*/ 122243 w 131491"/>
              <a:gd name="csY27" fmla="*/ 7518 h 97625"/>
              <a:gd name="csX28" fmla="*/ 130807 w 131491"/>
              <a:gd name="csY28" fmla="*/ 27044 h 97625"/>
              <a:gd name="csX29" fmla="*/ 127952 w 131491"/>
              <a:gd name="csY29" fmla="*/ 39372 h 97625"/>
              <a:gd name="csX30" fmla="*/ 118703 w 131491"/>
              <a:gd name="csY30" fmla="*/ 53074 h 97625"/>
              <a:gd name="csX31" fmla="*/ 108198 w 131491"/>
              <a:gd name="csY31" fmla="*/ 64606 h 97625"/>
              <a:gd name="csX32" fmla="*/ 87417 w 131491"/>
              <a:gd name="csY32" fmla="*/ 86647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131491" h="97625">
                <a:moveTo>
                  <a:pt x="1600" y="86647"/>
                </a:moveTo>
                <a:lnTo>
                  <a:pt x="21810" y="86647"/>
                </a:lnTo>
                <a:lnTo>
                  <a:pt x="21810" y="13452"/>
                </a:lnTo>
                <a:lnTo>
                  <a:pt x="1" y="18253"/>
                </a:lnTo>
                <a:lnTo>
                  <a:pt x="1" y="6487"/>
                </a:lnTo>
                <a:lnTo>
                  <a:pt x="21582" y="1693"/>
                </a:lnTo>
                <a:lnTo>
                  <a:pt x="34599" y="1693"/>
                </a:lnTo>
                <a:lnTo>
                  <a:pt x="34599" y="86647"/>
                </a:lnTo>
                <a:lnTo>
                  <a:pt x="54467" y="86647"/>
                </a:lnTo>
                <a:lnTo>
                  <a:pt x="54467" y="97608"/>
                </a:lnTo>
                <a:lnTo>
                  <a:pt x="1600" y="97608"/>
                </a:lnTo>
                <a:close/>
                <a:moveTo>
                  <a:pt x="87417" y="86647"/>
                </a:moveTo>
                <a:lnTo>
                  <a:pt x="131492" y="86647"/>
                </a:lnTo>
                <a:lnTo>
                  <a:pt x="131492" y="97608"/>
                </a:lnTo>
                <a:lnTo>
                  <a:pt x="73258" y="97608"/>
                </a:lnTo>
                <a:lnTo>
                  <a:pt x="73258" y="86647"/>
                </a:lnTo>
                <a:cubicBezTo>
                  <a:pt x="81251" y="78272"/>
                  <a:pt x="88216" y="70854"/>
                  <a:pt x="94153" y="64380"/>
                </a:cubicBezTo>
                <a:cubicBezTo>
                  <a:pt x="100167" y="57912"/>
                  <a:pt x="104316" y="53345"/>
                  <a:pt x="106600" y="50678"/>
                </a:cubicBezTo>
                <a:cubicBezTo>
                  <a:pt x="110863" y="45423"/>
                  <a:pt x="113756" y="41199"/>
                  <a:pt x="115278" y="38006"/>
                </a:cubicBezTo>
                <a:cubicBezTo>
                  <a:pt x="116800" y="34732"/>
                  <a:pt x="117562" y="31421"/>
                  <a:pt x="117562" y="28067"/>
                </a:cubicBezTo>
                <a:cubicBezTo>
                  <a:pt x="117562" y="22667"/>
                  <a:pt x="115963" y="18479"/>
                  <a:pt x="112765" y="15512"/>
                </a:cubicBezTo>
                <a:cubicBezTo>
                  <a:pt x="109644" y="12465"/>
                  <a:pt x="105344" y="10945"/>
                  <a:pt x="99863" y="10945"/>
                </a:cubicBezTo>
                <a:cubicBezTo>
                  <a:pt x="95980" y="10945"/>
                  <a:pt x="91870" y="11668"/>
                  <a:pt x="87531" y="13115"/>
                </a:cubicBezTo>
                <a:cubicBezTo>
                  <a:pt x="83268" y="14482"/>
                  <a:pt x="78739" y="16572"/>
                  <a:pt x="73943" y="19393"/>
                </a:cubicBezTo>
                <a:lnTo>
                  <a:pt x="73943" y="6377"/>
                </a:lnTo>
                <a:cubicBezTo>
                  <a:pt x="78358" y="4244"/>
                  <a:pt x="82697" y="2643"/>
                  <a:pt x="86960" y="1576"/>
                </a:cubicBezTo>
                <a:cubicBezTo>
                  <a:pt x="91223" y="517"/>
                  <a:pt x="95447" y="-17"/>
                  <a:pt x="99634" y="-17"/>
                </a:cubicBezTo>
                <a:cubicBezTo>
                  <a:pt x="108998" y="-17"/>
                  <a:pt x="116533" y="2490"/>
                  <a:pt x="122243" y="7518"/>
                </a:cubicBezTo>
                <a:cubicBezTo>
                  <a:pt x="127953" y="12465"/>
                  <a:pt x="130807" y="18976"/>
                  <a:pt x="130807" y="27044"/>
                </a:cubicBezTo>
                <a:cubicBezTo>
                  <a:pt x="130807" y="31151"/>
                  <a:pt x="129856" y="35265"/>
                  <a:pt x="127952" y="39372"/>
                </a:cubicBezTo>
                <a:cubicBezTo>
                  <a:pt x="126049" y="43487"/>
                  <a:pt x="122966" y="48054"/>
                  <a:pt x="118703" y="53074"/>
                </a:cubicBezTo>
                <a:cubicBezTo>
                  <a:pt x="116267" y="55815"/>
                  <a:pt x="112765" y="59659"/>
                  <a:pt x="108198" y="64606"/>
                </a:cubicBezTo>
                <a:cubicBezTo>
                  <a:pt x="103631" y="69554"/>
                  <a:pt x="96704" y="76905"/>
                  <a:pt x="87417" y="86647"/>
                </a:cubicBezTo>
                <a:close/>
              </a:path>
            </a:pathLst>
          </a:custGeom>
          <a:solidFill>
            <a:srgbClr val="000000"/>
          </a:solidFill>
          <a:ln w="7300" cap="sq">
            <a:noFill/>
            <a:prstDash val="solid"/>
            <a:miter/>
          </a:ln>
        </p:spPr>
        <p:txBody>
          <a:bodyPr/>
          <a:lstStyle/>
          <a:p>
            <a:endParaRPr lang="en-GB"/>
          </a:p>
        </p:txBody>
      </p:sp>
      <p:sp>
        <p:nvSpPr>
          <p:cNvPr id="153" name="Freeform: Shape 152">
            <a:extLst>
              <a:ext uri="{FF2B5EF4-FFF2-40B4-BE49-F238E27FC236}">
                <a16:creationId xmlns:a16="http://schemas.microsoft.com/office/drawing/2014/main" id="{240593C4-BB06-5685-9AAA-6EB7D88166D4}"/>
              </a:ext>
            </a:extLst>
          </p:cNvPr>
          <p:cNvSpPr/>
          <p:nvPr/>
        </p:nvSpPr>
        <p:spPr>
          <a:xfrm>
            <a:off x="350383" y="3523423"/>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54" name="Freeform: Shape 153">
            <a:extLst>
              <a:ext uri="{FF2B5EF4-FFF2-40B4-BE49-F238E27FC236}">
                <a16:creationId xmlns:a16="http://schemas.microsoft.com/office/drawing/2014/main" id="{65289859-3B71-83ED-088A-C985837FD63A}"/>
              </a:ext>
            </a:extLst>
          </p:cNvPr>
          <p:cNvSpPr/>
          <p:nvPr/>
        </p:nvSpPr>
        <p:spPr>
          <a:xfrm>
            <a:off x="147207" y="3475162"/>
            <a:ext cx="134117" cy="99452"/>
          </a:xfrm>
          <a:custGeom>
            <a:avLst/>
            <a:gdLst>
              <a:gd name="csX0" fmla="*/ 1600 w 134117"/>
              <a:gd name="csY0" fmla="*/ 86647 h 99452"/>
              <a:gd name="csX1" fmla="*/ 21810 w 134117"/>
              <a:gd name="csY1" fmla="*/ 86647 h 99452"/>
              <a:gd name="csX2" fmla="*/ 21810 w 134117"/>
              <a:gd name="csY2" fmla="*/ 13452 h 99452"/>
              <a:gd name="csX3" fmla="*/ 1 w 134117"/>
              <a:gd name="csY3" fmla="*/ 18253 h 99452"/>
              <a:gd name="csX4" fmla="*/ 1 w 134117"/>
              <a:gd name="csY4" fmla="*/ 6487 h 99452"/>
              <a:gd name="csX5" fmla="*/ 21582 w 134117"/>
              <a:gd name="csY5" fmla="*/ 1693 h 99452"/>
              <a:gd name="csX6" fmla="*/ 34599 w 134117"/>
              <a:gd name="csY6" fmla="*/ 1693 h 99452"/>
              <a:gd name="csX7" fmla="*/ 34599 w 134117"/>
              <a:gd name="csY7" fmla="*/ 86647 h 99452"/>
              <a:gd name="csX8" fmla="*/ 54467 w 134117"/>
              <a:gd name="csY8" fmla="*/ 86647 h 99452"/>
              <a:gd name="csX9" fmla="*/ 54467 w 134117"/>
              <a:gd name="csY9" fmla="*/ 97608 h 99452"/>
              <a:gd name="csX10" fmla="*/ 1600 w 134117"/>
              <a:gd name="csY10" fmla="*/ 97608 h 99452"/>
              <a:gd name="csX11" fmla="*/ 127038 w 134117"/>
              <a:gd name="csY11" fmla="*/ 3864 h 99452"/>
              <a:gd name="csX12" fmla="*/ 127038 w 134117"/>
              <a:gd name="csY12" fmla="*/ 15739 h 99452"/>
              <a:gd name="csX13" fmla="*/ 118475 w 134117"/>
              <a:gd name="csY13" fmla="*/ 12195 h 99452"/>
              <a:gd name="csX14" fmla="*/ 108998 w 134117"/>
              <a:gd name="csY14" fmla="*/ 10945 h 99452"/>
              <a:gd name="csX15" fmla="*/ 90271 w 134117"/>
              <a:gd name="csY15" fmla="*/ 20189 h 99452"/>
              <a:gd name="csX16" fmla="*/ 83877 w 134117"/>
              <a:gd name="csY16" fmla="*/ 47484 h 99452"/>
              <a:gd name="csX17" fmla="*/ 92441 w 134117"/>
              <a:gd name="csY17" fmla="*/ 37662 h 99452"/>
              <a:gd name="csX18" fmla="*/ 105001 w 134117"/>
              <a:gd name="csY18" fmla="*/ 34235 h 99452"/>
              <a:gd name="csX19" fmla="*/ 126468 w 134117"/>
              <a:gd name="csY19" fmla="*/ 42800 h 99452"/>
              <a:gd name="csX20" fmla="*/ 134118 w 134117"/>
              <a:gd name="csY20" fmla="*/ 66894 h 99452"/>
              <a:gd name="csX21" fmla="*/ 126240 w 134117"/>
              <a:gd name="csY21" fmla="*/ 90987 h 99452"/>
              <a:gd name="csX22" fmla="*/ 104201 w 134117"/>
              <a:gd name="csY22" fmla="*/ 99435 h 99452"/>
              <a:gd name="csX23" fmla="*/ 79766 w 134117"/>
              <a:gd name="csY23" fmla="*/ 87443 h 99452"/>
              <a:gd name="csX24" fmla="*/ 72002 w 134117"/>
              <a:gd name="csY24" fmla="*/ 49764 h 99452"/>
              <a:gd name="csX25" fmla="*/ 81365 w 134117"/>
              <a:gd name="csY25" fmla="*/ 12772 h 99452"/>
              <a:gd name="csX26" fmla="*/ 108427 w 134117"/>
              <a:gd name="csY26" fmla="*/ -17 h 99452"/>
              <a:gd name="csX27" fmla="*/ 117904 w 134117"/>
              <a:gd name="csY27" fmla="*/ 1006 h 99452"/>
              <a:gd name="csX28" fmla="*/ 127038 w 134117"/>
              <a:gd name="csY28" fmla="*/ 3864 h 99452"/>
              <a:gd name="csX29" fmla="*/ 103973 w 134117"/>
              <a:gd name="csY29" fmla="*/ 44400 h 99452"/>
              <a:gd name="csX30" fmla="*/ 90842 w 134117"/>
              <a:gd name="csY30" fmla="*/ 50334 h 99452"/>
              <a:gd name="csX31" fmla="*/ 86161 w 134117"/>
              <a:gd name="csY31" fmla="*/ 66894 h 99452"/>
              <a:gd name="csX32" fmla="*/ 90842 w 134117"/>
              <a:gd name="csY32" fmla="*/ 83336 h 99452"/>
              <a:gd name="csX33" fmla="*/ 103973 w 134117"/>
              <a:gd name="csY33" fmla="*/ 89270 h 99452"/>
              <a:gd name="csX34" fmla="*/ 116876 w 134117"/>
              <a:gd name="csY34" fmla="*/ 83680 h 99452"/>
              <a:gd name="csX35" fmla="*/ 121330 w 134117"/>
              <a:gd name="csY35" fmla="*/ 66894 h 99452"/>
              <a:gd name="csX36" fmla="*/ 116876 w 134117"/>
              <a:gd name="csY36" fmla="*/ 50107 h 99452"/>
              <a:gd name="csX37" fmla="*/ 103973 w 134117"/>
              <a:gd name="csY37"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34117" h="99452">
                <a:moveTo>
                  <a:pt x="1600" y="86647"/>
                </a:moveTo>
                <a:lnTo>
                  <a:pt x="21810" y="86647"/>
                </a:lnTo>
                <a:lnTo>
                  <a:pt x="21810" y="13452"/>
                </a:lnTo>
                <a:lnTo>
                  <a:pt x="1" y="18253"/>
                </a:lnTo>
                <a:lnTo>
                  <a:pt x="1" y="6487"/>
                </a:lnTo>
                <a:lnTo>
                  <a:pt x="21582" y="1693"/>
                </a:lnTo>
                <a:lnTo>
                  <a:pt x="34599" y="1693"/>
                </a:lnTo>
                <a:lnTo>
                  <a:pt x="34599" y="86647"/>
                </a:lnTo>
                <a:lnTo>
                  <a:pt x="54467" y="86647"/>
                </a:lnTo>
                <a:lnTo>
                  <a:pt x="54467" y="97608"/>
                </a:lnTo>
                <a:lnTo>
                  <a:pt x="1600" y="97608"/>
                </a:lnTo>
                <a:close/>
                <a:moveTo>
                  <a:pt x="127038" y="3864"/>
                </a:moveTo>
                <a:lnTo>
                  <a:pt x="127038" y="15739"/>
                </a:lnTo>
                <a:cubicBezTo>
                  <a:pt x="124375" y="14219"/>
                  <a:pt x="121520" y="13035"/>
                  <a:pt x="118475" y="12195"/>
                </a:cubicBezTo>
                <a:cubicBezTo>
                  <a:pt x="115430" y="11361"/>
                  <a:pt x="112271" y="10945"/>
                  <a:pt x="108998" y="10945"/>
                </a:cubicBezTo>
                <a:cubicBezTo>
                  <a:pt x="100776" y="10945"/>
                  <a:pt x="94534" y="14022"/>
                  <a:pt x="90271" y="20189"/>
                </a:cubicBezTo>
                <a:cubicBezTo>
                  <a:pt x="86009" y="26357"/>
                  <a:pt x="83877" y="35455"/>
                  <a:pt x="83877" y="47484"/>
                </a:cubicBezTo>
                <a:cubicBezTo>
                  <a:pt x="85933" y="43216"/>
                  <a:pt x="88787" y="39942"/>
                  <a:pt x="92441" y="37662"/>
                </a:cubicBezTo>
                <a:cubicBezTo>
                  <a:pt x="96095" y="35375"/>
                  <a:pt x="100282" y="34235"/>
                  <a:pt x="105001" y="34235"/>
                </a:cubicBezTo>
                <a:cubicBezTo>
                  <a:pt x="114212" y="34235"/>
                  <a:pt x="121368" y="37092"/>
                  <a:pt x="126468" y="42800"/>
                </a:cubicBezTo>
                <a:cubicBezTo>
                  <a:pt x="131568" y="48434"/>
                  <a:pt x="134118" y="56465"/>
                  <a:pt x="134118" y="66894"/>
                </a:cubicBezTo>
                <a:cubicBezTo>
                  <a:pt x="134118" y="77249"/>
                  <a:pt x="131492" y="85280"/>
                  <a:pt x="126240" y="90987"/>
                </a:cubicBezTo>
                <a:cubicBezTo>
                  <a:pt x="121064" y="96622"/>
                  <a:pt x="113717" y="99435"/>
                  <a:pt x="104201" y="99435"/>
                </a:cubicBezTo>
                <a:cubicBezTo>
                  <a:pt x="93088" y="99435"/>
                  <a:pt x="84942" y="95438"/>
                  <a:pt x="79766" y="87443"/>
                </a:cubicBezTo>
                <a:cubicBezTo>
                  <a:pt x="74590" y="79456"/>
                  <a:pt x="72002" y="66894"/>
                  <a:pt x="72002" y="49764"/>
                </a:cubicBezTo>
                <a:cubicBezTo>
                  <a:pt x="72002" y="33548"/>
                  <a:pt x="75123" y="21220"/>
                  <a:pt x="81365" y="12772"/>
                </a:cubicBezTo>
                <a:cubicBezTo>
                  <a:pt x="87607" y="4244"/>
                  <a:pt x="96628" y="-17"/>
                  <a:pt x="108427" y="-17"/>
                </a:cubicBezTo>
                <a:cubicBezTo>
                  <a:pt x="111548" y="-17"/>
                  <a:pt x="114706" y="319"/>
                  <a:pt x="117904" y="1006"/>
                </a:cubicBezTo>
                <a:cubicBezTo>
                  <a:pt x="121101" y="1620"/>
                  <a:pt x="124146" y="2570"/>
                  <a:pt x="127038" y="3864"/>
                </a:cubicBezTo>
                <a:close/>
                <a:moveTo>
                  <a:pt x="103973" y="44400"/>
                </a:moveTo>
                <a:cubicBezTo>
                  <a:pt x="98417" y="44400"/>
                  <a:pt x="94039" y="46380"/>
                  <a:pt x="90842" y="50334"/>
                </a:cubicBezTo>
                <a:cubicBezTo>
                  <a:pt x="87721" y="54295"/>
                  <a:pt x="86161" y="59812"/>
                  <a:pt x="86161" y="66894"/>
                </a:cubicBezTo>
                <a:cubicBezTo>
                  <a:pt x="86161" y="73894"/>
                  <a:pt x="87721" y="79375"/>
                  <a:pt x="90842" y="83336"/>
                </a:cubicBezTo>
                <a:cubicBezTo>
                  <a:pt x="94039" y="87297"/>
                  <a:pt x="98417" y="89270"/>
                  <a:pt x="103973" y="89270"/>
                </a:cubicBezTo>
                <a:cubicBezTo>
                  <a:pt x="109683" y="89270"/>
                  <a:pt x="113984" y="87407"/>
                  <a:pt x="116876" y="83680"/>
                </a:cubicBezTo>
                <a:cubicBezTo>
                  <a:pt x="119845" y="79872"/>
                  <a:pt x="121330" y="74274"/>
                  <a:pt x="121330" y="66894"/>
                </a:cubicBezTo>
                <a:cubicBezTo>
                  <a:pt x="121330" y="59432"/>
                  <a:pt x="119845" y="53835"/>
                  <a:pt x="116876" y="50107"/>
                </a:cubicBezTo>
                <a:cubicBezTo>
                  <a:pt x="113984" y="46300"/>
                  <a:pt x="109683" y="44400"/>
                  <a:pt x="103973" y="44400"/>
                </a:cubicBezTo>
                <a:close/>
              </a:path>
            </a:pathLst>
          </a:custGeom>
          <a:solidFill>
            <a:srgbClr val="000000"/>
          </a:solidFill>
          <a:ln w="7300" cap="sq">
            <a:noFill/>
            <a:prstDash val="solid"/>
            <a:miter/>
          </a:ln>
        </p:spPr>
        <p:txBody>
          <a:bodyPr/>
          <a:lstStyle/>
          <a:p>
            <a:endParaRPr lang="en-GB"/>
          </a:p>
        </p:txBody>
      </p:sp>
      <p:sp>
        <p:nvSpPr>
          <p:cNvPr id="155" name="Freeform: Shape 154">
            <a:extLst>
              <a:ext uri="{FF2B5EF4-FFF2-40B4-BE49-F238E27FC236}">
                <a16:creationId xmlns:a16="http://schemas.microsoft.com/office/drawing/2014/main" id="{8561578C-190F-E0BB-F070-E52CC445420B}"/>
              </a:ext>
            </a:extLst>
          </p:cNvPr>
          <p:cNvSpPr/>
          <p:nvPr/>
        </p:nvSpPr>
        <p:spPr>
          <a:xfrm>
            <a:off x="350383" y="3353663"/>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56" name="Freeform: Shape 155">
            <a:extLst>
              <a:ext uri="{FF2B5EF4-FFF2-40B4-BE49-F238E27FC236}">
                <a16:creationId xmlns:a16="http://schemas.microsoft.com/office/drawing/2014/main" id="{8F5A1061-FA26-F7AE-23BF-E57373D697B0}"/>
              </a:ext>
            </a:extLst>
          </p:cNvPr>
          <p:cNvSpPr/>
          <p:nvPr/>
        </p:nvSpPr>
        <p:spPr>
          <a:xfrm>
            <a:off x="141270" y="3307082"/>
            <a:ext cx="140054" cy="99452"/>
          </a:xfrm>
          <a:custGeom>
            <a:avLst/>
            <a:gdLst>
              <a:gd name="csX0" fmla="*/ 14159 w 140054"/>
              <a:gd name="csY0" fmla="*/ 86647 h 99452"/>
              <a:gd name="csX1" fmla="*/ 58235 w 140054"/>
              <a:gd name="csY1" fmla="*/ 86647 h 99452"/>
              <a:gd name="csX2" fmla="*/ 58235 w 140054"/>
              <a:gd name="csY2" fmla="*/ 97608 h 99452"/>
              <a:gd name="csX3" fmla="*/ 1 w 140054"/>
              <a:gd name="csY3" fmla="*/ 97608 h 99452"/>
              <a:gd name="csX4" fmla="*/ 1 w 140054"/>
              <a:gd name="csY4" fmla="*/ 86647 h 99452"/>
              <a:gd name="csX5" fmla="*/ 20896 w 140054"/>
              <a:gd name="csY5" fmla="*/ 64380 h 99452"/>
              <a:gd name="csX6" fmla="*/ 33342 w 140054"/>
              <a:gd name="csY6" fmla="*/ 50678 h 99452"/>
              <a:gd name="csX7" fmla="*/ 42021 w 140054"/>
              <a:gd name="csY7" fmla="*/ 38006 h 99452"/>
              <a:gd name="csX8" fmla="*/ 44304 w 140054"/>
              <a:gd name="csY8" fmla="*/ 28067 h 99452"/>
              <a:gd name="csX9" fmla="*/ 39508 w 140054"/>
              <a:gd name="csY9" fmla="*/ 15512 h 99452"/>
              <a:gd name="csX10" fmla="*/ 26606 w 140054"/>
              <a:gd name="csY10" fmla="*/ 10945 h 99452"/>
              <a:gd name="csX11" fmla="*/ 14274 w 140054"/>
              <a:gd name="csY11" fmla="*/ 13115 h 99452"/>
              <a:gd name="csX12" fmla="*/ 685 w 140054"/>
              <a:gd name="csY12" fmla="*/ 19393 h 99452"/>
              <a:gd name="csX13" fmla="*/ 685 w 140054"/>
              <a:gd name="csY13" fmla="*/ 6377 h 99452"/>
              <a:gd name="csX14" fmla="*/ 13703 w 140054"/>
              <a:gd name="csY14" fmla="*/ 1576 h 99452"/>
              <a:gd name="csX15" fmla="*/ 26377 w 140054"/>
              <a:gd name="csY15" fmla="*/ -17 h 99452"/>
              <a:gd name="csX16" fmla="*/ 48986 w 140054"/>
              <a:gd name="csY16" fmla="*/ 7518 h 99452"/>
              <a:gd name="csX17" fmla="*/ 57550 w 140054"/>
              <a:gd name="csY17" fmla="*/ 27044 h 99452"/>
              <a:gd name="csX18" fmla="*/ 54695 w 140054"/>
              <a:gd name="csY18" fmla="*/ 39372 h 99452"/>
              <a:gd name="csX19" fmla="*/ 45446 w 140054"/>
              <a:gd name="csY19" fmla="*/ 53074 h 99452"/>
              <a:gd name="csX20" fmla="*/ 34941 w 140054"/>
              <a:gd name="csY20" fmla="*/ 64606 h 99452"/>
              <a:gd name="csX21" fmla="*/ 14159 w 140054"/>
              <a:gd name="csY21" fmla="*/ 86647 h 99452"/>
              <a:gd name="csX22" fmla="*/ 100433 w 140054"/>
              <a:gd name="csY22" fmla="*/ 49421 h 99452"/>
              <a:gd name="csX23" fmla="*/ 102831 w 140054"/>
              <a:gd name="csY23" fmla="*/ 43370 h 99452"/>
              <a:gd name="csX24" fmla="*/ 108768 w 140054"/>
              <a:gd name="csY24" fmla="*/ 40746 h 99452"/>
              <a:gd name="csX25" fmla="*/ 114934 w 140054"/>
              <a:gd name="csY25" fmla="*/ 43370 h 99452"/>
              <a:gd name="csX26" fmla="*/ 117561 w 140054"/>
              <a:gd name="csY26" fmla="*/ 49421 h 99452"/>
              <a:gd name="csX27" fmla="*/ 114934 w 140054"/>
              <a:gd name="csY27" fmla="*/ 55588 h 99452"/>
              <a:gd name="csX28" fmla="*/ 108768 w 140054"/>
              <a:gd name="csY28" fmla="*/ 57985 h 99452"/>
              <a:gd name="csX29" fmla="*/ 102831 w 140054"/>
              <a:gd name="csY29" fmla="*/ 55588 h 99452"/>
              <a:gd name="csX30" fmla="*/ 100433 w 140054"/>
              <a:gd name="csY30" fmla="*/ 49421 h 99452"/>
              <a:gd name="csX31" fmla="*/ 108997 w 140054"/>
              <a:gd name="csY31" fmla="*/ 10258 h 99452"/>
              <a:gd name="csX32" fmla="*/ 95409 w 140054"/>
              <a:gd name="csY32" fmla="*/ 20080 h 99452"/>
              <a:gd name="csX33" fmla="*/ 90955 w 140054"/>
              <a:gd name="csY33" fmla="*/ 49764 h 99452"/>
              <a:gd name="csX34" fmla="*/ 95409 w 140054"/>
              <a:gd name="csY34" fmla="*/ 79456 h 99452"/>
              <a:gd name="csX35" fmla="*/ 108997 w 140054"/>
              <a:gd name="csY35" fmla="*/ 89160 h 99452"/>
              <a:gd name="csX36" fmla="*/ 122470 w 140054"/>
              <a:gd name="csY36" fmla="*/ 79456 h 99452"/>
              <a:gd name="csX37" fmla="*/ 127038 w 140054"/>
              <a:gd name="csY37" fmla="*/ 49764 h 99452"/>
              <a:gd name="csX38" fmla="*/ 122470 w 140054"/>
              <a:gd name="csY38" fmla="*/ 20080 h 99452"/>
              <a:gd name="csX39" fmla="*/ 108997 w 140054"/>
              <a:gd name="csY39" fmla="*/ 10258 h 99452"/>
              <a:gd name="csX40" fmla="*/ 108997 w 140054"/>
              <a:gd name="csY40" fmla="*/ -17 h 99452"/>
              <a:gd name="csX41" fmla="*/ 132177 w 140054"/>
              <a:gd name="csY41" fmla="*/ 12538 h 99452"/>
              <a:gd name="csX42" fmla="*/ 140055 w 140054"/>
              <a:gd name="csY42" fmla="*/ 49764 h 99452"/>
              <a:gd name="csX43" fmla="*/ 132177 w 140054"/>
              <a:gd name="csY43" fmla="*/ 86873 h 99452"/>
              <a:gd name="csX44" fmla="*/ 108997 w 140054"/>
              <a:gd name="csY44" fmla="*/ 99435 h 99452"/>
              <a:gd name="csX45" fmla="*/ 85703 w 140054"/>
              <a:gd name="csY45" fmla="*/ 86873 h 99452"/>
              <a:gd name="csX46" fmla="*/ 77939 w 140054"/>
              <a:gd name="csY46" fmla="*/ 49764 h 99452"/>
              <a:gd name="csX47" fmla="*/ 85703 w 140054"/>
              <a:gd name="csY47" fmla="*/ 12538 h 99452"/>
              <a:gd name="csX48" fmla="*/ 108997 w 140054"/>
              <a:gd name="csY48"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0054" h="99452">
                <a:moveTo>
                  <a:pt x="14159" y="86647"/>
                </a:moveTo>
                <a:lnTo>
                  <a:pt x="58235" y="86647"/>
                </a:lnTo>
                <a:lnTo>
                  <a:pt x="58235" y="97608"/>
                </a:lnTo>
                <a:lnTo>
                  <a:pt x="1" y="97608"/>
                </a:lnTo>
                <a:lnTo>
                  <a:pt x="1" y="86647"/>
                </a:lnTo>
                <a:cubicBezTo>
                  <a:pt x="7993" y="78272"/>
                  <a:pt x="14958" y="70854"/>
                  <a:pt x="20896" y="64380"/>
                </a:cubicBezTo>
                <a:cubicBezTo>
                  <a:pt x="26910" y="57912"/>
                  <a:pt x="31058" y="53345"/>
                  <a:pt x="33342" y="50678"/>
                </a:cubicBezTo>
                <a:cubicBezTo>
                  <a:pt x="37605" y="45423"/>
                  <a:pt x="40498" y="41199"/>
                  <a:pt x="42021" y="38006"/>
                </a:cubicBezTo>
                <a:cubicBezTo>
                  <a:pt x="43543" y="34732"/>
                  <a:pt x="44304" y="31421"/>
                  <a:pt x="44304" y="28067"/>
                </a:cubicBezTo>
                <a:cubicBezTo>
                  <a:pt x="44304" y="22667"/>
                  <a:pt x="42705" y="18479"/>
                  <a:pt x="39508" y="15512"/>
                </a:cubicBezTo>
                <a:cubicBezTo>
                  <a:pt x="36387" y="12465"/>
                  <a:pt x="32086" y="10945"/>
                  <a:pt x="26606" y="10945"/>
                </a:cubicBezTo>
                <a:cubicBezTo>
                  <a:pt x="22723" y="10945"/>
                  <a:pt x="18612" y="11668"/>
                  <a:pt x="14274" y="13115"/>
                </a:cubicBezTo>
                <a:cubicBezTo>
                  <a:pt x="10011" y="14482"/>
                  <a:pt x="5482" y="16572"/>
                  <a:pt x="685" y="19393"/>
                </a:cubicBezTo>
                <a:lnTo>
                  <a:pt x="685" y="6377"/>
                </a:lnTo>
                <a:cubicBezTo>
                  <a:pt x="5101" y="4244"/>
                  <a:pt x="9440" y="2643"/>
                  <a:pt x="13703" y="1576"/>
                </a:cubicBezTo>
                <a:cubicBezTo>
                  <a:pt x="17966" y="517"/>
                  <a:pt x="22190" y="-17"/>
                  <a:pt x="26377" y="-17"/>
                </a:cubicBezTo>
                <a:cubicBezTo>
                  <a:pt x="35740" y="-17"/>
                  <a:pt x="43276" y="2490"/>
                  <a:pt x="48986" y="7518"/>
                </a:cubicBezTo>
                <a:cubicBezTo>
                  <a:pt x="54695" y="12465"/>
                  <a:pt x="57550" y="18976"/>
                  <a:pt x="57550" y="27044"/>
                </a:cubicBezTo>
                <a:cubicBezTo>
                  <a:pt x="57550" y="31151"/>
                  <a:pt x="56598" y="35265"/>
                  <a:pt x="54695" y="39372"/>
                </a:cubicBezTo>
                <a:cubicBezTo>
                  <a:pt x="52792" y="43487"/>
                  <a:pt x="49709" y="48054"/>
                  <a:pt x="45446" y="53074"/>
                </a:cubicBezTo>
                <a:cubicBezTo>
                  <a:pt x="43010" y="55815"/>
                  <a:pt x="39508" y="59659"/>
                  <a:pt x="34941" y="64606"/>
                </a:cubicBezTo>
                <a:cubicBezTo>
                  <a:pt x="30374" y="69554"/>
                  <a:pt x="23446" y="76905"/>
                  <a:pt x="14159" y="86647"/>
                </a:cubicBezTo>
                <a:close/>
                <a:moveTo>
                  <a:pt x="100433" y="49421"/>
                </a:moveTo>
                <a:cubicBezTo>
                  <a:pt x="100433" y="47060"/>
                  <a:pt x="101232" y="45043"/>
                  <a:pt x="102831" y="43370"/>
                </a:cubicBezTo>
                <a:cubicBezTo>
                  <a:pt x="104505" y="41623"/>
                  <a:pt x="106484" y="40746"/>
                  <a:pt x="108768" y="40746"/>
                </a:cubicBezTo>
                <a:cubicBezTo>
                  <a:pt x="111204" y="40746"/>
                  <a:pt x="113259" y="41623"/>
                  <a:pt x="114934" y="43370"/>
                </a:cubicBezTo>
                <a:cubicBezTo>
                  <a:pt x="116685" y="45043"/>
                  <a:pt x="117561" y="47060"/>
                  <a:pt x="117561" y="49421"/>
                </a:cubicBezTo>
                <a:cubicBezTo>
                  <a:pt x="117561" y="51861"/>
                  <a:pt x="116685" y="53915"/>
                  <a:pt x="114934" y="55588"/>
                </a:cubicBezTo>
                <a:cubicBezTo>
                  <a:pt x="113259" y="57189"/>
                  <a:pt x="111204" y="57985"/>
                  <a:pt x="108768" y="57985"/>
                </a:cubicBezTo>
                <a:cubicBezTo>
                  <a:pt x="106408" y="57985"/>
                  <a:pt x="104429" y="57189"/>
                  <a:pt x="102831" y="55588"/>
                </a:cubicBezTo>
                <a:cubicBezTo>
                  <a:pt x="101232" y="53988"/>
                  <a:pt x="100433" y="51934"/>
                  <a:pt x="100433" y="49421"/>
                </a:cubicBezTo>
                <a:close/>
                <a:moveTo>
                  <a:pt x="108997" y="10258"/>
                </a:moveTo>
                <a:cubicBezTo>
                  <a:pt x="102907" y="10258"/>
                  <a:pt x="98378" y="13532"/>
                  <a:pt x="95409" y="20080"/>
                </a:cubicBezTo>
                <a:cubicBezTo>
                  <a:pt x="92440" y="26547"/>
                  <a:pt x="90955" y="36442"/>
                  <a:pt x="90955" y="49764"/>
                </a:cubicBezTo>
                <a:cubicBezTo>
                  <a:pt x="90955" y="63013"/>
                  <a:pt x="92440" y="72908"/>
                  <a:pt x="95409" y="79456"/>
                </a:cubicBezTo>
                <a:cubicBezTo>
                  <a:pt x="98378" y="85923"/>
                  <a:pt x="102907" y="89160"/>
                  <a:pt x="108997" y="89160"/>
                </a:cubicBezTo>
                <a:cubicBezTo>
                  <a:pt x="115010" y="89160"/>
                  <a:pt x="119502" y="85923"/>
                  <a:pt x="122470" y="79456"/>
                </a:cubicBezTo>
                <a:cubicBezTo>
                  <a:pt x="125515" y="72908"/>
                  <a:pt x="127038" y="63013"/>
                  <a:pt x="127038" y="49764"/>
                </a:cubicBezTo>
                <a:cubicBezTo>
                  <a:pt x="127038" y="36442"/>
                  <a:pt x="125515" y="26547"/>
                  <a:pt x="122470" y="20080"/>
                </a:cubicBezTo>
                <a:cubicBezTo>
                  <a:pt x="119502" y="13532"/>
                  <a:pt x="115010" y="10258"/>
                  <a:pt x="108997" y="10258"/>
                </a:cubicBezTo>
                <a:close/>
                <a:moveTo>
                  <a:pt x="108997" y="-17"/>
                </a:moveTo>
                <a:cubicBezTo>
                  <a:pt x="119197" y="-17"/>
                  <a:pt x="126924" y="4170"/>
                  <a:pt x="132177" y="12538"/>
                </a:cubicBezTo>
                <a:cubicBezTo>
                  <a:pt x="137429" y="20913"/>
                  <a:pt x="140055" y="33321"/>
                  <a:pt x="140055" y="49764"/>
                </a:cubicBezTo>
                <a:cubicBezTo>
                  <a:pt x="140055" y="66133"/>
                  <a:pt x="137429" y="78498"/>
                  <a:pt x="132177" y="86873"/>
                </a:cubicBezTo>
                <a:cubicBezTo>
                  <a:pt x="126924" y="95248"/>
                  <a:pt x="119197" y="99435"/>
                  <a:pt x="108997" y="99435"/>
                </a:cubicBezTo>
                <a:cubicBezTo>
                  <a:pt x="98720" y="99435"/>
                  <a:pt x="90955" y="95248"/>
                  <a:pt x="85703" y="86873"/>
                </a:cubicBezTo>
                <a:cubicBezTo>
                  <a:pt x="80527" y="78498"/>
                  <a:pt x="77939" y="66133"/>
                  <a:pt x="77939" y="49764"/>
                </a:cubicBezTo>
                <a:cubicBezTo>
                  <a:pt x="77939" y="33321"/>
                  <a:pt x="80527" y="20913"/>
                  <a:pt x="85703" y="12538"/>
                </a:cubicBezTo>
                <a:cubicBezTo>
                  <a:pt x="90955" y="4170"/>
                  <a:pt x="98720" y="-17"/>
                  <a:pt x="108997" y="-17"/>
                </a:cubicBezTo>
                <a:close/>
              </a:path>
            </a:pathLst>
          </a:custGeom>
          <a:solidFill>
            <a:srgbClr val="000000"/>
          </a:solidFill>
          <a:ln w="7300" cap="sq">
            <a:noFill/>
            <a:prstDash val="solid"/>
            <a:miter/>
          </a:ln>
        </p:spPr>
        <p:txBody>
          <a:bodyPr/>
          <a:lstStyle/>
          <a:p>
            <a:endParaRPr lang="en-GB"/>
          </a:p>
        </p:txBody>
      </p:sp>
      <p:sp>
        <p:nvSpPr>
          <p:cNvPr id="157" name="Freeform: Shape 156">
            <a:extLst>
              <a:ext uri="{FF2B5EF4-FFF2-40B4-BE49-F238E27FC236}">
                <a16:creationId xmlns:a16="http://schemas.microsoft.com/office/drawing/2014/main" id="{CFDA5A21-CBCF-7413-3C4D-5267CE7D1C7F}"/>
              </a:ext>
            </a:extLst>
          </p:cNvPr>
          <p:cNvSpPr/>
          <p:nvPr/>
        </p:nvSpPr>
        <p:spPr>
          <a:xfrm>
            <a:off x="350383" y="3183902"/>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58" name="Freeform: Shape 157">
            <a:extLst>
              <a:ext uri="{FF2B5EF4-FFF2-40B4-BE49-F238E27FC236}">
                <a16:creationId xmlns:a16="http://schemas.microsoft.com/office/drawing/2014/main" id="{7019D866-FC21-5DC4-5759-90917F6172F4}"/>
              </a:ext>
            </a:extLst>
          </p:cNvPr>
          <p:cNvSpPr/>
          <p:nvPr/>
        </p:nvSpPr>
        <p:spPr>
          <a:xfrm>
            <a:off x="141270" y="3131695"/>
            <a:ext cx="142224" cy="97625"/>
          </a:xfrm>
          <a:custGeom>
            <a:avLst/>
            <a:gdLst>
              <a:gd name="csX0" fmla="*/ 14159 w 142224"/>
              <a:gd name="csY0" fmla="*/ 86647 h 97625"/>
              <a:gd name="csX1" fmla="*/ 58235 w 142224"/>
              <a:gd name="csY1" fmla="*/ 86647 h 97625"/>
              <a:gd name="csX2" fmla="*/ 58235 w 142224"/>
              <a:gd name="csY2" fmla="*/ 97608 h 97625"/>
              <a:gd name="csX3" fmla="*/ 1 w 142224"/>
              <a:gd name="csY3" fmla="*/ 97608 h 97625"/>
              <a:gd name="csX4" fmla="*/ 1 w 142224"/>
              <a:gd name="csY4" fmla="*/ 86647 h 97625"/>
              <a:gd name="csX5" fmla="*/ 20896 w 142224"/>
              <a:gd name="csY5" fmla="*/ 64380 h 97625"/>
              <a:gd name="csX6" fmla="*/ 33342 w 142224"/>
              <a:gd name="csY6" fmla="*/ 50678 h 97625"/>
              <a:gd name="csX7" fmla="*/ 42021 w 142224"/>
              <a:gd name="csY7" fmla="*/ 38006 h 97625"/>
              <a:gd name="csX8" fmla="*/ 44304 w 142224"/>
              <a:gd name="csY8" fmla="*/ 28067 h 97625"/>
              <a:gd name="csX9" fmla="*/ 39508 w 142224"/>
              <a:gd name="csY9" fmla="*/ 15512 h 97625"/>
              <a:gd name="csX10" fmla="*/ 26606 w 142224"/>
              <a:gd name="csY10" fmla="*/ 10945 h 97625"/>
              <a:gd name="csX11" fmla="*/ 14274 w 142224"/>
              <a:gd name="csY11" fmla="*/ 13115 h 97625"/>
              <a:gd name="csX12" fmla="*/ 685 w 142224"/>
              <a:gd name="csY12" fmla="*/ 19393 h 97625"/>
              <a:gd name="csX13" fmla="*/ 685 w 142224"/>
              <a:gd name="csY13" fmla="*/ 6377 h 97625"/>
              <a:gd name="csX14" fmla="*/ 13703 w 142224"/>
              <a:gd name="csY14" fmla="*/ 1576 h 97625"/>
              <a:gd name="csX15" fmla="*/ 26377 w 142224"/>
              <a:gd name="csY15" fmla="*/ -17 h 97625"/>
              <a:gd name="csX16" fmla="*/ 48986 w 142224"/>
              <a:gd name="csY16" fmla="*/ 7518 h 97625"/>
              <a:gd name="csX17" fmla="*/ 57550 w 142224"/>
              <a:gd name="csY17" fmla="*/ 27044 h 97625"/>
              <a:gd name="csX18" fmla="*/ 54695 w 142224"/>
              <a:gd name="csY18" fmla="*/ 39372 h 97625"/>
              <a:gd name="csX19" fmla="*/ 45446 w 142224"/>
              <a:gd name="csY19" fmla="*/ 53074 h 97625"/>
              <a:gd name="csX20" fmla="*/ 34941 w 142224"/>
              <a:gd name="csY20" fmla="*/ 64606 h 97625"/>
              <a:gd name="csX21" fmla="*/ 14159 w 142224"/>
              <a:gd name="csY21" fmla="*/ 86647 h 97625"/>
              <a:gd name="csX22" fmla="*/ 116533 w 142224"/>
              <a:gd name="csY22" fmla="*/ 13568 h 97625"/>
              <a:gd name="csX23" fmla="*/ 86388 w 142224"/>
              <a:gd name="csY23" fmla="*/ 64153 h 97625"/>
              <a:gd name="csX24" fmla="*/ 116533 w 142224"/>
              <a:gd name="csY24" fmla="*/ 64153 h 97625"/>
              <a:gd name="csX25" fmla="*/ 114478 w 142224"/>
              <a:gd name="csY25" fmla="*/ 1693 h 97625"/>
              <a:gd name="csX26" fmla="*/ 129550 w 142224"/>
              <a:gd name="csY26" fmla="*/ 1693 h 97625"/>
              <a:gd name="csX27" fmla="*/ 129550 w 142224"/>
              <a:gd name="csY27" fmla="*/ 64153 h 97625"/>
              <a:gd name="csX28" fmla="*/ 142225 w 142224"/>
              <a:gd name="csY28" fmla="*/ 64153 h 97625"/>
              <a:gd name="csX29" fmla="*/ 142225 w 142224"/>
              <a:gd name="csY29" fmla="*/ 74771 h 97625"/>
              <a:gd name="csX30" fmla="*/ 129550 w 142224"/>
              <a:gd name="csY30" fmla="*/ 74771 h 97625"/>
              <a:gd name="csX31" fmla="*/ 129550 w 142224"/>
              <a:gd name="csY31" fmla="*/ 97608 h 97625"/>
              <a:gd name="csX32" fmla="*/ 116533 w 142224"/>
              <a:gd name="csY32" fmla="*/ 97608 h 97625"/>
              <a:gd name="csX33" fmla="*/ 116533 w 142224"/>
              <a:gd name="csY33" fmla="*/ 74771 h 97625"/>
              <a:gd name="csX34" fmla="*/ 75883 w 142224"/>
              <a:gd name="csY34" fmla="*/ 74771 h 97625"/>
              <a:gd name="csX35" fmla="*/ 75883 w 142224"/>
              <a:gd name="csY35" fmla="*/ 62443 h 97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42224" h="97625">
                <a:moveTo>
                  <a:pt x="14159" y="86647"/>
                </a:moveTo>
                <a:lnTo>
                  <a:pt x="58235" y="86647"/>
                </a:lnTo>
                <a:lnTo>
                  <a:pt x="58235" y="97608"/>
                </a:lnTo>
                <a:lnTo>
                  <a:pt x="1" y="97608"/>
                </a:lnTo>
                <a:lnTo>
                  <a:pt x="1" y="86647"/>
                </a:lnTo>
                <a:cubicBezTo>
                  <a:pt x="7993" y="78272"/>
                  <a:pt x="14958" y="70854"/>
                  <a:pt x="20896" y="64380"/>
                </a:cubicBezTo>
                <a:cubicBezTo>
                  <a:pt x="26910" y="57912"/>
                  <a:pt x="31058" y="53345"/>
                  <a:pt x="33342" y="50678"/>
                </a:cubicBezTo>
                <a:cubicBezTo>
                  <a:pt x="37605" y="45423"/>
                  <a:pt x="40498" y="41199"/>
                  <a:pt x="42021" y="38006"/>
                </a:cubicBezTo>
                <a:cubicBezTo>
                  <a:pt x="43543" y="34732"/>
                  <a:pt x="44304" y="31421"/>
                  <a:pt x="44304" y="28067"/>
                </a:cubicBezTo>
                <a:cubicBezTo>
                  <a:pt x="44304" y="22667"/>
                  <a:pt x="42705" y="18479"/>
                  <a:pt x="39508" y="15512"/>
                </a:cubicBezTo>
                <a:cubicBezTo>
                  <a:pt x="36387" y="12465"/>
                  <a:pt x="32086" y="10945"/>
                  <a:pt x="26606" y="10945"/>
                </a:cubicBezTo>
                <a:cubicBezTo>
                  <a:pt x="22723" y="10945"/>
                  <a:pt x="18612" y="11668"/>
                  <a:pt x="14274" y="13115"/>
                </a:cubicBezTo>
                <a:cubicBezTo>
                  <a:pt x="10011" y="14482"/>
                  <a:pt x="5482" y="16572"/>
                  <a:pt x="685" y="19393"/>
                </a:cubicBezTo>
                <a:lnTo>
                  <a:pt x="685" y="6377"/>
                </a:lnTo>
                <a:cubicBezTo>
                  <a:pt x="5101" y="4244"/>
                  <a:pt x="9440" y="2643"/>
                  <a:pt x="13703" y="1576"/>
                </a:cubicBezTo>
                <a:cubicBezTo>
                  <a:pt x="17966" y="517"/>
                  <a:pt x="22190" y="-17"/>
                  <a:pt x="26377" y="-17"/>
                </a:cubicBezTo>
                <a:cubicBezTo>
                  <a:pt x="35740" y="-17"/>
                  <a:pt x="43276" y="2490"/>
                  <a:pt x="48986" y="7518"/>
                </a:cubicBezTo>
                <a:cubicBezTo>
                  <a:pt x="54695" y="12465"/>
                  <a:pt x="57550" y="18976"/>
                  <a:pt x="57550" y="27044"/>
                </a:cubicBezTo>
                <a:cubicBezTo>
                  <a:pt x="57550" y="31151"/>
                  <a:pt x="56598" y="35265"/>
                  <a:pt x="54695" y="39372"/>
                </a:cubicBezTo>
                <a:cubicBezTo>
                  <a:pt x="52792" y="43487"/>
                  <a:pt x="49709" y="48054"/>
                  <a:pt x="45446" y="53074"/>
                </a:cubicBezTo>
                <a:cubicBezTo>
                  <a:pt x="43010" y="55815"/>
                  <a:pt x="39508" y="59659"/>
                  <a:pt x="34941" y="64606"/>
                </a:cubicBezTo>
                <a:cubicBezTo>
                  <a:pt x="30374" y="69554"/>
                  <a:pt x="23446" y="76905"/>
                  <a:pt x="14159" y="86647"/>
                </a:cubicBezTo>
                <a:close/>
                <a:moveTo>
                  <a:pt x="116533" y="13568"/>
                </a:moveTo>
                <a:lnTo>
                  <a:pt x="86388" y="64153"/>
                </a:lnTo>
                <a:lnTo>
                  <a:pt x="116533" y="64153"/>
                </a:lnTo>
                <a:close/>
                <a:moveTo>
                  <a:pt x="114478" y="1693"/>
                </a:moveTo>
                <a:lnTo>
                  <a:pt x="129550" y="1693"/>
                </a:lnTo>
                <a:lnTo>
                  <a:pt x="129550" y="64153"/>
                </a:lnTo>
                <a:lnTo>
                  <a:pt x="142225" y="64153"/>
                </a:lnTo>
                <a:lnTo>
                  <a:pt x="142225" y="74771"/>
                </a:lnTo>
                <a:lnTo>
                  <a:pt x="129550" y="74771"/>
                </a:lnTo>
                <a:lnTo>
                  <a:pt x="129550" y="97608"/>
                </a:lnTo>
                <a:lnTo>
                  <a:pt x="116533" y="97608"/>
                </a:lnTo>
                <a:lnTo>
                  <a:pt x="116533" y="74771"/>
                </a:lnTo>
                <a:lnTo>
                  <a:pt x="75883" y="74771"/>
                </a:lnTo>
                <a:lnTo>
                  <a:pt x="75883" y="62443"/>
                </a:lnTo>
                <a:close/>
              </a:path>
            </a:pathLst>
          </a:custGeom>
          <a:solidFill>
            <a:srgbClr val="000000"/>
          </a:solidFill>
          <a:ln w="7300" cap="sq">
            <a:noFill/>
            <a:prstDash val="solid"/>
            <a:miter/>
          </a:ln>
        </p:spPr>
        <p:txBody>
          <a:bodyPr/>
          <a:lstStyle/>
          <a:p>
            <a:endParaRPr lang="en-GB"/>
          </a:p>
        </p:txBody>
      </p:sp>
      <p:sp>
        <p:nvSpPr>
          <p:cNvPr id="159" name="Freeform: Shape 158">
            <a:extLst>
              <a:ext uri="{FF2B5EF4-FFF2-40B4-BE49-F238E27FC236}">
                <a16:creationId xmlns:a16="http://schemas.microsoft.com/office/drawing/2014/main" id="{4F623EF6-EAAF-17F1-A5FC-3B08B162C75A}"/>
              </a:ext>
            </a:extLst>
          </p:cNvPr>
          <p:cNvSpPr/>
          <p:nvPr/>
        </p:nvSpPr>
        <p:spPr>
          <a:xfrm>
            <a:off x="350383" y="3014141"/>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60" name="Freeform: Shape 159">
            <a:extLst>
              <a:ext uri="{FF2B5EF4-FFF2-40B4-BE49-F238E27FC236}">
                <a16:creationId xmlns:a16="http://schemas.microsoft.com/office/drawing/2014/main" id="{DC19CC6B-A18F-47E4-8A5B-C773F59CC6D9}"/>
              </a:ext>
            </a:extLst>
          </p:cNvPr>
          <p:cNvSpPr/>
          <p:nvPr/>
        </p:nvSpPr>
        <p:spPr>
          <a:xfrm>
            <a:off x="141270" y="2963615"/>
            <a:ext cx="140168" cy="99452"/>
          </a:xfrm>
          <a:custGeom>
            <a:avLst/>
            <a:gdLst>
              <a:gd name="csX0" fmla="*/ 14159 w 140168"/>
              <a:gd name="csY0" fmla="*/ 86647 h 99452"/>
              <a:gd name="csX1" fmla="*/ 58235 w 140168"/>
              <a:gd name="csY1" fmla="*/ 86647 h 99452"/>
              <a:gd name="csX2" fmla="*/ 58235 w 140168"/>
              <a:gd name="csY2" fmla="*/ 97608 h 99452"/>
              <a:gd name="csX3" fmla="*/ 1 w 140168"/>
              <a:gd name="csY3" fmla="*/ 97608 h 99452"/>
              <a:gd name="csX4" fmla="*/ 1 w 140168"/>
              <a:gd name="csY4" fmla="*/ 86647 h 99452"/>
              <a:gd name="csX5" fmla="*/ 20896 w 140168"/>
              <a:gd name="csY5" fmla="*/ 64380 h 99452"/>
              <a:gd name="csX6" fmla="*/ 33342 w 140168"/>
              <a:gd name="csY6" fmla="*/ 50678 h 99452"/>
              <a:gd name="csX7" fmla="*/ 42021 w 140168"/>
              <a:gd name="csY7" fmla="*/ 38006 h 99452"/>
              <a:gd name="csX8" fmla="*/ 44304 w 140168"/>
              <a:gd name="csY8" fmla="*/ 28067 h 99452"/>
              <a:gd name="csX9" fmla="*/ 39508 w 140168"/>
              <a:gd name="csY9" fmla="*/ 15512 h 99452"/>
              <a:gd name="csX10" fmla="*/ 26606 w 140168"/>
              <a:gd name="csY10" fmla="*/ 10945 h 99452"/>
              <a:gd name="csX11" fmla="*/ 14274 w 140168"/>
              <a:gd name="csY11" fmla="*/ 13115 h 99452"/>
              <a:gd name="csX12" fmla="*/ 685 w 140168"/>
              <a:gd name="csY12" fmla="*/ 19393 h 99452"/>
              <a:gd name="csX13" fmla="*/ 685 w 140168"/>
              <a:gd name="csY13" fmla="*/ 6377 h 99452"/>
              <a:gd name="csX14" fmla="*/ 13703 w 140168"/>
              <a:gd name="csY14" fmla="*/ 1576 h 99452"/>
              <a:gd name="csX15" fmla="*/ 26377 w 140168"/>
              <a:gd name="csY15" fmla="*/ -17 h 99452"/>
              <a:gd name="csX16" fmla="*/ 48986 w 140168"/>
              <a:gd name="csY16" fmla="*/ 7518 h 99452"/>
              <a:gd name="csX17" fmla="*/ 57550 w 140168"/>
              <a:gd name="csY17" fmla="*/ 27044 h 99452"/>
              <a:gd name="csX18" fmla="*/ 54695 w 140168"/>
              <a:gd name="csY18" fmla="*/ 39372 h 99452"/>
              <a:gd name="csX19" fmla="*/ 45446 w 140168"/>
              <a:gd name="csY19" fmla="*/ 53074 h 99452"/>
              <a:gd name="csX20" fmla="*/ 34941 w 140168"/>
              <a:gd name="csY20" fmla="*/ 64606 h 99452"/>
              <a:gd name="csX21" fmla="*/ 14159 w 140168"/>
              <a:gd name="csY21" fmla="*/ 86647 h 99452"/>
              <a:gd name="csX22" fmla="*/ 108997 w 140168"/>
              <a:gd name="csY22" fmla="*/ 52051 h 99452"/>
              <a:gd name="csX23" fmla="*/ 95523 w 140168"/>
              <a:gd name="csY23" fmla="*/ 56962 h 99452"/>
              <a:gd name="csX24" fmla="*/ 90841 w 140168"/>
              <a:gd name="csY24" fmla="*/ 70657 h 99452"/>
              <a:gd name="csX25" fmla="*/ 95637 w 140168"/>
              <a:gd name="csY25" fmla="*/ 84366 h 99452"/>
              <a:gd name="csX26" fmla="*/ 108997 w 140168"/>
              <a:gd name="csY26" fmla="*/ 89270 h 99452"/>
              <a:gd name="csX27" fmla="*/ 122356 w 140168"/>
              <a:gd name="csY27" fmla="*/ 84476 h 99452"/>
              <a:gd name="csX28" fmla="*/ 127152 w 140168"/>
              <a:gd name="csY28" fmla="*/ 70657 h 99452"/>
              <a:gd name="csX29" fmla="*/ 122356 w 140168"/>
              <a:gd name="csY29" fmla="*/ 56962 h 99452"/>
              <a:gd name="csX30" fmla="*/ 108997 w 140168"/>
              <a:gd name="csY30" fmla="*/ 52051 h 99452"/>
              <a:gd name="csX31" fmla="*/ 97692 w 140168"/>
              <a:gd name="csY31" fmla="*/ 46680 h 99452"/>
              <a:gd name="csX32" fmla="*/ 84676 w 140168"/>
              <a:gd name="csY32" fmla="*/ 38802 h 99452"/>
              <a:gd name="csX33" fmla="*/ 79994 w 140168"/>
              <a:gd name="csY33" fmla="*/ 24874 h 99452"/>
              <a:gd name="csX34" fmla="*/ 87758 w 140168"/>
              <a:gd name="csY34" fmla="*/ 6714 h 99452"/>
              <a:gd name="csX35" fmla="*/ 108997 w 140168"/>
              <a:gd name="csY35" fmla="*/ -17 h 99452"/>
              <a:gd name="csX36" fmla="*/ 130121 w 140168"/>
              <a:gd name="csY36" fmla="*/ 6714 h 99452"/>
              <a:gd name="csX37" fmla="*/ 137885 w 140168"/>
              <a:gd name="csY37" fmla="*/ 24874 h 99452"/>
              <a:gd name="csX38" fmla="*/ 133204 w 140168"/>
              <a:gd name="csY38" fmla="*/ 38802 h 99452"/>
              <a:gd name="csX39" fmla="*/ 120301 w 140168"/>
              <a:gd name="csY39" fmla="*/ 46680 h 99452"/>
              <a:gd name="csX40" fmla="*/ 135031 w 140168"/>
              <a:gd name="csY40" fmla="*/ 55245 h 99452"/>
              <a:gd name="csX41" fmla="*/ 140169 w 140168"/>
              <a:gd name="csY41" fmla="*/ 71804 h 99452"/>
              <a:gd name="csX42" fmla="*/ 131834 w 140168"/>
              <a:gd name="csY42" fmla="*/ 92127 h 99452"/>
              <a:gd name="csX43" fmla="*/ 108997 w 140168"/>
              <a:gd name="csY43" fmla="*/ 99435 h 99452"/>
              <a:gd name="csX44" fmla="*/ 86046 w 140168"/>
              <a:gd name="csY44" fmla="*/ 92244 h 99452"/>
              <a:gd name="csX45" fmla="*/ 77825 w 140168"/>
              <a:gd name="csY45" fmla="*/ 72031 h 99452"/>
              <a:gd name="csX46" fmla="*/ 82849 w 140168"/>
              <a:gd name="csY46" fmla="*/ 55245 h 99452"/>
              <a:gd name="csX47" fmla="*/ 97692 w 140168"/>
              <a:gd name="csY47" fmla="*/ 46680 h 99452"/>
              <a:gd name="csX48" fmla="*/ 92897 w 140168"/>
              <a:gd name="csY48" fmla="*/ 26014 h 99452"/>
              <a:gd name="csX49" fmla="*/ 97008 w 140168"/>
              <a:gd name="csY49" fmla="*/ 37889 h 99452"/>
              <a:gd name="csX50" fmla="*/ 108997 w 140168"/>
              <a:gd name="csY50" fmla="*/ 41886 h 99452"/>
              <a:gd name="csX51" fmla="*/ 120872 w 140168"/>
              <a:gd name="csY51" fmla="*/ 37889 h 99452"/>
              <a:gd name="csX52" fmla="*/ 124983 w 140168"/>
              <a:gd name="csY52" fmla="*/ 26014 h 99452"/>
              <a:gd name="csX53" fmla="*/ 120872 w 140168"/>
              <a:gd name="csY53" fmla="*/ 14138 h 99452"/>
              <a:gd name="csX54" fmla="*/ 108997 w 140168"/>
              <a:gd name="csY54" fmla="*/ 10031 h 99452"/>
              <a:gd name="csX55" fmla="*/ 97008 w 140168"/>
              <a:gd name="csY55" fmla="*/ 14138 h 99452"/>
              <a:gd name="csX56" fmla="*/ 92897 w 140168"/>
              <a:gd name="csY56"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40168" h="99452">
                <a:moveTo>
                  <a:pt x="14159" y="86647"/>
                </a:moveTo>
                <a:lnTo>
                  <a:pt x="58235" y="86647"/>
                </a:lnTo>
                <a:lnTo>
                  <a:pt x="58235" y="97608"/>
                </a:lnTo>
                <a:lnTo>
                  <a:pt x="1" y="97608"/>
                </a:lnTo>
                <a:lnTo>
                  <a:pt x="1" y="86647"/>
                </a:lnTo>
                <a:cubicBezTo>
                  <a:pt x="7993" y="78272"/>
                  <a:pt x="14958" y="70854"/>
                  <a:pt x="20896" y="64380"/>
                </a:cubicBezTo>
                <a:cubicBezTo>
                  <a:pt x="26910" y="57912"/>
                  <a:pt x="31058" y="53345"/>
                  <a:pt x="33342" y="50678"/>
                </a:cubicBezTo>
                <a:cubicBezTo>
                  <a:pt x="37605" y="45423"/>
                  <a:pt x="40498" y="41199"/>
                  <a:pt x="42021" y="38006"/>
                </a:cubicBezTo>
                <a:cubicBezTo>
                  <a:pt x="43543" y="34732"/>
                  <a:pt x="44304" y="31421"/>
                  <a:pt x="44304" y="28067"/>
                </a:cubicBezTo>
                <a:cubicBezTo>
                  <a:pt x="44304" y="22667"/>
                  <a:pt x="42705" y="18479"/>
                  <a:pt x="39508" y="15512"/>
                </a:cubicBezTo>
                <a:cubicBezTo>
                  <a:pt x="36387" y="12465"/>
                  <a:pt x="32086" y="10945"/>
                  <a:pt x="26606" y="10945"/>
                </a:cubicBezTo>
                <a:cubicBezTo>
                  <a:pt x="22723" y="10945"/>
                  <a:pt x="18612" y="11668"/>
                  <a:pt x="14274" y="13115"/>
                </a:cubicBezTo>
                <a:cubicBezTo>
                  <a:pt x="10011" y="14482"/>
                  <a:pt x="5482" y="16572"/>
                  <a:pt x="685" y="19393"/>
                </a:cubicBezTo>
                <a:lnTo>
                  <a:pt x="685" y="6377"/>
                </a:lnTo>
                <a:cubicBezTo>
                  <a:pt x="5101" y="4244"/>
                  <a:pt x="9440" y="2643"/>
                  <a:pt x="13703" y="1576"/>
                </a:cubicBezTo>
                <a:cubicBezTo>
                  <a:pt x="17966" y="517"/>
                  <a:pt x="22190" y="-17"/>
                  <a:pt x="26377" y="-17"/>
                </a:cubicBezTo>
                <a:cubicBezTo>
                  <a:pt x="35740" y="-17"/>
                  <a:pt x="43276" y="2490"/>
                  <a:pt x="48986" y="7518"/>
                </a:cubicBezTo>
                <a:cubicBezTo>
                  <a:pt x="54695" y="12465"/>
                  <a:pt x="57550" y="18976"/>
                  <a:pt x="57550" y="27044"/>
                </a:cubicBezTo>
                <a:cubicBezTo>
                  <a:pt x="57550" y="31151"/>
                  <a:pt x="56598" y="35265"/>
                  <a:pt x="54695" y="39372"/>
                </a:cubicBezTo>
                <a:cubicBezTo>
                  <a:pt x="52792" y="43487"/>
                  <a:pt x="49709" y="48054"/>
                  <a:pt x="45446" y="53074"/>
                </a:cubicBezTo>
                <a:cubicBezTo>
                  <a:pt x="43010" y="55815"/>
                  <a:pt x="39508" y="59659"/>
                  <a:pt x="34941" y="64606"/>
                </a:cubicBezTo>
                <a:cubicBezTo>
                  <a:pt x="30374" y="69554"/>
                  <a:pt x="23446" y="76905"/>
                  <a:pt x="14159" y="86647"/>
                </a:cubicBezTo>
                <a:close/>
                <a:moveTo>
                  <a:pt x="108997" y="52051"/>
                </a:moveTo>
                <a:cubicBezTo>
                  <a:pt x="103211" y="52051"/>
                  <a:pt x="98720" y="53688"/>
                  <a:pt x="95523" y="56962"/>
                </a:cubicBezTo>
                <a:cubicBezTo>
                  <a:pt x="92402" y="60156"/>
                  <a:pt x="90841" y="64723"/>
                  <a:pt x="90841" y="70657"/>
                </a:cubicBezTo>
                <a:cubicBezTo>
                  <a:pt x="90841" y="76525"/>
                  <a:pt x="92440" y="81093"/>
                  <a:pt x="95637" y="84366"/>
                </a:cubicBezTo>
                <a:cubicBezTo>
                  <a:pt x="98835" y="87633"/>
                  <a:pt x="103287" y="89270"/>
                  <a:pt x="108997" y="89270"/>
                </a:cubicBezTo>
                <a:cubicBezTo>
                  <a:pt x="114782" y="89270"/>
                  <a:pt x="119235" y="87677"/>
                  <a:pt x="122356" y="84476"/>
                </a:cubicBezTo>
                <a:cubicBezTo>
                  <a:pt x="125553" y="81202"/>
                  <a:pt x="127152" y="76598"/>
                  <a:pt x="127152" y="70657"/>
                </a:cubicBezTo>
                <a:cubicBezTo>
                  <a:pt x="127152" y="64796"/>
                  <a:pt x="125553" y="60229"/>
                  <a:pt x="122356" y="56962"/>
                </a:cubicBezTo>
                <a:cubicBezTo>
                  <a:pt x="119159" y="53688"/>
                  <a:pt x="114706" y="52051"/>
                  <a:pt x="108997" y="52051"/>
                </a:cubicBezTo>
                <a:close/>
                <a:moveTo>
                  <a:pt x="97692" y="46680"/>
                </a:moveTo>
                <a:cubicBezTo>
                  <a:pt x="92136" y="45233"/>
                  <a:pt x="87797" y="42610"/>
                  <a:pt x="84676" y="38802"/>
                </a:cubicBezTo>
                <a:cubicBezTo>
                  <a:pt x="81555" y="34922"/>
                  <a:pt x="79994" y="30274"/>
                  <a:pt x="79994" y="24874"/>
                </a:cubicBezTo>
                <a:cubicBezTo>
                  <a:pt x="79994" y="17259"/>
                  <a:pt x="82582" y="11208"/>
                  <a:pt x="87758" y="6714"/>
                </a:cubicBezTo>
                <a:cubicBezTo>
                  <a:pt x="93011" y="2227"/>
                  <a:pt x="100091" y="-17"/>
                  <a:pt x="108997" y="-17"/>
                </a:cubicBezTo>
                <a:cubicBezTo>
                  <a:pt x="117903" y="-17"/>
                  <a:pt x="124945" y="2227"/>
                  <a:pt x="130121" y="6714"/>
                </a:cubicBezTo>
                <a:cubicBezTo>
                  <a:pt x="135297" y="11208"/>
                  <a:pt x="137885" y="17259"/>
                  <a:pt x="137885" y="24874"/>
                </a:cubicBezTo>
                <a:cubicBezTo>
                  <a:pt x="137885" y="30274"/>
                  <a:pt x="136325" y="34922"/>
                  <a:pt x="133204" y="38802"/>
                </a:cubicBezTo>
                <a:cubicBezTo>
                  <a:pt x="130159" y="42610"/>
                  <a:pt x="125858" y="45233"/>
                  <a:pt x="120301" y="46680"/>
                </a:cubicBezTo>
                <a:cubicBezTo>
                  <a:pt x="126696" y="48054"/>
                  <a:pt x="131606" y="50904"/>
                  <a:pt x="135031" y="55245"/>
                </a:cubicBezTo>
                <a:cubicBezTo>
                  <a:pt x="138456" y="59505"/>
                  <a:pt x="140169" y="65030"/>
                  <a:pt x="140169" y="71804"/>
                </a:cubicBezTo>
                <a:cubicBezTo>
                  <a:pt x="140169" y="80479"/>
                  <a:pt x="137391" y="87253"/>
                  <a:pt x="131834" y="92127"/>
                </a:cubicBezTo>
                <a:cubicBezTo>
                  <a:pt x="126353" y="97002"/>
                  <a:pt x="118740" y="99435"/>
                  <a:pt x="108997" y="99435"/>
                </a:cubicBezTo>
                <a:cubicBezTo>
                  <a:pt x="99177" y="99435"/>
                  <a:pt x="91527" y="97038"/>
                  <a:pt x="86046" y="92244"/>
                </a:cubicBezTo>
                <a:cubicBezTo>
                  <a:pt x="80565" y="87370"/>
                  <a:pt x="77825" y="80632"/>
                  <a:pt x="77825" y="72031"/>
                </a:cubicBezTo>
                <a:cubicBezTo>
                  <a:pt x="77825" y="65183"/>
                  <a:pt x="79500" y="59586"/>
                  <a:pt x="82849" y="55245"/>
                </a:cubicBezTo>
                <a:cubicBezTo>
                  <a:pt x="86274" y="50904"/>
                  <a:pt x="91222" y="48054"/>
                  <a:pt x="97692" y="46680"/>
                </a:cubicBezTo>
                <a:close/>
                <a:moveTo>
                  <a:pt x="92897" y="26014"/>
                </a:moveTo>
                <a:cubicBezTo>
                  <a:pt x="92897" y="31188"/>
                  <a:pt x="94267" y="35148"/>
                  <a:pt x="97008" y="37889"/>
                </a:cubicBezTo>
                <a:cubicBezTo>
                  <a:pt x="99748" y="40556"/>
                  <a:pt x="103745" y="41886"/>
                  <a:pt x="108997" y="41886"/>
                </a:cubicBezTo>
                <a:cubicBezTo>
                  <a:pt x="114173" y="41886"/>
                  <a:pt x="118132" y="40556"/>
                  <a:pt x="120872" y="37889"/>
                </a:cubicBezTo>
                <a:cubicBezTo>
                  <a:pt x="123612" y="35148"/>
                  <a:pt x="124983" y="31188"/>
                  <a:pt x="124983" y="26014"/>
                </a:cubicBezTo>
                <a:cubicBezTo>
                  <a:pt x="124983" y="20840"/>
                  <a:pt x="123612" y="16879"/>
                  <a:pt x="120872" y="14138"/>
                </a:cubicBezTo>
                <a:cubicBezTo>
                  <a:pt x="118208" y="11398"/>
                  <a:pt x="114249" y="10031"/>
                  <a:pt x="108997" y="10031"/>
                </a:cubicBezTo>
                <a:cubicBezTo>
                  <a:pt x="103745" y="10031"/>
                  <a:pt x="99748" y="11398"/>
                  <a:pt x="97008" y="14138"/>
                </a:cubicBezTo>
                <a:cubicBezTo>
                  <a:pt x="94267" y="16879"/>
                  <a:pt x="92897" y="20840"/>
                  <a:pt x="92897" y="26014"/>
                </a:cubicBezTo>
                <a:close/>
              </a:path>
            </a:pathLst>
          </a:custGeom>
          <a:solidFill>
            <a:srgbClr val="000000"/>
          </a:solidFill>
          <a:ln w="7300" cap="sq">
            <a:noFill/>
            <a:prstDash val="solid"/>
            <a:miter/>
          </a:ln>
        </p:spPr>
        <p:txBody>
          <a:bodyPr/>
          <a:lstStyle/>
          <a:p>
            <a:endParaRPr lang="en-GB"/>
          </a:p>
        </p:txBody>
      </p:sp>
      <p:sp>
        <p:nvSpPr>
          <p:cNvPr id="161" name="Freeform: Shape 160">
            <a:extLst>
              <a:ext uri="{FF2B5EF4-FFF2-40B4-BE49-F238E27FC236}">
                <a16:creationId xmlns:a16="http://schemas.microsoft.com/office/drawing/2014/main" id="{2197374A-BC76-1210-2E81-2B4D4CE89912}"/>
              </a:ext>
            </a:extLst>
          </p:cNvPr>
          <p:cNvSpPr/>
          <p:nvPr/>
        </p:nvSpPr>
        <p:spPr>
          <a:xfrm>
            <a:off x="350383" y="2844381"/>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62" name="Freeform: Shape 161">
            <a:extLst>
              <a:ext uri="{FF2B5EF4-FFF2-40B4-BE49-F238E27FC236}">
                <a16:creationId xmlns:a16="http://schemas.microsoft.com/office/drawing/2014/main" id="{B91518DE-3702-450F-426B-3EB4D36DF194}"/>
              </a:ext>
            </a:extLst>
          </p:cNvPr>
          <p:cNvSpPr/>
          <p:nvPr/>
        </p:nvSpPr>
        <p:spPr>
          <a:xfrm>
            <a:off x="140242" y="2795535"/>
            <a:ext cx="138456" cy="99452"/>
          </a:xfrm>
          <a:custGeom>
            <a:avLst/>
            <a:gdLst>
              <a:gd name="csX0" fmla="*/ 41107 w 138456"/>
              <a:gd name="csY0" fmla="*/ 46337 h 99452"/>
              <a:gd name="csX1" fmla="*/ 55495 w 138456"/>
              <a:gd name="csY1" fmla="*/ 55135 h 99452"/>
              <a:gd name="csX2" fmla="*/ 60519 w 138456"/>
              <a:gd name="csY2" fmla="*/ 71117 h 99452"/>
              <a:gd name="csX3" fmla="*/ 51612 w 138456"/>
              <a:gd name="csY3" fmla="*/ 91901 h 99452"/>
              <a:gd name="csX4" fmla="*/ 26948 w 138456"/>
              <a:gd name="csY4" fmla="*/ 99435 h 99452"/>
              <a:gd name="csX5" fmla="*/ 13475 w 138456"/>
              <a:gd name="csY5" fmla="*/ 98178 h 99452"/>
              <a:gd name="csX6" fmla="*/ 1 w 138456"/>
              <a:gd name="csY6" fmla="*/ 94751 h 99452"/>
              <a:gd name="csX7" fmla="*/ 1 w 138456"/>
              <a:gd name="csY7" fmla="*/ 81853 h 99452"/>
              <a:gd name="csX8" fmla="*/ 12904 w 138456"/>
              <a:gd name="csY8" fmla="*/ 86873 h 99452"/>
              <a:gd name="csX9" fmla="*/ 25578 w 138456"/>
              <a:gd name="csY9" fmla="*/ 88590 h 99452"/>
              <a:gd name="csX10" fmla="*/ 41907 w 138456"/>
              <a:gd name="csY10" fmla="*/ 83789 h 99452"/>
              <a:gd name="csX11" fmla="*/ 47616 w 138456"/>
              <a:gd name="csY11" fmla="*/ 69861 h 99452"/>
              <a:gd name="csX12" fmla="*/ 41907 w 138456"/>
              <a:gd name="csY12" fmla="*/ 56619 h 99452"/>
              <a:gd name="csX13" fmla="*/ 26492 w 138456"/>
              <a:gd name="csY13" fmla="*/ 51708 h 99452"/>
              <a:gd name="csX14" fmla="*/ 16558 w 138456"/>
              <a:gd name="csY14" fmla="*/ 51708 h 99452"/>
              <a:gd name="csX15" fmla="*/ 16558 w 138456"/>
              <a:gd name="csY15" fmla="*/ 40973 h 99452"/>
              <a:gd name="csX16" fmla="*/ 26492 w 138456"/>
              <a:gd name="csY16" fmla="*/ 40973 h 99452"/>
              <a:gd name="csX17" fmla="*/ 40423 w 138456"/>
              <a:gd name="csY17" fmla="*/ 37092 h 99452"/>
              <a:gd name="csX18" fmla="*/ 45447 w 138456"/>
              <a:gd name="csY18" fmla="*/ 26130 h 99452"/>
              <a:gd name="csX19" fmla="*/ 40765 w 138456"/>
              <a:gd name="csY19" fmla="*/ 14942 h 99452"/>
              <a:gd name="csX20" fmla="*/ 27520 w 138456"/>
              <a:gd name="csY20" fmla="*/ 10945 h 99452"/>
              <a:gd name="csX21" fmla="*/ 15645 w 138456"/>
              <a:gd name="csY21" fmla="*/ 12195 h 99452"/>
              <a:gd name="csX22" fmla="*/ 2856 w 138456"/>
              <a:gd name="csY22" fmla="*/ 16082 h 99452"/>
              <a:gd name="csX23" fmla="*/ 2856 w 138456"/>
              <a:gd name="csY23" fmla="*/ 4090 h 99452"/>
              <a:gd name="csX24" fmla="*/ 16672 w 138456"/>
              <a:gd name="csY24" fmla="*/ 1006 h 99452"/>
              <a:gd name="csX25" fmla="*/ 27520 w 138456"/>
              <a:gd name="csY25" fmla="*/ -17 h 99452"/>
              <a:gd name="csX26" fmla="*/ 49785 w 138456"/>
              <a:gd name="csY26" fmla="*/ 7057 h 99452"/>
              <a:gd name="csX27" fmla="*/ 58235 w 138456"/>
              <a:gd name="csY27" fmla="*/ 25670 h 99452"/>
              <a:gd name="csX28" fmla="*/ 53782 w 138456"/>
              <a:gd name="csY28" fmla="*/ 38802 h 99452"/>
              <a:gd name="csX29" fmla="*/ 41107 w 138456"/>
              <a:gd name="csY29" fmla="*/ 46337 h 99452"/>
              <a:gd name="csX30" fmla="*/ 94382 w 138456"/>
              <a:gd name="csY30" fmla="*/ 86647 h 99452"/>
              <a:gd name="csX31" fmla="*/ 138457 w 138456"/>
              <a:gd name="csY31" fmla="*/ 86647 h 99452"/>
              <a:gd name="csX32" fmla="*/ 138457 w 138456"/>
              <a:gd name="csY32" fmla="*/ 97608 h 99452"/>
              <a:gd name="csX33" fmla="*/ 80223 w 138456"/>
              <a:gd name="csY33" fmla="*/ 97608 h 99452"/>
              <a:gd name="csX34" fmla="*/ 80223 w 138456"/>
              <a:gd name="csY34" fmla="*/ 86647 h 99452"/>
              <a:gd name="csX35" fmla="*/ 101118 w 138456"/>
              <a:gd name="csY35" fmla="*/ 64380 h 99452"/>
              <a:gd name="csX36" fmla="*/ 113565 w 138456"/>
              <a:gd name="csY36" fmla="*/ 50678 h 99452"/>
              <a:gd name="csX37" fmla="*/ 122243 w 138456"/>
              <a:gd name="csY37" fmla="*/ 38006 h 99452"/>
              <a:gd name="csX38" fmla="*/ 124527 w 138456"/>
              <a:gd name="csY38" fmla="*/ 28067 h 99452"/>
              <a:gd name="csX39" fmla="*/ 119731 w 138456"/>
              <a:gd name="csY39" fmla="*/ 15512 h 99452"/>
              <a:gd name="csX40" fmla="*/ 106828 w 138456"/>
              <a:gd name="csY40" fmla="*/ 10945 h 99452"/>
              <a:gd name="csX41" fmla="*/ 94496 w 138456"/>
              <a:gd name="csY41" fmla="*/ 13115 h 99452"/>
              <a:gd name="csX42" fmla="*/ 80908 w 138456"/>
              <a:gd name="csY42" fmla="*/ 19393 h 99452"/>
              <a:gd name="csX43" fmla="*/ 80908 w 138456"/>
              <a:gd name="csY43" fmla="*/ 6377 h 99452"/>
              <a:gd name="csX44" fmla="*/ 93925 w 138456"/>
              <a:gd name="csY44" fmla="*/ 1576 h 99452"/>
              <a:gd name="csX45" fmla="*/ 106599 w 138456"/>
              <a:gd name="csY45" fmla="*/ -17 h 99452"/>
              <a:gd name="csX46" fmla="*/ 129208 w 138456"/>
              <a:gd name="csY46" fmla="*/ 7518 h 99452"/>
              <a:gd name="csX47" fmla="*/ 137772 w 138456"/>
              <a:gd name="csY47" fmla="*/ 27044 h 99452"/>
              <a:gd name="csX48" fmla="*/ 134917 w 138456"/>
              <a:gd name="csY48" fmla="*/ 39372 h 99452"/>
              <a:gd name="csX49" fmla="*/ 125668 w 138456"/>
              <a:gd name="csY49" fmla="*/ 53074 h 99452"/>
              <a:gd name="csX50" fmla="*/ 115163 w 138456"/>
              <a:gd name="csY50" fmla="*/ 64606 h 99452"/>
              <a:gd name="csX51" fmla="*/ 94382 w 138456"/>
              <a:gd name="csY51" fmla="*/ 8664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38456" h="99452">
                <a:moveTo>
                  <a:pt x="41107" y="46337"/>
                </a:moveTo>
                <a:cubicBezTo>
                  <a:pt x="47350" y="47937"/>
                  <a:pt x="52146" y="50868"/>
                  <a:pt x="55495" y="55135"/>
                </a:cubicBezTo>
                <a:cubicBezTo>
                  <a:pt x="58844" y="59396"/>
                  <a:pt x="60519" y="64723"/>
                  <a:pt x="60519" y="71117"/>
                </a:cubicBezTo>
                <a:cubicBezTo>
                  <a:pt x="60519" y="79945"/>
                  <a:pt x="57550" y="86873"/>
                  <a:pt x="51612" y="91901"/>
                </a:cubicBezTo>
                <a:cubicBezTo>
                  <a:pt x="45675" y="96921"/>
                  <a:pt x="37453" y="99435"/>
                  <a:pt x="26948" y="99435"/>
                </a:cubicBezTo>
                <a:cubicBezTo>
                  <a:pt x="22534" y="99435"/>
                  <a:pt x="18042" y="99019"/>
                  <a:pt x="13475" y="98178"/>
                </a:cubicBezTo>
                <a:cubicBezTo>
                  <a:pt x="8908" y="97418"/>
                  <a:pt x="4416" y="96278"/>
                  <a:pt x="1" y="94751"/>
                </a:cubicBezTo>
                <a:lnTo>
                  <a:pt x="1" y="81853"/>
                </a:lnTo>
                <a:cubicBezTo>
                  <a:pt x="4340" y="84060"/>
                  <a:pt x="8642" y="85733"/>
                  <a:pt x="12904" y="86873"/>
                </a:cubicBezTo>
                <a:cubicBezTo>
                  <a:pt x="17167" y="88013"/>
                  <a:pt x="21391" y="88590"/>
                  <a:pt x="25578" y="88590"/>
                </a:cubicBezTo>
                <a:cubicBezTo>
                  <a:pt x="32657" y="88590"/>
                  <a:pt x="38100" y="86990"/>
                  <a:pt x="41907" y="83789"/>
                </a:cubicBezTo>
                <a:cubicBezTo>
                  <a:pt x="45713" y="80515"/>
                  <a:pt x="47616" y="75875"/>
                  <a:pt x="47616" y="69861"/>
                </a:cubicBezTo>
                <a:cubicBezTo>
                  <a:pt x="47616" y="64307"/>
                  <a:pt x="45713" y="59893"/>
                  <a:pt x="41907" y="56619"/>
                </a:cubicBezTo>
                <a:cubicBezTo>
                  <a:pt x="38100" y="53345"/>
                  <a:pt x="32962" y="51708"/>
                  <a:pt x="26492" y="51708"/>
                </a:cubicBezTo>
                <a:lnTo>
                  <a:pt x="16558" y="51708"/>
                </a:lnTo>
                <a:lnTo>
                  <a:pt x="16558" y="40973"/>
                </a:lnTo>
                <a:lnTo>
                  <a:pt x="26492" y="40973"/>
                </a:lnTo>
                <a:cubicBezTo>
                  <a:pt x="32429" y="40973"/>
                  <a:pt x="37073" y="39679"/>
                  <a:pt x="40423" y="37092"/>
                </a:cubicBezTo>
                <a:cubicBezTo>
                  <a:pt x="43772" y="34505"/>
                  <a:pt x="45447" y="30851"/>
                  <a:pt x="45447" y="26130"/>
                </a:cubicBezTo>
                <a:cubicBezTo>
                  <a:pt x="45447" y="21256"/>
                  <a:pt x="43886" y="17529"/>
                  <a:pt x="40765" y="14942"/>
                </a:cubicBezTo>
                <a:cubicBezTo>
                  <a:pt x="37643" y="12275"/>
                  <a:pt x="33229" y="10945"/>
                  <a:pt x="27520" y="10945"/>
                </a:cubicBezTo>
                <a:cubicBezTo>
                  <a:pt x="23713" y="10945"/>
                  <a:pt x="19755" y="11361"/>
                  <a:pt x="15645" y="12195"/>
                </a:cubicBezTo>
                <a:cubicBezTo>
                  <a:pt x="11610" y="13035"/>
                  <a:pt x="7347" y="14328"/>
                  <a:pt x="2856" y="16082"/>
                </a:cubicBezTo>
                <a:lnTo>
                  <a:pt x="2856" y="4090"/>
                </a:lnTo>
                <a:cubicBezTo>
                  <a:pt x="8032" y="2724"/>
                  <a:pt x="12637" y="1693"/>
                  <a:pt x="16672" y="1006"/>
                </a:cubicBezTo>
                <a:cubicBezTo>
                  <a:pt x="20783" y="319"/>
                  <a:pt x="24399" y="-17"/>
                  <a:pt x="27520" y="-17"/>
                </a:cubicBezTo>
                <a:cubicBezTo>
                  <a:pt x="36807" y="-17"/>
                  <a:pt x="44228" y="2344"/>
                  <a:pt x="49785" y="7057"/>
                </a:cubicBezTo>
                <a:cubicBezTo>
                  <a:pt x="55419" y="11705"/>
                  <a:pt x="58235" y="17909"/>
                  <a:pt x="58235" y="25670"/>
                </a:cubicBezTo>
                <a:cubicBezTo>
                  <a:pt x="58235" y="30924"/>
                  <a:pt x="56751" y="35302"/>
                  <a:pt x="53782" y="38802"/>
                </a:cubicBezTo>
                <a:cubicBezTo>
                  <a:pt x="50889" y="42303"/>
                  <a:pt x="46665" y="44817"/>
                  <a:pt x="41107" y="46337"/>
                </a:cubicBezTo>
                <a:close/>
                <a:moveTo>
                  <a:pt x="94382" y="86647"/>
                </a:moveTo>
                <a:lnTo>
                  <a:pt x="138457" y="86647"/>
                </a:lnTo>
                <a:lnTo>
                  <a:pt x="138457" y="97608"/>
                </a:lnTo>
                <a:lnTo>
                  <a:pt x="80223" y="97608"/>
                </a:lnTo>
                <a:lnTo>
                  <a:pt x="80223" y="86647"/>
                </a:lnTo>
                <a:cubicBezTo>
                  <a:pt x="88216" y="78272"/>
                  <a:pt x="95181" y="70854"/>
                  <a:pt x="101118" y="64380"/>
                </a:cubicBezTo>
                <a:cubicBezTo>
                  <a:pt x="107132" y="57912"/>
                  <a:pt x="111281" y="53345"/>
                  <a:pt x="113565" y="50678"/>
                </a:cubicBezTo>
                <a:cubicBezTo>
                  <a:pt x="117828" y="45423"/>
                  <a:pt x="120721" y="41199"/>
                  <a:pt x="122243" y="38006"/>
                </a:cubicBezTo>
                <a:cubicBezTo>
                  <a:pt x="123765" y="34732"/>
                  <a:pt x="124527" y="31421"/>
                  <a:pt x="124527" y="28067"/>
                </a:cubicBezTo>
                <a:cubicBezTo>
                  <a:pt x="124527" y="22667"/>
                  <a:pt x="122928" y="18479"/>
                  <a:pt x="119731" y="15512"/>
                </a:cubicBezTo>
                <a:cubicBezTo>
                  <a:pt x="116609" y="12465"/>
                  <a:pt x="112309" y="10945"/>
                  <a:pt x="106828" y="10945"/>
                </a:cubicBezTo>
                <a:cubicBezTo>
                  <a:pt x="102945" y="10945"/>
                  <a:pt x="98835" y="11668"/>
                  <a:pt x="94496" y="13115"/>
                </a:cubicBezTo>
                <a:cubicBezTo>
                  <a:pt x="90233" y="14482"/>
                  <a:pt x="85704" y="16572"/>
                  <a:pt x="80908" y="19393"/>
                </a:cubicBezTo>
                <a:lnTo>
                  <a:pt x="80908" y="6377"/>
                </a:lnTo>
                <a:cubicBezTo>
                  <a:pt x="85323" y="4244"/>
                  <a:pt x="89663" y="2643"/>
                  <a:pt x="93925" y="1576"/>
                </a:cubicBezTo>
                <a:cubicBezTo>
                  <a:pt x="98188" y="517"/>
                  <a:pt x="102413" y="-17"/>
                  <a:pt x="106599" y="-17"/>
                </a:cubicBezTo>
                <a:cubicBezTo>
                  <a:pt x="115963" y="-17"/>
                  <a:pt x="123499" y="2490"/>
                  <a:pt x="129208" y="7518"/>
                </a:cubicBezTo>
                <a:cubicBezTo>
                  <a:pt x="134918" y="12465"/>
                  <a:pt x="137772" y="18976"/>
                  <a:pt x="137772" y="27044"/>
                </a:cubicBezTo>
                <a:cubicBezTo>
                  <a:pt x="137772" y="31151"/>
                  <a:pt x="136821" y="35265"/>
                  <a:pt x="134917" y="39372"/>
                </a:cubicBezTo>
                <a:cubicBezTo>
                  <a:pt x="133014" y="43487"/>
                  <a:pt x="129931" y="48054"/>
                  <a:pt x="125668" y="53074"/>
                </a:cubicBezTo>
                <a:cubicBezTo>
                  <a:pt x="123232" y="55815"/>
                  <a:pt x="119731" y="59659"/>
                  <a:pt x="115163" y="64606"/>
                </a:cubicBezTo>
                <a:cubicBezTo>
                  <a:pt x="110596" y="69554"/>
                  <a:pt x="103669" y="76905"/>
                  <a:pt x="94382" y="86647"/>
                </a:cubicBezTo>
                <a:close/>
              </a:path>
            </a:pathLst>
          </a:custGeom>
          <a:solidFill>
            <a:srgbClr val="000000"/>
          </a:solidFill>
          <a:ln w="7300" cap="sq">
            <a:noFill/>
            <a:prstDash val="solid"/>
            <a:miter/>
          </a:ln>
        </p:spPr>
        <p:txBody>
          <a:bodyPr/>
          <a:lstStyle/>
          <a:p>
            <a:endParaRPr lang="en-GB"/>
          </a:p>
        </p:txBody>
      </p:sp>
      <p:sp>
        <p:nvSpPr>
          <p:cNvPr id="163" name="Freeform: Shape 162">
            <a:extLst>
              <a:ext uri="{FF2B5EF4-FFF2-40B4-BE49-F238E27FC236}">
                <a16:creationId xmlns:a16="http://schemas.microsoft.com/office/drawing/2014/main" id="{D3AA81B2-0386-1EDE-C477-C3821E9395F6}"/>
              </a:ext>
            </a:extLst>
          </p:cNvPr>
          <p:cNvSpPr/>
          <p:nvPr/>
        </p:nvSpPr>
        <p:spPr>
          <a:xfrm>
            <a:off x="350383" y="2674613"/>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64" name="Freeform: Shape 163">
            <a:extLst>
              <a:ext uri="{FF2B5EF4-FFF2-40B4-BE49-F238E27FC236}">
                <a16:creationId xmlns:a16="http://schemas.microsoft.com/office/drawing/2014/main" id="{6F8813E4-D3FC-B6B7-6406-909E28C5FAB9}"/>
              </a:ext>
            </a:extLst>
          </p:cNvPr>
          <p:cNvSpPr/>
          <p:nvPr/>
        </p:nvSpPr>
        <p:spPr>
          <a:xfrm>
            <a:off x="140242" y="2627456"/>
            <a:ext cx="141082" cy="99452"/>
          </a:xfrm>
          <a:custGeom>
            <a:avLst/>
            <a:gdLst>
              <a:gd name="csX0" fmla="*/ 41107 w 141082"/>
              <a:gd name="csY0" fmla="*/ 46337 h 99452"/>
              <a:gd name="csX1" fmla="*/ 55495 w 141082"/>
              <a:gd name="csY1" fmla="*/ 55135 h 99452"/>
              <a:gd name="csX2" fmla="*/ 60519 w 141082"/>
              <a:gd name="csY2" fmla="*/ 71117 h 99452"/>
              <a:gd name="csX3" fmla="*/ 51612 w 141082"/>
              <a:gd name="csY3" fmla="*/ 91901 h 99452"/>
              <a:gd name="csX4" fmla="*/ 26948 w 141082"/>
              <a:gd name="csY4" fmla="*/ 99435 h 99452"/>
              <a:gd name="csX5" fmla="*/ 13475 w 141082"/>
              <a:gd name="csY5" fmla="*/ 98178 h 99452"/>
              <a:gd name="csX6" fmla="*/ 1 w 141082"/>
              <a:gd name="csY6" fmla="*/ 94751 h 99452"/>
              <a:gd name="csX7" fmla="*/ 1 w 141082"/>
              <a:gd name="csY7" fmla="*/ 81853 h 99452"/>
              <a:gd name="csX8" fmla="*/ 12904 w 141082"/>
              <a:gd name="csY8" fmla="*/ 86873 h 99452"/>
              <a:gd name="csX9" fmla="*/ 25578 w 141082"/>
              <a:gd name="csY9" fmla="*/ 88590 h 99452"/>
              <a:gd name="csX10" fmla="*/ 41907 w 141082"/>
              <a:gd name="csY10" fmla="*/ 83789 h 99452"/>
              <a:gd name="csX11" fmla="*/ 47616 w 141082"/>
              <a:gd name="csY11" fmla="*/ 69861 h 99452"/>
              <a:gd name="csX12" fmla="*/ 41907 w 141082"/>
              <a:gd name="csY12" fmla="*/ 56619 h 99452"/>
              <a:gd name="csX13" fmla="*/ 26492 w 141082"/>
              <a:gd name="csY13" fmla="*/ 51708 h 99452"/>
              <a:gd name="csX14" fmla="*/ 16558 w 141082"/>
              <a:gd name="csY14" fmla="*/ 51708 h 99452"/>
              <a:gd name="csX15" fmla="*/ 16558 w 141082"/>
              <a:gd name="csY15" fmla="*/ 40973 h 99452"/>
              <a:gd name="csX16" fmla="*/ 26492 w 141082"/>
              <a:gd name="csY16" fmla="*/ 40973 h 99452"/>
              <a:gd name="csX17" fmla="*/ 40423 w 141082"/>
              <a:gd name="csY17" fmla="*/ 37092 h 99452"/>
              <a:gd name="csX18" fmla="*/ 45447 w 141082"/>
              <a:gd name="csY18" fmla="*/ 26130 h 99452"/>
              <a:gd name="csX19" fmla="*/ 40765 w 141082"/>
              <a:gd name="csY19" fmla="*/ 14942 h 99452"/>
              <a:gd name="csX20" fmla="*/ 27520 w 141082"/>
              <a:gd name="csY20" fmla="*/ 10945 h 99452"/>
              <a:gd name="csX21" fmla="*/ 15645 w 141082"/>
              <a:gd name="csY21" fmla="*/ 12195 h 99452"/>
              <a:gd name="csX22" fmla="*/ 2856 w 141082"/>
              <a:gd name="csY22" fmla="*/ 16082 h 99452"/>
              <a:gd name="csX23" fmla="*/ 2856 w 141082"/>
              <a:gd name="csY23" fmla="*/ 4090 h 99452"/>
              <a:gd name="csX24" fmla="*/ 16672 w 141082"/>
              <a:gd name="csY24" fmla="*/ 1006 h 99452"/>
              <a:gd name="csX25" fmla="*/ 27520 w 141082"/>
              <a:gd name="csY25" fmla="*/ -17 h 99452"/>
              <a:gd name="csX26" fmla="*/ 49785 w 141082"/>
              <a:gd name="csY26" fmla="*/ 7057 h 99452"/>
              <a:gd name="csX27" fmla="*/ 58235 w 141082"/>
              <a:gd name="csY27" fmla="*/ 25670 h 99452"/>
              <a:gd name="csX28" fmla="*/ 53782 w 141082"/>
              <a:gd name="csY28" fmla="*/ 38802 h 99452"/>
              <a:gd name="csX29" fmla="*/ 41107 w 141082"/>
              <a:gd name="csY29" fmla="*/ 46337 h 99452"/>
              <a:gd name="csX30" fmla="*/ 134003 w 141082"/>
              <a:gd name="csY30" fmla="*/ 3864 h 99452"/>
              <a:gd name="csX31" fmla="*/ 134003 w 141082"/>
              <a:gd name="csY31" fmla="*/ 15739 h 99452"/>
              <a:gd name="csX32" fmla="*/ 125440 w 141082"/>
              <a:gd name="csY32" fmla="*/ 12195 h 99452"/>
              <a:gd name="csX33" fmla="*/ 115963 w 141082"/>
              <a:gd name="csY33" fmla="*/ 10945 h 99452"/>
              <a:gd name="csX34" fmla="*/ 97236 w 141082"/>
              <a:gd name="csY34" fmla="*/ 20189 h 99452"/>
              <a:gd name="csX35" fmla="*/ 90842 w 141082"/>
              <a:gd name="csY35" fmla="*/ 47484 h 99452"/>
              <a:gd name="csX36" fmla="*/ 99406 w 141082"/>
              <a:gd name="csY36" fmla="*/ 37662 h 99452"/>
              <a:gd name="csX37" fmla="*/ 111966 w 141082"/>
              <a:gd name="csY37" fmla="*/ 34235 h 99452"/>
              <a:gd name="csX38" fmla="*/ 133433 w 141082"/>
              <a:gd name="csY38" fmla="*/ 42800 h 99452"/>
              <a:gd name="csX39" fmla="*/ 141083 w 141082"/>
              <a:gd name="csY39" fmla="*/ 66894 h 99452"/>
              <a:gd name="csX40" fmla="*/ 133205 w 141082"/>
              <a:gd name="csY40" fmla="*/ 90987 h 99452"/>
              <a:gd name="csX41" fmla="*/ 111167 w 141082"/>
              <a:gd name="csY41" fmla="*/ 99435 h 99452"/>
              <a:gd name="csX42" fmla="*/ 86731 w 141082"/>
              <a:gd name="csY42" fmla="*/ 87443 h 99452"/>
              <a:gd name="csX43" fmla="*/ 78967 w 141082"/>
              <a:gd name="csY43" fmla="*/ 49764 h 99452"/>
              <a:gd name="csX44" fmla="*/ 88330 w 141082"/>
              <a:gd name="csY44" fmla="*/ 12772 h 99452"/>
              <a:gd name="csX45" fmla="*/ 115392 w 141082"/>
              <a:gd name="csY45" fmla="*/ -17 h 99452"/>
              <a:gd name="csX46" fmla="*/ 124869 w 141082"/>
              <a:gd name="csY46" fmla="*/ 1006 h 99452"/>
              <a:gd name="csX47" fmla="*/ 134003 w 141082"/>
              <a:gd name="csY47" fmla="*/ 3864 h 99452"/>
              <a:gd name="csX48" fmla="*/ 110939 w 141082"/>
              <a:gd name="csY48" fmla="*/ 44400 h 99452"/>
              <a:gd name="csX49" fmla="*/ 97807 w 141082"/>
              <a:gd name="csY49" fmla="*/ 50334 h 99452"/>
              <a:gd name="csX50" fmla="*/ 93126 w 141082"/>
              <a:gd name="csY50" fmla="*/ 66894 h 99452"/>
              <a:gd name="csX51" fmla="*/ 97807 w 141082"/>
              <a:gd name="csY51" fmla="*/ 83336 h 99452"/>
              <a:gd name="csX52" fmla="*/ 110939 w 141082"/>
              <a:gd name="csY52" fmla="*/ 89270 h 99452"/>
              <a:gd name="csX53" fmla="*/ 123841 w 141082"/>
              <a:gd name="csY53" fmla="*/ 83680 h 99452"/>
              <a:gd name="csX54" fmla="*/ 128295 w 141082"/>
              <a:gd name="csY54" fmla="*/ 66894 h 99452"/>
              <a:gd name="csX55" fmla="*/ 123841 w 141082"/>
              <a:gd name="csY55" fmla="*/ 50107 h 99452"/>
              <a:gd name="csX56" fmla="*/ 110939 w 141082"/>
              <a:gd name="csY56"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41082" h="99452">
                <a:moveTo>
                  <a:pt x="41107" y="46337"/>
                </a:moveTo>
                <a:cubicBezTo>
                  <a:pt x="47350" y="47937"/>
                  <a:pt x="52146" y="50868"/>
                  <a:pt x="55495" y="55135"/>
                </a:cubicBezTo>
                <a:cubicBezTo>
                  <a:pt x="58844" y="59396"/>
                  <a:pt x="60519" y="64723"/>
                  <a:pt x="60519" y="71117"/>
                </a:cubicBezTo>
                <a:cubicBezTo>
                  <a:pt x="60519" y="79945"/>
                  <a:pt x="57550" y="86873"/>
                  <a:pt x="51612" y="91901"/>
                </a:cubicBezTo>
                <a:cubicBezTo>
                  <a:pt x="45675" y="96921"/>
                  <a:pt x="37453" y="99435"/>
                  <a:pt x="26948" y="99435"/>
                </a:cubicBezTo>
                <a:cubicBezTo>
                  <a:pt x="22534" y="99435"/>
                  <a:pt x="18042" y="99019"/>
                  <a:pt x="13475" y="98178"/>
                </a:cubicBezTo>
                <a:cubicBezTo>
                  <a:pt x="8908" y="97418"/>
                  <a:pt x="4416" y="96278"/>
                  <a:pt x="1" y="94751"/>
                </a:cubicBezTo>
                <a:lnTo>
                  <a:pt x="1" y="81853"/>
                </a:lnTo>
                <a:cubicBezTo>
                  <a:pt x="4340" y="84060"/>
                  <a:pt x="8642" y="85733"/>
                  <a:pt x="12904" y="86873"/>
                </a:cubicBezTo>
                <a:cubicBezTo>
                  <a:pt x="17167" y="88013"/>
                  <a:pt x="21391" y="88590"/>
                  <a:pt x="25578" y="88590"/>
                </a:cubicBezTo>
                <a:cubicBezTo>
                  <a:pt x="32657" y="88590"/>
                  <a:pt x="38100" y="86990"/>
                  <a:pt x="41907" y="83789"/>
                </a:cubicBezTo>
                <a:cubicBezTo>
                  <a:pt x="45713" y="80515"/>
                  <a:pt x="47616" y="75875"/>
                  <a:pt x="47616" y="69861"/>
                </a:cubicBezTo>
                <a:cubicBezTo>
                  <a:pt x="47616" y="64307"/>
                  <a:pt x="45713" y="59893"/>
                  <a:pt x="41907" y="56619"/>
                </a:cubicBezTo>
                <a:cubicBezTo>
                  <a:pt x="38100" y="53345"/>
                  <a:pt x="32962" y="51708"/>
                  <a:pt x="26492" y="51708"/>
                </a:cubicBezTo>
                <a:lnTo>
                  <a:pt x="16558" y="51708"/>
                </a:lnTo>
                <a:lnTo>
                  <a:pt x="16558" y="40973"/>
                </a:lnTo>
                <a:lnTo>
                  <a:pt x="26492" y="40973"/>
                </a:lnTo>
                <a:cubicBezTo>
                  <a:pt x="32429" y="40973"/>
                  <a:pt x="37073" y="39679"/>
                  <a:pt x="40423" y="37092"/>
                </a:cubicBezTo>
                <a:cubicBezTo>
                  <a:pt x="43772" y="34505"/>
                  <a:pt x="45447" y="30851"/>
                  <a:pt x="45447" y="26130"/>
                </a:cubicBezTo>
                <a:cubicBezTo>
                  <a:pt x="45447" y="21256"/>
                  <a:pt x="43886" y="17529"/>
                  <a:pt x="40765" y="14942"/>
                </a:cubicBezTo>
                <a:cubicBezTo>
                  <a:pt x="37643" y="12275"/>
                  <a:pt x="33229" y="10945"/>
                  <a:pt x="27520" y="10945"/>
                </a:cubicBezTo>
                <a:cubicBezTo>
                  <a:pt x="23713" y="10945"/>
                  <a:pt x="19755" y="11361"/>
                  <a:pt x="15645" y="12195"/>
                </a:cubicBezTo>
                <a:cubicBezTo>
                  <a:pt x="11610" y="13035"/>
                  <a:pt x="7347" y="14328"/>
                  <a:pt x="2856" y="16082"/>
                </a:cubicBezTo>
                <a:lnTo>
                  <a:pt x="2856" y="4090"/>
                </a:lnTo>
                <a:cubicBezTo>
                  <a:pt x="8032" y="2724"/>
                  <a:pt x="12637" y="1693"/>
                  <a:pt x="16672" y="1006"/>
                </a:cubicBezTo>
                <a:cubicBezTo>
                  <a:pt x="20783" y="319"/>
                  <a:pt x="24399" y="-17"/>
                  <a:pt x="27520" y="-17"/>
                </a:cubicBezTo>
                <a:cubicBezTo>
                  <a:pt x="36807" y="-17"/>
                  <a:pt x="44228" y="2344"/>
                  <a:pt x="49785" y="7057"/>
                </a:cubicBezTo>
                <a:cubicBezTo>
                  <a:pt x="55419" y="11705"/>
                  <a:pt x="58235" y="17909"/>
                  <a:pt x="58235" y="25670"/>
                </a:cubicBezTo>
                <a:cubicBezTo>
                  <a:pt x="58235" y="30924"/>
                  <a:pt x="56751" y="35302"/>
                  <a:pt x="53782" y="38802"/>
                </a:cubicBezTo>
                <a:cubicBezTo>
                  <a:pt x="50889" y="42303"/>
                  <a:pt x="46665" y="44817"/>
                  <a:pt x="41107" y="46337"/>
                </a:cubicBezTo>
                <a:close/>
                <a:moveTo>
                  <a:pt x="134003" y="3864"/>
                </a:moveTo>
                <a:lnTo>
                  <a:pt x="134003" y="15739"/>
                </a:lnTo>
                <a:cubicBezTo>
                  <a:pt x="131340" y="14219"/>
                  <a:pt x="128485" y="13035"/>
                  <a:pt x="125440" y="12195"/>
                </a:cubicBezTo>
                <a:cubicBezTo>
                  <a:pt x="122395" y="11361"/>
                  <a:pt x="119236" y="10945"/>
                  <a:pt x="115963" y="10945"/>
                </a:cubicBezTo>
                <a:cubicBezTo>
                  <a:pt x="107741" y="10945"/>
                  <a:pt x="101499" y="14022"/>
                  <a:pt x="97236" y="20189"/>
                </a:cubicBezTo>
                <a:cubicBezTo>
                  <a:pt x="92974" y="26357"/>
                  <a:pt x="90842" y="35455"/>
                  <a:pt x="90842" y="47484"/>
                </a:cubicBezTo>
                <a:cubicBezTo>
                  <a:pt x="92898" y="43216"/>
                  <a:pt x="95752" y="39942"/>
                  <a:pt x="99406" y="37662"/>
                </a:cubicBezTo>
                <a:cubicBezTo>
                  <a:pt x="103060" y="35375"/>
                  <a:pt x="107247" y="34235"/>
                  <a:pt x="111966" y="34235"/>
                </a:cubicBezTo>
                <a:cubicBezTo>
                  <a:pt x="121177" y="34235"/>
                  <a:pt x="128333" y="37092"/>
                  <a:pt x="133433" y="42800"/>
                </a:cubicBezTo>
                <a:cubicBezTo>
                  <a:pt x="138533" y="48434"/>
                  <a:pt x="141083" y="56465"/>
                  <a:pt x="141083" y="66894"/>
                </a:cubicBezTo>
                <a:cubicBezTo>
                  <a:pt x="141083" y="77249"/>
                  <a:pt x="138457" y="85280"/>
                  <a:pt x="133205" y="90987"/>
                </a:cubicBezTo>
                <a:cubicBezTo>
                  <a:pt x="128029" y="96622"/>
                  <a:pt x="120682" y="99435"/>
                  <a:pt x="111167" y="99435"/>
                </a:cubicBezTo>
                <a:cubicBezTo>
                  <a:pt x="100053" y="99435"/>
                  <a:pt x="91908" y="95438"/>
                  <a:pt x="86731" y="87443"/>
                </a:cubicBezTo>
                <a:cubicBezTo>
                  <a:pt x="81555" y="79456"/>
                  <a:pt x="78967" y="66894"/>
                  <a:pt x="78967" y="49764"/>
                </a:cubicBezTo>
                <a:cubicBezTo>
                  <a:pt x="78967" y="33548"/>
                  <a:pt x="82088" y="21220"/>
                  <a:pt x="88330" y="12772"/>
                </a:cubicBezTo>
                <a:cubicBezTo>
                  <a:pt x="94572" y="4244"/>
                  <a:pt x="103593" y="-17"/>
                  <a:pt x="115392" y="-17"/>
                </a:cubicBezTo>
                <a:cubicBezTo>
                  <a:pt x="118513" y="-17"/>
                  <a:pt x="121672" y="319"/>
                  <a:pt x="124869" y="1006"/>
                </a:cubicBezTo>
                <a:cubicBezTo>
                  <a:pt x="128066" y="1620"/>
                  <a:pt x="131111" y="2570"/>
                  <a:pt x="134003" y="3864"/>
                </a:cubicBezTo>
                <a:close/>
                <a:moveTo>
                  <a:pt x="110939" y="44400"/>
                </a:moveTo>
                <a:cubicBezTo>
                  <a:pt x="105382" y="44400"/>
                  <a:pt x="101004" y="46380"/>
                  <a:pt x="97807" y="50334"/>
                </a:cubicBezTo>
                <a:cubicBezTo>
                  <a:pt x="94686" y="54295"/>
                  <a:pt x="93126" y="59812"/>
                  <a:pt x="93126" y="66894"/>
                </a:cubicBezTo>
                <a:cubicBezTo>
                  <a:pt x="93126" y="73894"/>
                  <a:pt x="94686" y="79375"/>
                  <a:pt x="97807" y="83336"/>
                </a:cubicBezTo>
                <a:cubicBezTo>
                  <a:pt x="101004" y="87297"/>
                  <a:pt x="105382" y="89270"/>
                  <a:pt x="110939" y="89270"/>
                </a:cubicBezTo>
                <a:cubicBezTo>
                  <a:pt x="116648" y="89270"/>
                  <a:pt x="120949" y="87407"/>
                  <a:pt x="123841" y="83680"/>
                </a:cubicBezTo>
                <a:cubicBezTo>
                  <a:pt x="126810" y="79872"/>
                  <a:pt x="128295" y="74274"/>
                  <a:pt x="128295" y="66894"/>
                </a:cubicBezTo>
                <a:cubicBezTo>
                  <a:pt x="128295" y="59432"/>
                  <a:pt x="126810" y="53835"/>
                  <a:pt x="123841" y="50107"/>
                </a:cubicBezTo>
                <a:cubicBezTo>
                  <a:pt x="120949" y="46300"/>
                  <a:pt x="116648" y="44400"/>
                  <a:pt x="110939" y="44400"/>
                </a:cubicBezTo>
                <a:close/>
              </a:path>
            </a:pathLst>
          </a:custGeom>
          <a:solidFill>
            <a:srgbClr val="000000"/>
          </a:solidFill>
          <a:ln w="7300" cap="sq">
            <a:noFill/>
            <a:prstDash val="solid"/>
            <a:miter/>
          </a:ln>
        </p:spPr>
        <p:txBody>
          <a:bodyPr/>
          <a:lstStyle/>
          <a:p>
            <a:endParaRPr lang="en-GB"/>
          </a:p>
        </p:txBody>
      </p:sp>
      <p:sp>
        <p:nvSpPr>
          <p:cNvPr id="165" name="Freeform: Shape 164">
            <a:extLst>
              <a:ext uri="{FF2B5EF4-FFF2-40B4-BE49-F238E27FC236}">
                <a16:creationId xmlns:a16="http://schemas.microsoft.com/office/drawing/2014/main" id="{4704236A-5E05-898E-4DF5-44CFDF8B5722}"/>
              </a:ext>
            </a:extLst>
          </p:cNvPr>
          <p:cNvSpPr/>
          <p:nvPr/>
        </p:nvSpPr>
        <p:spPr>
          <a:xfrm>
            <a:off x="350383" y="2504852"/>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66" name="Freeform: Shape 165">
            <a:extLst>
              <a:ext uri="{FF2B5EF4-FFF2-40B4-BE49-F238E27FC236}">
                <a16:creationId xmlns:a16="http://schemas.microsoft.com/office/drawing/2014/main" id="{8992EF1D-FA36-026D-C273-B5131C6C298D}"/>
              </a:ext>
            </a:extLst>
          </p:cNvPr>
          <p:cNvSpPr/>
          <p:nvPr/>
        </p:nvSpPr>
        <p:spPr>
          <a:xfrm>
            <a:off x="137958" y="2452068"/>
            <a:ext cx="143366" cy="99452"/>
          </a:xfrm>
          <a:custGeom>
            <a:avLst/>
            <a:gdLst>
              <a:gd name="csX0" fmla="*/ 40650 w 143366"/>
              <a:gd name="csY0" fmla="*/ 13568 h 99452"/>
              <a:gd name="csX1" fmla="*/ 10506 w 143366"/>
              <a:gd name="csY1" fmla="*/ 64153 h 99452"/>
              <a:gd name="csX2" fmla="*/ 40650 w 143366"/>
              <a:gd name="csY2" fmla="*/ 64153 h 99452"/>
              <a:gd name="csX3" fmla="*/ 38596 w 143366"/>
              <a:gd name="csY3" fmla="*/ 1693 h 99452"/>
              <a:gd name="csX4" fmla="*/ 53668 w 143366"/>
              <a:gd name="csY4" fmla="*/ 1693 h 99452"/>
              <a:gd name="csX5" fmla="*/ 53668 w 143366"/>
              <a:gd name="csY5" fmla="*/ 64153 h 99452"/>
              <a:gd name="csX6" fmla="*/ 66343 w 143366"/>
              <a:gd name="csY6" fmla="*/ 64153 h 99452"/>
              <a:gd name="csX7" fmla="*/ 66343 w 143366"/>
              <a:gd name="csY7" fmla="*/ 74771 h 99452"/>
              <a:gd name="csX8" fmla="*/ 53668 w 143366"/>
              <a:gd name="csY8" fmla="*/ 74771 h 99452"/>
              <a:gd name="csX9" fmla="*/ 53668 w 143366"/>
              <a:gd name="csY9" fmla="*/ 97608 h 99452"/>
              <a:gd name="csX10" fmla="*/ 40650 w 143366"/>
              <a:gd name="csY10" fmla="*/ 97608 h 99452"/>
              <a:gd name="csX11" fmla="*/ 40650 w 143366"/>
              <a:gd name="csY11" fmla="*/ 74771 h 99452"/>
              <a:gd name="csX12" fmla="*/ 1 w 143366"/>
              <a:gd name="csY12" fmla="*/ 74771 h 99452"/>
              <a:gd name="csX13" fmla="*/ 1 w 143366"/>
              <a:gd name="csY13" fmla="*/ 62443 h 99452"/>
              <a:gd name="csX14" fmla="*/ 103745 w 143366"/>
              <a:gd name="csY14" fmla="*/ 49420 h 99452"/>
              <a:gd name="csX15" fmla="*/ 106142 w 143366"/>
              <a:gd name="csY15" fmla="*/ 43370 h 99452"/>
              <a:gd name="csX16" fmla="*/ 112080 w 143366"/>
              <a:gd name="csY16" fmla="*/ 40746 h 99452"/>
              <a:gd name="csX17" fmla="*/ 118246 w 143366"/>
              <a:gd name="csY17" fmla="*/ 43370 h 99452"/>
              <a:gd name="csX18" fmla="*/ 120873 w 143366"/>
              <a:gd name="csY18" fmla="*/ 49420 h 99452"/>
              <a:gd name="csX19" fmla="*/ 118246 w 143366"/>
              <a:gd name="csY19" fmla="*/ 55588 h 99452"/>
              <a:gd name="csX20" fmla="*/ 112080 w 143366"/>
              <a:gd name="csY20" fmla="*/ 57985 h 99452"/>
              <a:gd name="csX21" fmla="*/ 106142 w 143366"/>
              <a:gd name="csY21" fmla="*/ 55588 h 99452"/>
              <a:gd name="csX22" fmla="*/ 103745 w 143366"/>
              <a:gd name="csY22" fmla="*/ 49420 h 99452"/>
              <a:gd name="csX23" fmla="*/ 112309 w 143366"/>
              <a:gd name="csY23" fmla="*/ 10258 h 99452"/>
              <a:gd name="csX24" fmla="*/ 98721 w 143366"/>
              <a:gd name="csY24" fmla="*/ 20080 h 99452"/>
              <a:gd name="csX25" fmla="*/ 94267 w 143366"/>
              <a:gd name="csY25" fmla="*/ 49764 h 99452"/>
              <a:gd name="csX26" fmla="*/ 98721 w 143366"/>
              <a:gd name="csY26" fmla="*/ 79455 h 99452"/>
              <a:gd name="csX27" fmla="*/ 112309 w 143366"/>
              <a:gd name="csY27" fmla="*/ 89160 h 99452"/>
              <a:gd name="csX28" fmla="*/ 125782 w 143366"/>
              <a:gd name="csY28" fmla="*/ 79455 h 99452"/>
              <a:gd name="csX29" fmla="*/ 130350 w 143366"/>
              <a:gd name="csY29" fmla="*/ 49764 h 99452"/>
              <a:gd name="csX30" fmla="*/ 125782 w 143366"/>
              <a:gd name="csY30" fmla="*/ 20080 h 99452"/>
              <a:gd name="csX31" fmla="*/ 112309 w 143366"/>
              <a:gd name="csY31" fmla="*/ 10258 h 99452"/>
              <a:gd name="csX32" fmla="*/ 112309 w 143366"/>
              <a:gd name="csY32" fmla="*/ -17 h 99452"/>
              <a:gd name="csX33" fmla="*/ 135488 w 143366"/>
              <a:gd name="csY33" fmla="*/ 12538 h 99452"/>
              <a:gd name="csX34" fmla="*/ 143367 w 143366"/>
              <a:gd name="csY34" fmla="*/ 49764 h 99452"/>
              <a:gd name="csX35" fmla="*/ 135488 w 143366"/>
              <a:gd name="csY35" fmla="*/ 86873 h 99452"/>
              <a:gd name="csX36" fmla="*/ 112309 w 143366"/>
              <a:gd name="csY36" fmla="*/ 99435 h 99452"/>
              <a:gd name="csX37" fmla="*/ 89015 w 143366"/>
              <a:gd name="csY37" fmla="*/ 86873 h 99452"/>
              <a:gd name="csX38" fmla="*/ 81251 w 143366"/>
              <a:gd name="csY38" fmla="*/ 49764 h 99452"/>
              <a:gd name="csX39" fmla="*/ 89015 w 143366"/>
              <a:gd name="csY39" fmla="*/ 12538 h 99452"/>
              <a:gd name="csX40" fmla="*/ 112309 w 143366"/>
              <a:gd name="csY40"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43366" h="99452">
                <a:moveTo>
                  <a:pt x="40650" y="13568"/>
                </a:moveTo>
                <a:lnTo>
                  <a:pt x="10506" y="64153"/>
                </a:lnTo>
                <a:lnTo>
                  <a:pt x="40650" y="64153"/>
                </a:lnTo>
                <a:close/>
                <a:moveTo>
                  <a:pt x="38596" y="1693"/>
                </a:moveTo>
                <a:lnTo>
                  <a:pt x="53668" y="1693"/>
                </a:lnTo>
                <a:lnTo>
                  <a:pt x="53668" y="64153"/>
                </a:lnTo>
                <a:lnTo>
                  <a:pt x="66343" y="64153"/>
                </a:lnTo>
                <a:lnTo>
                  <a:pt x="66343" y="74771"/>
                </a:lnTo>
                <a:lnTo>
                  <a:pt x="53668" y="74771"/>
                </a:lnTo>
                <a:lnTo>
                  <a:pt x="53668" y="97608"/>
                </a:lnTo>
                <a:lnTo>
                  <a:pt x="40650" y="97608"/>
                </a:lnTo>
                <a:lnTo>
                  <a:pt x="40650" y="74771"/>
                </a:lnTo>
                <a:lnTo>
                  <a:pt x="1" y="74771"/>
                </a:lnTo>
                <a:lnTo>
                  <a:pt x="1" y="62443"/>
                </a:lnTo>
                <a:close/>
                <a:moveTo>
                  <a:pt x="103745" y="49420"/>
                </a:moveTo>
                <a:cubicBezTo>
                  <a:pt x="103745" y="47060"/>
                  <a:pt x="104544" y="45043"/>
                  <a:pt x="106142" y="43370"/>
                </a:cubicBezTo>
                <a:cubicBezTo>
                  <a:pt x="107817" y="41623"/>
                  <a:pt x="109796" y="40746"/>
                  <a:pt x="112080" y="40746"/>
                </a:cubicBezTo>
                <a:cubicBezTo>
                  <a:pt x="114516" y="40746"/>
                  <a:pt x="116571" y="41623"/>
                  <a:pt x="118246" y="43370"/>
                </a:cubicBezTo>
                <a:cubicBezTo>
                  <a:pt x="119997" y="45043"/>
                  <a:pt x="120873" y="47060"/>
                  <a:pt x="120873" y="49420"/>
                </a:cubicBezTo>
                <a:cubicBezTo>
                  <a:pt x="120873" y="51861"/>
                  <a:pt x="119997" y="53915"/>
                  <a:pt x="118246" y="55588"/>
                </a:cubicBezTo>
                <a:cubicBezTo>
                  <a:pt x="116571" y="57189"/>
                  <a:pt x="114516" y="57985"/>
                  <a:pt x="112080" y="57985"/>
                </a:cubicBezTo>
                <a:cubicBezTo>
                  <a:pt x="109720" y="57985"/>
                  <a:pt x="107741" y="57189"/>
                  <a:pt x="106142" y="55588"/>
                </a:cubicBezTo>
                <a:cubicBezTo>
                  <a:pt x="104544" y="53988"/>
                  <a:pt x="103745" y="51934"/>
                  <a:pt x="103745" y="49420"/>
                </a:cubicBezTo>
                <a:close/>
                <a:moveTo>
                  <a:pt x="112309" y="10258"/>
                </a:moveTo>
                <a:cubicBezTo>
                  <a:pt x="106219" y="10258"/>
                  <a:pt x="101690" y="13532"/>
                  <a:pt x="98721" y="20080"/>
                </a:cubicBezTo>
                <a:cubicBezTo>
                  <a:pt x="95751" y="26547"/>
                  <a:pt x="94267" y="36442"/>
                  <a:pt x="94267" y="49764"/>
                </a:cubicBezTo>
                <a:cubicBezTo>
                  <a:pt x="94267" y="63013"/>
                  <a:pt x="95751" y="72908"/>
                  <a:pt x="98721" y="79455"/>
                </a:cubicBezTo>
                <a:cubicBezTo>
                  <a:pt x="101690" y="85923"/>
                  <a:pt x="106219" y="89160"/>
                  <a:pt x="112309" y="89160"/>
                </a:cubicBezTo>
                <a:cubicBezTo>
                  <a:pt x="118322" y="89160"/>
                  <a:pt x="122814" y="85923"/>
                  <a:pt x="125782" y="79455"/>
                </a:cubicBezTo>
                <a:cubicBezTo>
                  <a:pt x="128827" y="72908"/>
                  <a:pt x="130350" y="63013"/>
                  <a:pt x="130350" y="49764"/>
                </a:cubicBezTo>
                <a:cubicBezTo>
                  <a:pt x="130350" y="36442"/>
                  <a:pt x="128827" y="26547"/>
                  <a:pt x="125782" y="20080"/>
                </a:cubicBezTo>
                <a:cubicBezTo>
                  <a:pt x="122814" y="13532"/>
                  <a:pt x="118322" y="10258"/>
                  <a:pt x="112309" y="10258"/>
                </a:cubicBezTo>
                <a:close/>
                <a:moveTo>
                  <a:pt x="112309" y="-17"/>
                </a:moveTo>
                <a:cubicBezTo>
                  <a:pt x="122509" y="-17"/>
                  <a:pt x="130236" y="4170"/>
                  <a:pt x="135488" y="12538"/>
                </a:cubicBezTo>
                <a:cubicBezTo>
                  <a:pt x="140741" y="20913"/>
                  <a:pt x="143367" y="33321"/>
                  <a:pt x="143367" y="49764"/>
                </a:cubicBezTo>
                <a:cubicBezTo>
                  <a:pt x="143367" y="66133"/>
                  <a:pt x="140741" y="78498"/>
                  <a:pt x="135488" y="86873"/>
                </a:cubicBezTo>
                <a:cubicBezTo>
                  <a:pt x="130236" y="95248"/>
                  <a:pt x="122509" y="99435"/>
                  <a:pt x="112309" y="99435"/>
                </a:cubicBezTo>
                <a:cubicBezTo>
                  <a:pt x="102032" y="99435"/>
                  <a:pt x="94267" y="95248"/>
                  <a:pt x="89015" y="86873"/>
                </a:cubicBezTo>
                <a:cubicBezTo>
                  <a:pt x="83839" y="78498"/>
                  <a:pt x="81251" y="66133"/>
                  <a:pt x="81251" y="49764"/>
                </a:cubicBezTo>
                <a:cubicBezTo>
                  <a:pt x="81251" y="33321"/>
                  <a:pt x="83839" y="20913"/>
                  <a:pt x="89015" y="12538"/>
                </a:cubicBezTo>
                <a:cubicBezTo>
                  <a:pt x="94267" y="4170"/>
                  <a:pt x="102032" y="-17"/>
                  <a:pt x="112309" y="-17"/>
                </a:cubicBezTo>
                <a:close/>
              </a:path>
            </a:pathLst>
          </a:custGeom>
          <a:solidFill>
            <a:srgbClr val="000000"/>
          </a:solidFill>
          <a:ln w="7300" cap="sq">
            <a:noFill/>
            <a:prstDash val="solid"/>
            <a:miter/>
          </a:ln>
        </p:spPr>
        <p:txBody>
          <a:bodyPr/>
          <a:lstStyle/>
          <a:p>
            <a:endParaRPr lang="en-GB"/>
          </a:p>
        </p:txBody>
      </p:sp>
      <p:sp>
        <p:nvSpPr>
          <p:cNvPr id="167" name="Freeform: Shape 166">
            <a:extLst>
              <a:ext uri="{FF2B5EF4-FFF2-40B4-BE49-F238E27FC236}">
                <a16:creationId xmlns:a16="http://schemas.microsoft.com/office/drawing/2014/main" id="{B08F00F3-5359-79EA-C463-7F456E651E8D}"/>
              </a:ext>
            </a:extLst>
          </p:cNvPr>
          <p:cNvSpPr/>
          <p:nvPr/>
        </p:nvSpPr>
        <p:spPr>
          <a:xfrm>
            <a:off x="350383" y="2335092"/>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68" name="Freeform: Shape 167">
            <a:extLst>
              <a:ext uri="{FF2B5EF4-FFF2-40B4-BE49-F238E27FC236}">
                <a16:creationId xmlns:a16="http://schemas.microsoft.com/office/drawing/2014/main" id="{09A44911-6A84-53A6-3AAE-DBBFDB8BD803}"/>
              </a:ext>
            </a:extLst>
          </p:cNvPr>
          <p:cNvSpPr/>
          <p:nvPr/>
        </p:nvSpPr>
        <p:spPr>
          <a:xfrm>
            <a:off x="137958" y="2285698"/>
            <a:ext cx="145535" cy="95915"/>
          </a:xfrm>
          <a:custGeom>
            <a:avLst/>
            <a:gdLst>
              <a:gd name="csX0" fmla="*/ 40650 w 145535"/>
              <a:gd name="csY0" fmla="*/ 11858 h 95915"/>
              <a:gd name="csX1" fmla="*/ 10506 w 145535"/>
              <a:gd name="csY1" fmla="*/ 62443 h 95915"/>
              <a:gd name="csX2" fmla="*/ 40650 w 145535"/>
              <a:gd name="csY2" fmla="*/ 62443 h 95915"/>
              <a:gd name="csX3" fmla="*/ 38596 w 145535"/>
              <a:gd name="csY3" fmla="*/ -17 h 95915"/>
              <a:gd name="csX4" fmla="*/ 53668 w 145535"/>
              <a:gd name="csY4" fmla="*/ -17 h 95915"/>
              <a:gd name="csX5" fmla="*/ 53668 w 145535"/>
              <a:gd name="csY5" fmla="*/ 62443 h 95915"/>
              <a:gd name="csX6" fmla="*/ 66343 w 145535"/>
              <a:gd name="csY6" fmla="*/ 62443 h 95915"/>
              <a:gd name="csX7" fmla="*/ 66343 w 145535"/>
              <a:gd name="csY7" fmla="*/ 73061 h 95915"/>
              <a:gd name="csX8" fmla="*/ 53668 w 145535"/>
              <a:gd name="csY8" fmla="*/ 73061 h 95915"/>
              <a:gd name="csX9" fmla="*/ 53668 w 145535"/>
              <a:gd name="csY9" fmla="*/ 95898 h 95915"/>
              <a:gd name="csX10" fmla="*/ 40650 w 145535"/>
              <a:gd name="csY10" fmla="*/ 95898 h 95915"/>
              <a:gd name="csX11" fmla="*/ 40650 w 145535"/>
              <a:gd name="csY11" fmla="*/ 73061 h 95915"/>
              <a:gd name="csX12" fmla="*/ 1 w 145535"/>
              <a:gd name="csY12" fmla="*/ 73061 h 95915"/>
              <a:gd name="csX13" fmla="*/ 1 w 145535"/>
              <a:gd name="csY13" fmla="*/ 60733 h 95915"/>
              <a:gd name="csX14" fmla="*/ 119845 w 145535"/>
              <a:gd name="csY14" fmla="*/ 11858 h 95915"/>
              <a:gd name="csX15" fmla="*/ 89700 w 145535"/>
              <a:gd name="csY15" fmla="*/ 62443 h 95915"/>
              <a:gd name="csX16" fmla="*/ 119845 w 145535"/>
              <a:gd name="csY16" fmla="*/ 62443 h 95915"/>
              <a:gd name="csX17" fmla="*/ 117790 w 145535"/>
              <a:gd name="csY17" fmla="*/ -17 h 95915"/>
              <a:gd name="csX18" fmla="*/ 132862 w 145535"/>
              <a:gd name="csY18" fmla="*/ -17 h 95915"/>
              <a:gd name="csX19" fmla="*/ 132862 w 145535"/>
              <a:gd name="csY19" fmla="*/ 62443 h 95915"/>
              <a:gd name="csX20" fmla="*/ 145537 w 145535"/>
              <a:gd name="csY20" fmla="*/ 62443 h 95915"/>
              <a:gd name="csX21" fmla="*/ 145537 w 145535"/>
              <a:gd name="csY21" fmla="*/ 73061 h 95915"/>
              <a:gd name="csX22" fmla="*/ 132862 w 145535"/>
              <a:gd name="csY22" fmla="*/ 73061 h 95915"/>
              <a:gd name="csX23" fmla="*/ 132862 w 145535"/>
              <a:gd name="csY23" fmla="*/ 95898 h 95915"/>
              <a:gd name="csX24" fmla="*/ 119845 w 145535"/>
              <a:gd name="csY24" fmla="*/ 95898 h 95915"/>
              <a:gd name="csX25" fmla="*/ 119845 w 145535"/>
              <a:gd name="csY25" fmla="*/ 73061 h 95915"/>
              <a:gd name="csX26" fmla="*/ 79195 w 145535"/>
              <a:gd name="csY26" fmla="*/ 73061 h 95915"/>
              <a:gd name="csX27" fmla="*/ 79195 w 145535"/>
              <a:gd name="csY27" fmla="*/ 60733 h 959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5535" h="95915">
                <a:moveTo>
                  <a:pt x="40650" y="11858"/>
                </a:moveTo>
                <a:lnTo>
                  <a:pt x="10506" y="62443"/>
                </a:lnTo>
                <a:lnTo>
                  <a:pt x="40650" y="62443"/>
                </a:lnTo>
                <a:close/>
                <a:moveTo>
                  <a:pt x="38596" y="-17"/>
                </a:moveTo>
                <a:lnTo>
                  <a:pt x="53668" y="-17"/>
                </a:lnTo>
                <a:lnTo>
                  <a:pt x="53668" y="62443"/>
                </a:lnTo>
                <a:lnTo>
                  <a:pt x="66343" y="62443"/>
                </a:lnTo>
                <a:lnTo>
                  <a:pt x="66343" y="73061"/>
                </a:lnTo>
                <a:lnTo>
                  <a:pt x="53668" y="73061"/>
                </a:lnTo>
                <a:lnTo>
                  <a:pt x="53668" y="95898"/>
                </a:lnTo>
                <a:lnTo>
                  <a:pt x="40650" y="95898"/>
                </a:lnTo>
                <a:lnTo>
                  <a:pt x="40650" y="73061"/>
                </a:lnTo>
                <a:lnTo>
                  <a:pt x="1" y="73061"/>
                </a:lnTo>
                <a:lnTo>
                  <a:pt x="1" y="60733"/>
                </a:lnTo>
                <a:close/>
                <a:moveTo>
                  <a:pt x="119845" y="11858"/>
                </a:moveTo>
                <a:lnTo>
                  <a:pt x="89700" y="62443"/>
                </a:lnTo>
                <a:lnTo>
                  <a:pt x="119845" y="62443"/>
                </a:lnTo>
                <a:close/>
                <a:moveTo>
                  <a:pt x="117790" y="-17"/>
                </a:moveTo>
                <a:lnTo>
                  <a:pt x="132862" y="-17"/>
                </a:lnTo>
                <a:lnTo>
                  <a:pt x="132862" y="62443"/>
                </a:lnTo>
                <a:lnTo>
                  <a:pt x="145537" y="62443"/>
                </a:lnTo>
                <a:lnTo>
                  <a:pt x="145537" y="73061"/>
                </a:lnTo>
                <a:lnTo>
                  <a:pt x="132862" y="73061"/>
                </a:lnTo>
                <a:lnTo>
                  <a:pt x="132862" y="95898"/>
                </a:lnTo>
                <a:lnTo>
                  <a:pt x="119845" y="95898"/>
                </a:lnTo>
                <a:lnTo>
                  <a:pt x="119845" y="73061"/>
                </a:lnTo>
                <a:lnTo>
                  <a:pt x="79195" y="73061"/>
                </a:lnTo>
                <a:lnTo>
                  <a:pt x="79195" y="60733"/>
                </a:lnTo>
                <a:close/>
              </a:path>
            </a:pathLst>
          </a:custGeom>
          <a:solidFill>
            <a:srgbClr val="000000"/>
          </a:solidFill>
          <a:ln w="7300" cap="sq">
            <a:noFill/>
            <a:prstDash val="solid"/>
            <a:miter/>
          </a:ln>
        </p:spPr>
        <p:txBody>
          <a:bodyPr/>
          <a:lstStyle/>
          <a:p>
            <a:endParaRPr lang="en-GB"/>
          </a:p>
        </p:txBody>
      </p:sp>
      <p:sp>
        <p:nvSpPr>
          <p:cNvPr id="169" name="Freeform: Shape 168">
            <a:extLst>
              <a:ext uri="{FF2B5EF4-FFF2-40B4-BE49-F238E27FC236}">
                <a16:creationId xmlns:a16="http://schemas.microsoft.com/office/drawing/2014/main" id="{41E1526D-3FDB-5B1C-55CC-88FBA3B5F25B}"/>
              </a:ext>
            </a:extLst>
          </p:cNvPr>
          <p:cNvSpPr/>
          <p:nvPr/>
        </p:nvSpPr>
        <p:spPr>
          <a:xfrm>
            <a:off x="350383" y="2165331"/>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70" name="Freeform: Shape 169">
            <a:extLst>
              <a:ext uri="{FF2B5EF4-FFF2-40B4-BE49-F238E27FC236}">
                <a16:creationId xmlns:a16="http://schemas.microsoft.com/office/drawing/2014/main" id="{87C3E6C6-DEE0-969A-D630-86CB764E9AEE}"/>
              </a:ext>
            </a:extLst>
          </p:cNvPr>
          <p:cNvSpPr/>
          <p:nvPr/>
        </p:nvSpPr>
        <p:spPr>
          <a:xfrm>
            <a:off x="137958" y="2115909"/>
            <a:ext cx="143480" cy="99452"/>
          </a:xfrm>
          <a:custGeom>
            <a:avLst/>
            <a:gdLst>
              <a:gd name="csX0" fmla="*/ 40650 w 143480"/>
              <a:gd name="csY0" fmla="*/ 13568 h 99452"/>
              <a:gd name="csX1" fmla="*/ 10506 w 143480"/>
              <a:gd name="csY1" fmla="*/ 64153 h 99452"/>
              <a:gd name="csX2" fmla="*/ 40650 w 143480"/>
              <a:gd name="csY2" fmla="*/ 64153 h 99452"/>
              <a:gd name="csX3" fmla="*/ 38596 w 143480"/>
              <a:gd name="csY3" fmla="*/ 1693 h 99452"/>
              <a:gd name="csX4" fmla="*/ 53668 w 143480"/>
              <a:gd name="csY4" fmla="*/ 1693 h 99452"/>
              <a:gd name="csX5" fmla="*/ 53668 w 143480"/>
              <a:gd name="csY5" fmla="*/ 64153 h 99452"/>
              <a:gd name="csX6" fmla="*/ 66343 w 143480"/>
              <a:gd name="csY6" fmla="*/ 64153 h 99452"/>
              <a:gd name="csX7" fmla="*/ 66343 w 143480"/>
              <a:gd name="csY7" fmla="*/ 74771 h 99452"/>
              <a:gd name="csX8" fmla="*/ 53668 w 143480"/>
              <a:gd name="csY8" fmla="*/ 74771 h 99452"/>
              <a:gd name="csX9" fmla="*/ 53668 w 143480"/>
              <a:gd name="csY9" fmla="*/ 97608 h 99452"/>
              <a:gd name="csX10" fmla="*/ 40650 w 143480"/>
              <a:gd name="csY10" fmla="*/ 97608 h 99452"/>
              <a:gd name="csX11" fmla="*/ 40650 w 143480"/>
              <a:gd name="csY11" fmla="*/ 74771 h 99452"/>
              <a:gd name="csX12" fmla="*/ 1 w 143480"/>
              <a:gd name="csY12" fmla="*/ 74771 h 99452"/>
              <a:gd name="csX13" fmla="*/ 1 w 143480"/>
              <a:gd name="csY13" fmla="*/ 62443 h 99452"/>
              <a:gd name="csX14" fmla="*/ 112309 w 143480"/>
              <a:gd name="csY14" fmla="*/ 52051 h 99452"/>
              <a:gd name="csX15" fmla="*/ 98835 w 143480"/>
              <a:gd name="csY15" fmla="*/ 56962 h 99452"/>
              <a:gd name="csX16" fmla="*/ 94153 w 143480"/>
              <a:gd name="csY16" fmla="*/ 70657 h 99452"/>
              <a:gd name="csX17" fmla="*/ 98949 w 143480"/>
              <a:gd name="csY17" fmla="*/ 84366 h 99452"/>
              <a:gd name="csX18" fmla="*/ 112309 w 143480"/>
              <a:gd name="csY18" fmla="*/ 89270 h 99452"/>
              <a:gd name="csX19" fmla="*/ 125668 w 143480"/>
              <a:gd name="csY19" fmla="*/ 84476 h 99452"/>
              <a:gd name="csX20" fmla="*/ 130464 w 143480"/>
              <a:gd name="csY20" fmla="*/ 70657 h 99452"/>
              <a:gd name="csX21" fmla="*/ 125668 w 143480"/>
              <a:gd name="csY21" fmla="*/ 56962 h 99452"/>
              <a:gd name="csX22" fmla="*/ 112309 w 143480"/>
              <a:gd name="csY22" fmla="*/ 52051 h 99452"/>
              <a:gd name="csX23" fmla="*/ 101004 w 143480"/>
              <a:gd name="csY23" fmla="*/ 46680 h 99452"/>
              <a:gd name="csX24" fmla="*/ 87988 w 143480"/>
              <a:gd name="csY24" fmla="*/ 38802 h 99452"/>
              <a:gd name="csX25" fmla="*/ 83306 w 143480"/>
              <a:gd name="csY25" fmla="*/ 24873 h 99452"/>
              <a:gd name="csX26" fmla="*/ 91070 w 143480"/>
              <a:gd name="csY26" fmla="*/ 6714 h 99452"/>
              <a:gd name="csX27" fmla="*/ 112309 w 143480"/>
              <a:gd name="csY27" fmla="*/ -17 h 99452"/>
              <a:gd name="csX28" fmla="*/ 133433 w 143480"/>
              <a:gd name="csY28" fmla="*/ 6714 h 99452"/>
              <a:gd name="csX29" fmla="*/ 141197 w 143480"/>
              <a:gd name="csY29" fmla="*/ 24873 h 99452"/>
              <a:gd name="csX30" fmla="*/ 136516 w 143480"/>
              <a:gd name="csY30" fmla="*/ 38802 h 99452"/>
              <a:gd name="csX31" fmla="*/ 123613 w 143480"/>
              <a:gd name="csY31" fmla="*/ 46680 h 99452"/>
              <a:gd name="csX32" fmla="*/ 138343 w 143480"/>
              <a:gd name="csY32" fmla="*/ 55245 h 99452"/>
              <a:gd name="csX33" fmla="*/ 143481 w 143480"/>
              <a:gd name="csY33" fmla="*/ 71804 h 99452"/>
              <a:gd name="csX34" fmla="*/ 135146 w 143480"/>
              <a:gd name="csY34" fmla="*/ 92127 h 99452"/>
              <a:gd name="csX35" fmla="*/ 112309 w 143480"/>
              <a:gd name="csY35" fmla="*/ 99435 h 99452"/>
              <a:gd name="csX36" fmla="*/ 89358 w 143480"/>
              <a:gd name="csY36" fmla="*/ 92244 h 99452"/>
              <a:gd name="csX37" fmla="*/ 81137 w 143480"/>
              <a:gd name="csY37" fmla="*/ 72031 h 99452"/>
              <a:gd name="csX38" fmla="*/ 86161 w 143480"/>
              <a:gd name="csY38" fmla="*/ 55245 h 99452"/>
              <a:gd name="csX39" fmla="*/ 101004 w 143480"/>
              <a:gd name="csY39" fmla="*/ 46680 h 99452"/>
              <a:gd name="csX40" fmla="*/ 96209 w 143480"/>
              <a:gd name="csY40" fmla="*/ 26014 h 99452"/>
              <a:gd name="csX41" fmla="*/ 100320 w 143480"/>
              <a:gd name="csY41" fmla="*/ 37889 h 99452"/>
              <a:gd name="csX42" fmla="*/ 112309 w 143480"/>
              <a:gd name="csY42" fmla="*/ 41886 h 99452"/>
              <a:gd name="csX43" fmla="*/ 124184 w 143480"/>
              <a:gd name="csY43" fmla="*/ 37889 h 99452"/>
              <a:gd name="csX44" fmla="*/ 128295 w 143480"/>
              <a:gd name="csY44" fmla="*/ 26014 h 99452"/>
              <a:gd name="csX45" fmla="*/ 124184 w 143480"/>
              <a:gd name="csY45" fmla="*/ 14138 h 99452"/>
              <a:gd name="csX46" fmla="*/ 112309 w 143480"/>
              <a:gd name="csY46" fmla="*/ 10031 h 99452"/>
              <a:gd name="csX47" fmla="*/ 100320 w 143480"/>
              <a:gd name="csY47" fmla="*/ 14138 h 99452"/>
              <a:gd name="csX48" fmla="*/ 96209 w 143480"/>
              <a:gd name="csY48" fmla="*/ 26014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3480" h="99452">
                <a:moveTo>
                  <a:pt x="40650" y="13568"/>
                </a:moveTo>
                <a:lnTo>
                  <a:pt x="10506" y="64153"/>
                </a:lnTo>
                <a:lnTo>
                  <a:pt x="40650" y="64153"/>
                </a:lnTo>
                <a:close/>
                <a:moveTo>
                  <a:pt x="38596" y="1693"/>
                </a:moveTo>
                <a:lnTo>
                  <a:pt x="53668" y="1693"/>
                </a:lnTo>
                <a:lnTo>
                  <a:pt x="53668" y="64153"/>
                </a:lnTo>
                <a:lnTo>
                  <a:pt x="66343" y="64153"/>
                </a:lnTo>
                <a:lnTo>
                  <a:pt x="66343" y="74771"/>
                </a:lnTo>
                <a:lnTo>
                  <a:pt x="53668" y="74771"/>
                </a:lnTo>
                <a:lnTo>
                  <a:pt x="53668" y="97608"/>
                </a:lnTo>
                <a:lnTo>
                  <a:pt x="40650" y="97608"/>
                </a:lnTo>
                <a:lnTo>
                  <a:pt x="40650" y="74771"/>
                </a:lnTo>
                <a:lnTo>
                  <a:pt x="1" y="74771"/>
                </a:lnTo>
                <a:lnTo>
                  <a:pt x="1" y="62443"/>
                </a:lnTo>
                <a:close/>
                <a:moveTo>
                  <a:pt x="112309" y="52051"/>
                </a:moveTo>
                <a:cubicBezTo>
                  <a:pt x="106523" y="52051"/>
                  <a:pt x="102032" y="53688"/>
                  <a:pt x="98835" y="56962"/>
                </a:cubicBezTo>
                <a:cubicBezTo>
                  <a:pt x="95713" y="60156"/>
                  <a:pt x="94153" y="64723"/>
                  <a:pt x="94153" y="70657"/>
                </a:cubicBezTo>
                <a:cubicBezTo>
                  <a:pt x="94153" y="76525"/>
                  <a:pt x="95752" y="81093"/>
                  <a:pt x="98949" y="84366"/>
                </a:cubicBezTo>
                <a:cubicBezTo>
                  <a:pt x="102147" y="87633"/>
                  <a:pt x="106599" y="89270"/>
                  <a:pt x="112309" y="89270"/>
                </a:cubicBezTo>
                <a:cubicBezTo>
                  <a:pt x="118094" y="89270"/>
                  <a:pt x="122547" y="87677"/>
                  <a:pt x="125668" y="84476"/>
                </a:cubicBezTo>
                <a:cubicBezTo>
                  <a:pt x="128865" y="81202"/>
                  <a:pt x="130464" y="76598"/>
                  <a:pt x="130464" y="70657"/>
                </a:cubicBezTo>
                <a:cubicBezTo>
                  <a:pt x="130464" y="64796"/>
                  <a:pt x="128865" y="60229"/>
                  <a:pt x="125668" y="56962"/>
                </a:cubicBezTo>
                <a:cubicBezTo>
                  <a:pt x="122471" y="53688"/>
                  <a:pt x="118018" y="52051"/>
                  <a:pt x="112309" y="52051"/>
                </a:cubicBezTo>
                <a:close/>
                <a:moveTo>
                  <a:pt x="101004" y="46680"/>
                </a:moveTo>
                <a:cubicBezTo>
                  <a:pt x="95447" y="45233"/>
                  <a:pt x="91109" y="42610"/>
                  <a:pt x="87988" y="38802"/>
                </a:cubicBezTo>
                <a:cubicBezTo>
                  <a:pt x="84866" y="34922"/>
                  <a:pt x="83306" y="30274"/>
                  <a:pt x="83306" y="24873"/>
                </a:cubicBezTo>
                <a:cubicBezTo>
                  <a:pt x="83306" y="17259"/>
                  <a:pt x="85894" y="11208"/>
                  <a:pt x="91070" y="6714"/>
                </a:cubicBezTo>
                <a:cubicBezTo>
                  <a:pt x="96323" y="2227"/>
                  <a:pt x="103403" y="-17"/>
                  <a:pt x="112309" y="-17"/>
                </a:cubicBezTo>
                <a:cubicBezTo>
                  <a:pt x="121215" y="-17"/>
                  <a:pt x="128257" y="2227"/>
                  <a:pt x="133433" y="6714"/>
                </a:cubicBezTo>
                <a:cubicBezTo>
                  <a:pt x="138609" y="11208"/>
                  <a:pt x="141197" y="17259"/>
                  <a:pt x="141197" y="24873"/>
                </a:cubicBezTo>
                <a:cubicBezTo>
                  <a:pt x="141197" y="30274"/>
                  <a:pt x="139637" y="34922"/>
                  <a:pt x="136516" y="38802"/>
                </a:cubicBezTo>
                <a:cubicBezTo>
                  <a:pt x="133471" y="42610"/>
                  <a:pt x="129170" y="45233"/>
                  <a:pt x="123613" y="46680"/>
                </a:cubicBezTo>
                <a:cubicBezTo>
                  <a:pt x="130008" y="48054"/>
                  <a:pt x="134918" y="50904"/>
                  <a:pt x="138343" y="55245"/>
                </a:cubicBezTo>
                <a:cubicBezTo>
                  <a:pt x="141768" y="59505"/>
                  <a:pt x="143481" y="65030"/>
                  <a:pt x="143481" y="71804"/>
                </a:cubicBezTo>
                <a:cubicBezTo>
                  <a:pt x="143481" y="80479"/>
                  <a:pt x="140703" y="87253"/>
                  <a:pt x="135146" y="92127"/>
                </a:cubicBezTo>
                <a:cubicBezTo>
                  <a:pt x="129665" y="97002"/>
                  <a:pt x="122052" y="99435"/>
                  <a:pt x="112309" y="99435"/>
                </a:cubicBezTo>
                <a:cubicBezTo>
                  <a:pt x="102489" y="99435"/>
                  <a:pt x="94839" y="97038"/>
                  <a:pt x="89358" y="92244"/>
                </a:cubicBezTo>
                <a:cubicBezTo>
                  <a:pt x="83877" y="87370"/>
                  <a:pt x="81137" y="80632"/>
                  <a:pt x="81137" y="72031"/>
                </a:cubicBezTo>
                <a:cubicBezTo>
                  <a:pt x="81137" y="65183"/>
                  <a:pt x="82811" y="59586"/>
                  <a:pt x="86161" y="55245"/>
                </a:cubicBezTo>
                <a:cubicBezTo>
                  <a:pt x="89586" y="50904"/>
                  <a:pt x="94534" y="48054"/>
                  <a:pt x="101004" y="46680"/>
                </a:cubicBezTo>
                <a:close/>
                <a:moveTo>
                  <a:pt x="96209" y="26014"/>
                </a:moveTo>
                <a:cubicBezTo>
                  <a:pt x="96209" y="31187"/>
                  <a:pt x="97579" y="35148"/>
                  <a:pt x="100320" y="37889"/>
                </a:cubicBezTo>
                <a:cubicBezTo>
                  <a:pt x="103060" y="40556"/>
                  <a:pt x="107057" y="41886"/>
                  <a:pt x="112309" y="41886"/>
                </a:cubicBezTo>
                <a:cubicBezTo>
                  <a:pt x="117485" y="41886"/>
                  <a:pt x="121444" y="40556"/>
                  <a:pt x="124184" y="37889"/>
                </a:cubicBezTo>
                <a:cubicBezTo>
                  <a:pt x="126924" y="35148"/>
                  <a:pt x="128295" y="31187"/>
                  <a:pt x="128295" y="26014"/>
                </a:cubicBezTo>
                <a:cubicBezTo>
                  <a:pt x="128295" y="20840"/>
                  <a:pt x="126924" y="16879"/>
                  <a:pt x="124184" y="14138"/>
                </a:cubicBezTo>
                <a:cubicBezTo>
                  <a:pt x="121520" y="11398"/>
                  <a:pt x="117561" y="10031"/>
                  <a:pt x="112309" y="10031"/>
                </a:cubicBezTo>
                <a:cubicBezTo>
                  <a:pt x="107057" y="10031"/>
                  <a:pt x="103060" y="11398"/>
                  <a:pt x="100320" y="14138"/>
                </a:cubicBezTo>
                <a:cubicBezTo>
                  <a:pt x="97579" y="16879"/>
                  <a:pt x="96209" y="20840"/>
                  <a:pt x="96209" y="26014"/>
                </a:cubicBezTo>
                <a:close/>
              </a:path>
            </a:pathLst>
          </a:custGeom>
          <a:solidFill>
            <a:srgbClr val="000000"/>
          </a:solidFill>
          <a:ln w="7300" cap="sq">
            <a:noFill/>
            <a:prstDash val="solid"/>
            <a:miter/>
          </a:ln>
        </p:spPr>
        <p:txBody>
          <a:bodyPr/>
          <a:lstStyle/>
          <a:p>
            <a:endParaRPr lang="en-GB"/>
          </a:p>
        </p:txBody>
      </p:sp>
      <p:sp>
        <p:nvSpPr>
          <p:cNvPr id="171" name="Freeform: Shape 170">
            <a:extLst>
              <a:ext uri="{FF2B5EF4-FFF2-40B4-BE49-F238E27FC236}">
                <a16:creationId xmlns:a16="http://schemas.microsoft.com/office/drawing/2014/main" id="{BC133CAA-15A0-B88C-CC4A-BEB1501AD4D5}"/>
              </a:ext>
            </a:extLst>
          </p:cNvPr>
          <p:cNvSpPr/>
          <p:nvPr/>
        </p:nvSpPr>
        <p:spPr>
          <a:xfrm>
            <a:off x="350383" y="1995571"/>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72" name="Freeform: Shape 171">
            <a:extLst>
              <a:ext uri="{FF2B5EF4-FFF2-40B4-BE49-F238E27FC236}">
                <a16:creationId xmlns:a16="http://schemas.microsoft.com/office/drawing/2014/main" id="{D5F39C98-6C1B-71B3-7916-63982BF8480B}"/>
              </a:ext>
            </a:extLst>
          </p:cNvPr>
          <p:cNvSpPr/>
          <p:nvPr/>
        </p:nvSpPr>
        <p:spPr>
          <a:xfrm>
            <a:off x="140585" y="1947829"/>
            <a:ext cx="138113" cy="99452"/>
          </a:xfrm>
          <a:custGeom>
            <a:avLst/>
            <a:gdLst>
              <a:gd name="csX0" fmla="*/ 4111 w 138113"/>
              <a:gd name="csY0" fmla="*/ 1693 h 99452"/>
              <a:gd name="csX1" fmla="*/ 52754 w 138113"/>
              <a:gd name="csY1" fmla="*/ 1693 h 99452"/>
              <a:gd name="csX2" fmla="*/ 52754 w 138113"/>
              <a:gd name="csY2" fmla="*/ 12655 h 99452"/>
              <a:gd name="csX3" fmla="*/ 15987 w 138113"/>
              <a:gd name="csY3" fmla="*/ 12655 h 99452"/>
              <a:gd name="csX4" fmla="*/ 15987 w 138113"/>
              <a:gd name="csY4" fmla="*/ 36179 h 99452"/>
              <a:gd name="csX5" fmla="*/ 21467 w 138113"/>
              <a:gd name="csY5" fmla="*/ 34695 h 99452"/>
              <a:gd name="csX6" fmla="*/ 27177 w 138113"/>
              <a:gd name="csY6" fmla="*/ 34235 h 99452"/>
              <a:gd name="csX7" fmla="*/ 50699 w 138113"/>
              <a:gd name="csY7" fmla="*/ 43026 h 99452"/>
              <a:gd name="csX8" fmla="*/ 59491 w 138113"/>
              <a:gd name="csY8" fmla="*/ 66893 h 99452"/>
              <a:gd name="csX9" fmla="*/ 50356 w 138113"/>
              <a:gd name="csY9" fmla="*/ 90753 h 99452"/>
              <a:gd name="csX10" fmla="*/ 25350 w 138113"/>
              <a:gd name="csY10" fmla="*/ 99435 h 99452"/>
              <a:gd name="csX11" fmla="*/ 11305 w 138113"/>
              <a:gd name="csY11" fmla="*/ 98405 h 99452"/>
              <a:gd name="csX12" fmla="*/ 1 w 138113"/>
              <a:gd name="csY12" fmla="*/ 95328 h 99452"/>
              <a:gd name="csX13" fmla="*/ 1 w 138113"/>
              <a:gd name="csY13" fmla="*/ 82196 h 99452"/>
              <a:gd name="csX14" fmla="*/ 11876 w 138113"/>
              <a:gd name="csY14" fmla="*/ 86990 h 99452"/>
              <a:gd name="csX15" fmla="*/ 24094 w 138113"/>
              <a:gd name="csY15" fmla="*/ 88590 h 99452"/>
              <a:gd name="csX16" fmla="*/ 40650 w 138113"/>
              <a:gd name="csY16" fmla="*/ 82993 h 99452"/>
              <a:gd name="csX17" fmla="*/ 46474 w 138113"/>
              <a:gd name="csY17" fmla="*/ 66893 h 99452"/>
              <a:gd name="csX18" fmla="*/ 40422 w 138113"/>
              <a:gd name="csY18" fmla="*/ 50904 h 99452"/>
              <a:gd name="csX19" fmla="*/ 23751 w 138113"/>
              <a:gd name="csY19" fmla="*/ 45080 h 99452"/>
              <a:gd name="csX20" fmla="*/ 13589 w 138113"/>
              <a:gd name="csY20" fmla="*/ 46336 h 99452"/>
              <a:gd name="csX21" fmla="*/ 4111 w 138113"/>
              <a:gd name="csY21" fmla="*/ 49881 h 99452"/>
              <a:gd name="csX22" fmla="*/ 94039 w 138113"/>
              <a:gd name="csY22" fmla="*/ 86646 h 99452"/>
              <a:gd name="csX23" fmla="*/ 138114 w 138113"/>
              <a:gd name="csY23" fmla="*/ 86646 h 99452"/>
              <a:gd name="csX24" fmla="*/ 138114 w 138113"/>
              <a:gd name="csY24" fmla="*/ 97608 h 99452"/>
              <a:gd name="csX25" fmla="*/ 79880 w 138113"/>
              <a:gd name="csY25" fmla="*/ 97608 h 99452"/>
              <a:gd name="csX26" fmla="*/ 79880 w 138113"/>
              <a:gd name="csY26" fmla="*/ 86646 h 99452"/>
              <a:gd name="csX27" fmla="*/ 100776 w 138113"/>
              <a:gd name="csY27" fmla="*/ 64380 h 99452"/>
              <a:gd name="csX28" fmla="*/ 113222 w 138113"/>
              <a:gd name="csY28" fmla="*/ 50677 h 99452"/>
              <a:gd name="csX29" fmla="*/ 121900 w 138113"/>
              <a:gd name="csY29" fmla="*/ 38006 h 99452"/>
              <a:gd name="csX30" fmla="*/ 124184 w 138113"/>
              <a:gd name="csY30" fmla="*/ 28067 h 99452"/>
              <a:gd name="csX31" fmla="*/ 119388 w 138113"/>
              <a:gd name="csY31" fmla="*/ 15512 h 99452"/>
              <a:gd name="csX32" fmla="*/ 106485 w 138113"/>
              <a:gd name="csY32" fmla="*/ 10945 h 99452"/>
              <a:gd name="csX33" fmla="*/ 94153 w 138113"/>
              <a:gd name="csY33" fmla="*/ 13115 h 99452"/>
              <a:gd name="csX34" fmla="*/ 80565 w 138113"/>
              <a:gd name="csY34" fmla="*/ 19393 h 99452"/>
              <a:gd name="csX35" fmla="*/ 80565 w 138113"/>
              <a:gd name="csY35" fmla="*/ 6377 h 99452"/>
              <a:gd name="csX36" fmla="*/ 93582 w 138113"/>
              <a:gd name="csY36" fmla="*/ 1576 h 99452"/>
              <a:gd name="csX37" fmla="*/ 106256 w 138113"/>
              <a:gd name="csY37" fmla="*/ -17 h 99452"/>
              <a:gd name="csX38" fmla="*/ 128865 w 138113"/>
              <a:gd name="csY38" fmla="*/ 7517 h 99452"/>
              <a:gd name="csX39" fmla="*/ 137429 w 138113"/>
              <a:gd name="csY39" fmla="*/ 27044 h 99452"/>
              <a:gd name="csX40" fmla="*/ 134574 w 138113"/>
              <a:gd name="csY40" fmla="*/ 39372 h 99452"/>
              <a:gd name="csX41" fmla="*/ 125325 w 138113"/>
              <a:gd name="csY41" fmla="*/ 53074 h 99452"/>
              <a:gd name="csX42" fmla="*/ 114820 w 138113"/>
              <a:gd name="csY42" fmla="*/ 64606 h 99452"/>
              <a:gd name="csX43" fmla="*/ 94039 w 138113"/>
              <a:gd name="csY43" fmla="*/ 86646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138113" h="99452">
                <a:moveTo>
                  <a:pt x="4111" y="1693"/>
                </a:moveTo>
                <a:lnTo>
                  <a:pt x="52754" y="1693"/>
                </a:lnTo>
                <a:lnTo>
                  <a:pt x="52754" y="12655"/>
                </a:lnTo>
                <a:lnTo>
                  <a:pt x="15987" y="12655"/>
                </a:lnTo>
                <a:lnTo>
                  <a:pt x="15987" y="36179"/>
                </a:lnTo>
                <a:cubicBezTo>
                  <a:pt x="17814" y="35492"/>
                  <a:pt x="19641" y="34995"/>
                  <a:pt x="21467" y="34695"/>
                </a:cubicBezTo>
                <a:cubicBezTo>
                  <a:pt x="23370" y="34388"/>
                  <a:pt x="25273" y="34235"/>
                  <a:pt x="27177" y="34235"/>
                </a:cubicBezTo>
                <a:cubicBezTo>
                  <a:pt x="37073" y="34235"/>
                  <a:pt x="44913" y="37165"/>
                  <a:pt x="50699" y="43026"/>
                </a:cubicBezTo>
                <a:cubicBezTo>
                  <a:pt x="56560" y="48887"/>
                  <a:pt x="59491" y="56845"/>
                  <a:pt x="59491" y="66893"/>
                </a:cubicBezTo>
                <a:cubicBezTo>
                  <a:pt x="59491" y="76942"/>
                  <a:pt x="56446" y="84893"/>
                  <a:pt x="50356" y="90753"/>
                </a:cubicBezTo>
                <a:cubicBezTo>
                  <a:pt x="44266" y="96541"/>
                  <a:pt x="35931" y="99435"/>
                  <a:pt x="25350" y="99435"/>
                </a:cubicBezTo>
                <a:cubicBezTo>
                  <a:pt x="20250" y="99435"/>
                  <a:pt x="15568" y="99092"/>
                  <a:pt x="11305" y="98405"/>
                </a:cubicBezTo>
                <a:cubicBezTo>
                  <a:pt x="7119" y="97725"/>
                  <a:pt x="3350" y="96695"/>
                  <a:pt x="1" y="95328"/>
                </a:cubicBezTo>
                <a:lnTo>
                  <a:pt x="1" y="82196"/>
                </a:lnTo>
                <a:cubicBezTo>
                  <a:pt x="3959" y="84323"/>
                  <a:pt x="7917" y="85923"/>
                  <a:pt x="11876" y="86990"/>
                </a:cubicBezTo>
                <a:cubicBezTo>
                  <a:pt x="15911" y="88057"/>
                  <a:pt x="19983" y="88590"/>
                  <a:pt x="24094" y="88590"/>
                </a:cubicBezTo>
                <a:cubicBezTo>
                  <a:pt x="31249" y="88590"/>
                  <a:pt x="36768" y="86719"/>
                  <a:pt x="40650" y="82993"/>
                </a:cubicBezTo>
                <a:cubicBezTo>
                  <a:pt x="44533" y="79185"/>
                  <a:pt x="46474" y="73821"/>
                  <a:pt x="46474" y="66893"/>
                </a:cubicBezTo>
                <a:cubicBezTo>
                  <a:pt x="46474" y="60039"/>
                  <a:pt x="44456" y="54711"/>
                  <a:pt x="40422" y="50904"/>
                </a:cubicBezTo>
                <a:cubicBezTo>
                  <a:pt x="36464" y="47023"/>
                  <a:pt x="30907" y="45080"/>
                  <a:pt x="23751" y="45080"/>
                </a:cubicBezTo>
                <a:cubicBezTo>
                  <a:pt x="20249" y="45080"/>
                  <a:pt x="16862" y="45503"/>
                  <a:pt x="13589" y="46336"/>
                </a:cubicBezTo>
                <a:cubicBezTo>
                  <a:pt x="10316" y="47104"/>
                  <a:pt x="7157" y="48280"/>
                  <a:pt x="4111" y="49881"/>
                </a:cubicBezTo>
                <a:close/>
                <a:moveTo>
                  <a:pt x="94039" y="86646"/>
                </a:moveTo>
                <a:lnTo>
                  <a:pt x="138114" y="86646"/>
                </a:lnTo>
                <a:lnTo>
                  <a:pt x="138114" y="97608"/>
                </a:lnTo>
                <a:lnTo>
                  <a:pt x="79880" y="97608"/>
                </a:lnTo>
                <a:lnTo>
                  <a:pt x="79880" y="86646"/>
                </a:lnTo>
                <a:cubicBezTo>
                  <a:pt x="87873" y="78272"/>
                  <a:pt x="94838" y="70854"/>
                  <a:pt x="100776" y="64380"/>
                </a:cubicBezTo>
                <a:cubicBezTo>
                  <a:pt x="106789" y="57912"/>
                  <a:pt x="110939" y="53345"/>
                  <a:pt x="113222" y="50677"/>
                </a:cubicBezTo>
                <a:cubicBezTo>
                  <a:pt x="117485" y="45423"/>
                  <a:pt x="120378" y="41199"/>
                  <a:pt x="121900" y="38006"/>
                </a:cubicBezTo>
                <a:cubicBezTo>
                  <a:pt x="123422" y="34732"/>
                  <a:pt x="124184" y="31421"/>
                  <a:pt x="124184" y="28067"/>
                </a:cubicBezTo>
                <a:cubicBezTo>
                  <a:pt x="124184" y="22666"/>
                  <a:pt x="122585" y="18479"/>
                  <a:pt x="119388" y="15512"/>
                </a:cubicBezTo>
                <a:cubicBezTo>
                  <a:pt x="116267" y="12465"/>
                  <a:pt x="111966" y="10945"/>
                  <a:pt x="106485" y="10945"/>
                </a:cubicBezTo>
                <a:cubicBezTo>
                  <a:pt x="102603" y="10945"/>
                  <a:pt x="98492" y="11668"/>
                  <a:pt x="94153" y="13115"/>
                </a:cubicBezTo>
                <a:cubicBezTo>
                  <a:pt x="89891" y="14482"/>
                  <a:pt x="85361" y="16572"/>
                  <a:pt x="80565" y="19393"/>
                </a:cubicBezTo>
                <a:lnTo>
                  <a:pt x="80565" y="6377"/>
                </a:lnTo>
                <a:cubicBezTo>
                  <a:pt x="84980" y="4244"/>
                  <a:pt x="89320" y="2643"/>
                  <a:pt x="93582" y="1576"/>
                </a:cubicBezTo>
                <a:cubicBezTo>
                  <a:pt x="97845" y="517"/>
                  <a:pt x="102070" y="-17"/>
                  <a:pt x="106256" y="-17"/>
                </a:cubicBezTo>
                <a:cubicBezTo>
                  <a:pt x="115620" y="-17"/>
                  <a:pt x="123156" y="2490"/>
                  <a:pt x="128865" y="7517"/>
                </a:cubicBezTo>
                <a:cubicBezTo>
                  <a:pt x="134575" y="12465"/>
                  <a:pt x="137429" y="18976"/>
                  <a:pt x="137429" y="27044"/>
                </a:cubicBezTo>
                <a:cubicBezTo>
                  <a:pt x="137429" y="31151"/>
                  <a:pt x="136478" y="35265"/>
                  <a:pt x="134574" y="39372"/>
                </a:cubicBezTo>
                <a:cubicBezTo>
                  <a:pt x="132671" y="43486"/>
                  <a:pt x="129588" y="48054"/>
                  <a:pt x="125325" y="53074"/>
                </a:cubicBezTo>
                <a:cubicBezTo>
                  <a:pt x="122890" y="55815"/>
                  <a:pt x="119388" y="59659"/>
                  <a:pt x="114820" y="64606"/>
                </a:cubicBezTo>
                <a:cubicBezTo>
                  <a:pt x="110253" y="69553"/>
                  <a:pt x="103326" y="76905"/>
                  <a:pt x="94039" y="86646"/>
                </a:cubicBezTo>
                <a:close/>
              </a:path>
            </a:pathLst>
          </a:custGeom>
          <a:solidFill>
            <a:srgbClr val="000000"/>
          </a:solidFill>
          <a:ln w="7300" cap="sq">
            <a:noFill/>
            <a:prstDash val="solid"/>
            <a:miter/>
          </a:ln>
        </p:spPr>
        <p:txBody>
          <a:bodyPr/>
          <a:lstStyle/>
          <a:p>
            <a:endParaRPr lang="en-GB"/>
          </a:p>
        </p:txBody>
      </p:sp>
      <p:sp>
        <p:nvSpPr>
          <p:cNvPr id="173" name="Freeform: Shape 172">
            <a:extLst>
              <a:ext uri="{FF2B5EF4-FFF2-40B4-BE49-F238E27FC236}">
                <a16:creationId xmlns:a16="http://schemas.microsoft.com/office/drawing/2014/main" id="{A20B0C67-2B16-C472-5F77-0E0AED391552}"/>
              </a:ext>
            </a:extLst>
          </p:cNvPr>
          <p:cNvSpPr/>
          <p:nvPr/>
        </p:nvSpPr>
        <p:spPr>
          <a:xfrm>
            <a:off x="350383" y="1825810"/>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74" name="Freeform: Shape 173">
            <a:extLst>
              <a:ext uri="{FF2B5EF4-FFF2-40B4-BE49-F238E27FC236}">
                <a16:creationId xmlns:a16="http://schemas.microsoft.com/office/drawing/2014/main" id="{24E822D1-C76F-79BE-F3F2-02FB5DA7B346}"/>
              </a:ext>
            </a:extLst>
          </p:cNvPr>
          <p:cNvSpPr/>
          <p:nvPr/>
        </p:nvSpPr>
        <p:spPr>
          <a:xfrm>
            <a:off x="140585" y="1772441"/>
            <a:ext cx="140739" cy="99452"/>
          </a:xfrm>
          <a:custGeom>
            <a:avLst/>
            <a:gdLst>
              <a:gd name="csX0" fmla="*/ 4111 w 140739"/>
              <a:gd name="csY0" fmla="*/ 1693 h 99452"/>
              <a:gd name="csX1" fmla="*/ 52754 w 140739"/>
              <a:gd name="csY1" fmla="*/ 1693 h 99452"/>
              <a:gd name="csX2" fmla="*/ 52754 w 140739"/>
              <a:gd name="csY2" fmla="*/ 12655 h 99452"/>
              <a:gd name="csX3" fmla="*/ 15987 w 140739"/>
              <a:gd name="csY3" fmla="*/ 12655 h 99452"/>
              <a:gd name="csX4" fmla="*/ 15987 w 140739"/>
              <a:gd name="csY4" fmla="*/ 36179 h 99452"/>
              <a:gd name="csX5" fmla="*/ 21467 w 140739"/>
              <a:gd name="csY5" fmla="*/ 34695 h 99452"/>
              <a:gd name="csX6" fmla="*/ 27177 w 140739"/>
              <a:gd name="csY6" fmla="*/ 34235 h 99452"/>
              <a:gd name="csX7" fmla="*/ 50699 w 140739"/>
              <a:gd name="csY7" fmla="*/ 43026 h 99452"/>
              <a:gd name="csX8" fmla="*/ 59491 w 140739"/>
              <a:gd name="csY8" fmla="*/ 66893 h 99452"/>
              <a:gd name="csX9" fmla="*/ 50356 w 140739"/>
              <a:gd name="csY9" fmla="*/ 90753 h 99452"/>
              <a:gd name="csX10" fmla="*/ 25350 w 140739"/>
              <a:gd name="csY10" fmla="*/ 99435 h 99452"/>
              <a:gd name="csX11" fmla="*/ 11305 w 140739"/>
              <a:gd name="csY11" fmla="*/ 98405 h 99452"/>
              <a:gd name="csX12" fmla="*/ 1 w 140739"/>
              <a:gd name="csY12" fmla="*/ 95328 h 99452"/>
              <a:gd name="csX13" fmla="*/ 1 w 140739"/>
              <a:gd name="csY13" fmla="*/ 82196 h 99452"/>
              <a:gd name="csX14" fmla="*/ 11876 w 140739"/>
              <a:gd name="csY14" fmla="*/ 86990 h 99452"/>
              <a:gd name="csX15" fmla="*/ 24094 w 140739"/>
              <a:gd name="csY15" fmla="*/ 88590 h 99452"/>
              <a:gd name="csX16" fmla="*/ 40650 w 140739"/>
              <a:gd name="csY16" fmla="*/ 82993 h 99452"/>
              <a:gd name="csX17" fmla="*/ 46474 w 140739"/>
              <a:gd name="csY17" fmla="*/ 66893 h 99452"/>
              <a:gd name="csX18" fmla="*/ 40422 w 140739"/>
              <a:gd name="csY18" fmla="*/ 50904 h 99452"/>
              <a:gd name="csX19" fmla="*/ 23751 w 140739"/>
              <a:gd name="csY19" fmla="*/ 45080 h 99452"/>
              <a:gd name="csX20" fmla="*/ 13589 w 140739"/>
              <a:gd name="csY20" fmla="*/ 46336 h 99452"/>
              <a:gd name="csX21" fmla="*/ 4111 w 140739"/>
              <a:gd name="csY21" fmla="*/ 49881 h 99452"/>
              <a:gd name="csX22" fmla="*/ 133661 w 140739"/>
              <a:gd name="csY22" fmla="*/ 3863 h 99452"/>
              <a:gd name="csX23" fmla="*/ 133661 w 140739"/>
              <a:gd name="csY23" fmla="*/ 15739 h 99452"/>
              <a:gd name="csX24" fmla="*/ 125097 w 140739"/>
              <a:gd name="csY24" fmla="*/ 12194 h 99452"/>
              <a:gd name="csX25" fmla="*/ 115620 w 140739"/>
              <a:gd name="csY25" fmla="*/ 10945 h 99452"/>
              <a:gd name="csX26" fmla="*/ 96894 w 140739"/>
              <a:gd name="csY26" fmla="*/ 20189 h 99452"/>
              <a:gd name="csX27" fmla="*/ 90499 w 140739"/>
              <a:gd name="csY27" fmla="*/ 47484 h 99452"/>
              <a:gd name="csX28" fmla="*/ 99063 w 140739"/>
              <a:gd name="csY28" fmla="*/ 37662 h 99452"/>
              <a:gd name="csX29" fmla="*/ 111623 w 140739"/>
              <a:gd name="csY29" fmla="*/ 34235 h 99452"/>
              <a:gd name="csX30" fmla="*/ 133090 w 140739"/>
              <a:gd name="csY30" fmla="*/ 42800 h 99452"/>
              <a:gd name="csX31" fmla="*/ 140741 w 140739"/>
              <a:gd name="csY31" fmla="*/ 66893 h 99452"/>
              <a:gd name="csX32" fmla="*/ 132862 w 140739"/>
              <a:gd name="csY32" fmla="*/ 90987 h 99452"/>
              <a:gd name="csX33" fmla="*/ 110824 w 140739"/>
              <a:gd name="csY33" fmla="*/ 99435 h 99452"/>
              <a:gd name="csX34" fmla="*/ 86389 w 140739"/>
              <a:gd name="csY34" fmla="*/ 87443 h 99452"/>
              <a:gd name="csX35" fmla="*/ 78624 w 140739"/>
              <a:gd name="csY35" fmla="*/ 49764 h 99452"/>
              <a:gd name="csX36" fmla="*/ 87987 w 140739"/>
              <a:gd name="csY36" fmla="*/ 12772 h 99452"/>
              <a:gd name="csX37" fmla="*/ 115049 w 140739"/>
              <a:gd name="csY37" fmla="*/ -17 h 99452"/>
              <a:gd name="csX38" fmla="*/ 124526 w 140739"/>
              <a:gd name="csY38" fmla="*/ 1006 h 99452"/>
              <a:gd name="csX39" fmla="*/ 133661 w 140739"/>
              <a:gd name="csY39" fmla="*/ 3863 h 99452"/>
              <a:gd name="csX40" fmla="*/ 110596 w 140739"/>
              <a:gd name="csY40" fmla="*/ 44400 h 99452"/>
              <a:gd name="csX41" fmla="*/ 97464 w 140739"/>
              <a:gd name="csY41" fmla="*/ 50334 h 99452"/>
              <a:gd name="csX42" fmla="*/ 92783 w 140739"/>
              <a:gd name="csY42" fmla="*/ 66893 h 99452"/>
              <a:gd name="csX43" fmla="*/ 97464 w 140739"/>
              <a:gd name="csY43" fmla="*/ 83336 h 99452"/>
              <a:gd name="csX44" fmla="*/ 110596 w 140739"/>
              <a:gd name="csY44" fmla="*/ 89270 h 99452"/>
              <a:gd name="csX45" fmla="*/ 123498 w 140739"/>
              <a:gd name="csY45" fmla="*/ 83679 h 99452"/>
              <a:gd name="csX46" fmla="*/ 127952 w 140739"/>
              <a:gd name="csY46" fmla="*/ 66893 h 99452"/>
              <a:gd name="csX47" fmla="*/ 123498 w 140739"/>
              <a:gd name="csY47" fmla="*/ 50107 h 99452"/>
              <a:gd name="csX48" fmla="*/ 110596 w 140739"/>
              <a:gd name="csY48" fmla="*/ 44400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40739" h="99452">
                <a:moveTo>
                  <a:pt x="4111" y="1693"/>
                </a:moveTo>
                <a:lnTo>
                  <a:pt x="52754" y="1693"/>
                </a:lnTo>
                <a:lnTo>
                  <a:pt x="52754" y="12655"/>
                </a:lnTo>
                <a:lnTo>
                  <a:pt x="15987" y="12655"/>
                </a:lnTo>
                <a:lnTo>
                  <a:pt x="15987" y="36179"/>
                </a:lnTo>
                <a:cubicBezTo>
                  <a:pt x="17814" y="35492"/>
                  <a:pt x="19641" y="34995"/>
                  <a:pt x="21467" y="34695"/>
                </a:cubicBezTo>
                <a:cubicBezTo>
                  <a:pt x="23370" y="34388"/>
                  <a:pt x="25273" y="34235"/>
                  <a:pt x="27177" y="34235"/>
                </a:cubicBezTo>
                <a:cubicBezTo>
                  <a:pt x="37073" y="34235"/>
                  <a:pt x="44913" y="37165"/>
                  <a:pt x="50699" y="43026"/>
                </a:cubicBezTo>
                <a:cubicBezTo>
                  <a:pt x="56560" y="48887"/>
                  <a:pt x="59491" y="56845"/>
                  <a:pt x="59491" y="66893"/>
                </a:cubicBezTo>
                <a:cubicBezTo>
                  <a:pt x="59491" y="76942"/>
                  <a:pt x="56446" y="84893"/>
                  <a:pt x="50356" y="90753"/>
                </a:cubicBezTo>
                <a:cubicBezTo>
                  <a:pt x="44266" y="96541"/>
                  <a:pt x="35931" y="99435"/>
                  <a:pt x="25350" y="99435"/>
                </a:cubicBezTo>
                <a:cubicBezTo>
                  <a:pt x="20250" y="99435"/>
                  <a:pt x="15568" y="99092"/>
                  <a:pt x="11305" y="98405"/>
                </a:cubicBezTo>
                <a:cubicBezTo>
                  <a:pt x="7119" y="97725"/>
                  <a:pt x="3350" y="96695"/>
                  <a:pt x="1" y="95328"/>
                </a:cubicBezTo>
                <a:lnTo>
                  <a:pt x="1" y="82196"/>
                </a:lnTo>
                <a:cubicBezTo>
                  <a:pt x="3959" y="84323"/>
                  <a:pt x="7917" y="85923"/>
                  <a:pt x="11876" y="86990"/>
                </a:cubicBezTo>
                <a:cubicBezTo>
                  <a:pt x="15911" y="88057"/>
                  <a:pt x="19983" y="88590"/>
                  <a:pt x="24094" y="88590"/>
                </a:cubicBezTo>
                <a:cubicBezTo>
                  <a:pt x="31249" y="88590"/>
                  <a:pt x="36768" y="86719"/>
                  <a:pt x="40650" y="82993"/>
                </a:cubicBezTo>
                <a:cubicBezTo>
                  <a:pt x="44533" y="79185"/>
                  <a:pt x="46474" y="73821"/>
                  <a:pt x="46474" y="66893"/>
                </a:cubicBezTo>
                <a:cubicBezTo>
                  <a:pt x="46474" y="60039"/>
                  <a:pt x="44456" y="54711"/>
                  <a:pt x="40422" y="50904"/>
                </a:cubicBezTo>
                <a:cubicBezTo>
                  <a:pt x="36464" y="47023"/>
                  <a:pt x="30907" y="45080"/>
                  <a:pt x="23751" y="45080"/>
                </a:cubicBezTo>
                <a:cubicBezTo>
                  <a:pt x="20249" y="45080"/>
                  <a:pt x="16862" y="45503"/>
                  <a:pt x="13589" y="46336"/>
                </a:cubicBezTo>
                <a:cubicBezTo>
                  <a:pt x="10316" y="47104"/>
                  <a:pt x="7157" y="48280"/>
                  <a:pt x="4111" y="49881"/>
                </a:cubicBezTo>
                <a:close/>
                <a:moveTo>
                  <a:pt x="133661" y="3863"/>
                </a:moveTo>
                <a:lnTo>
                  <a:pt x="133661" y="15739"/>
                </a:lnTo>
                <a:cubicBezTo>
                  <a:pt x="130997" y="14219"/>
                  <a:pt x="128143" y="13035"/>
                  <a:pt x="125097" y="12194"/>
                </a:cubicBezTo>
                <a:cubicBezTo>
                  <a:pt x="122052" y="11361"/>
                  <a:pt x="118893" y="10945"/>
                  <a:pt x="115620" y="10945"/>
                </a:cubicBezTo>
                <a:cubicBezTo>
                  <a:pt x="107399" y="10945"/>
                  <a:pt x="101156" y="14021"/>
                  <a:pt x="96894" y="20189"/>
                </a:cubicBezTo>
                <a:cubicBezTo>
                  <a:pt x="92631" y="26357"/>
                  <a:pt x="90499" y="35455"/>
                  <a:pt x="90499" y="47484"/>
                </a:cubicBezTo>
                <a:cubicBezTo>
                  <a:pt x="92555" y="43216"/>
                  <a:pt x="95409" y="39942"/>
                  <a:pt x="99063" y="37662"/>
                </a:cubicBezTo>
                <a:cubicBezTo>
                  <a:pt x="102717" y="35375"/>
                  <a:pt x="106904" y="34235"/>
                  <a:pt x="111623" y="34235"/>
                </a:cubicBezTo>
                <a:cubicBezTo>
                  <a:pt x="120834" y="34235"/>
                  <a:pt x="127990" y="37092"/>
                  <a:pt x="133090" y="42800"/>
                </a:cubicBezTo>
                <a:cubicBezTo>
                  <a:pt x="138190" y="48434"/>
                  <a:pt x="140741" y="56465"/>
                  <a:pt x="140741" y="66893"/>
                </a:cubicBezTo>
                <a:cubicBezTo>
                  <a:pt x="140741" y="77249"/>
                  <a:pt x="138114" y="85280"/>
                  <a:pt x="132862" y="90987"/>
                </a:cubicBezTo>
                <a:cubicBezTo>
                  <a:pt x="127686" y="96622"/>
                  <a:pt x="120339" y="99435"/>
                  <a:pt x="110824" y="99435"/>
                </a:cubicBezTo>
                <a:cubicBezTo>
                  <a:pt x="99710" y="99435"/>
                  <a:pt x="91565" y="95438"/>
                  <a:pt x="86389" y="87443"/>
                </a:cubicBezTo>
                <a:cubicBezTo>
                  <a:pt x="81213" y="79456"/>
                  <a:pt x="78624" y="66893"/>
                  <a:pt x="78624" y="49764"/>
                </a:cubicBezTo>
                <a:cubicBezTo>
                  <a:pt x="78624" y="33548"/>
                  <a:pt x="81745" y="21220"/>
                  <a:pt x="87987" y="12772"/>
                </a:cubicBezTo>
                <a:cubicBezTo>
                  <a:pt x="94229" y="4244"/>
                  <a:pt x="103250" y="-17"/>
                  <a:pt x="115049" y="-17"/>
                </a:cubicBezTo>
                <a:cubicBezTo>
                  <a:pt x="118170" y="-17"/>
                  <a:pt x="121329" y="319"/>
                  <a:pt x="124526" y="1006"/>
                </a:cubicBezTo>
                <a:cubicBezTo>
                  <a:pt x="127723" y="1620"/>
                  <a:pt x="130768" y="2570"/>
                  <a:pt x="133661" y="3863"/>
                </a:cubicBezTo>
                <a:close/>
                <a:moveTo>
                  <a:pt x="110596" y="44400"/>
                </a:moveTo>
                <a:cubicBezTo>
                  <a:pt x="105039" y="44400"/>
                  <a:pt x="100662" y="46380"/>
                  <a:pt x="97464" y="50334"/>
                </a:cubicBezTo>
                <a:cubicBezTo>
                  <a:pt x="94343" y="54295"/>
                  <a:pt x="92783" y="59812"/>
                  <a:pt x="92783" y="66893"/>
                </a:cubicBezTo>
                <a:cubicBezTo>
                  <a:pt x="92783" y="73894"/>
                  <a:pt x="94343" y="79375"/>
                  <a:pt x="97464" y="83336"/>
                </a:cubicBezTo>
                <a:cubicBezTo>
                  <a:pt x="100662" y="87297"/>
                  <a:pt x="105039" y="89270"/>
                  <a:pt x="110596" y="89270"/>
                </a:cubicBezTo>
                <a:cubicBezTo>
                  <a:pt x="116305" y="89270"/>
                  <a:pt x="120606" y="87406"/>
                  <a:pt x="123498" y="83679"/>
                </a:cubicBezTo>
                <a:cubicBezTo>
                  <a:pt x="126468" y="79872"/>
                  <a:pt x="127952" y="74274"/>
                  <a:pt x="127952" y="66893"/>
                </a:cubicBezTo>
                <a:cubicBezTo>
                  <a:pt x="127952" y="59432"/>
                  <a:pt x="126468" y="53834"/>
                  <a:pt x="123498" y="50107"/>
                </a:cubicBezTo>
                <a:cubicBezTo>
                  <a:pt x="120606" y="46300"/>
                  <a:pt x="116305" y="44400"/>
                  <a:pt x="110596" y="44400"/>
                </a:cubicBezTo>
                <a:close/>
              </a:path>
            </a:pathLst>
          </a:custGeom>
          <a:solidFill>
            <a:srgbClr val="000000"/>
          </a:solidFill>
          <a:ln w="7300" cap="sq">
            <a:noFill/>
            <a:prstDash val="solid"/>
            <a:miter/>
          </a:ln>
        </p:spPr>
        <p:txBody>
          <a:bodyPr/>
          <a:lstStyle/>
          <a:p>
            <a:endParaRPr lang="en-GB"/>
          </a:p>
        </p:txBody>
      </p:sp>
      <p:sp>
        <p:nvSpPr>
          <p:cNvPr id="175" name="Freeform: Shape 174">
            <a:extLst>
              <a:ext uri="{FF2B5EF4-FFF2-40B4-BE49-F238E27FC236}">
                <a16:creationId xmlns:a16="http://schemas.microsoft.com/office/drawing/2014/main" id="{DC4B7505-B45A-C260-1C45-380120926480}"/>
              </a:ext>
            </a:extLst>
          </p:cNvPr>
          <p:cNvSpPr/>
          <p:nvPr/>
        </p:nvSpPr>
        <p:spPr>
          <a:xfrm>
            <a:off x="350383" y="1656046"/>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76" name="Freeform: Shape 175">
            <a:extLst>
              <a:ext uri="{FF2B5EF4-FFF2-40B4-BE49-F238E27FC236}">
                <a16:creationId xmlns:a16="http://schemas.microsoft.com/office/drawing/2014/main" id="{4B98ADDF-C05E-6D8E-CF7F-2FA8D422BC75}"/>
              </a:ext>
            </a:extLst>
          </p:cNvPr>
          <p:cNvSpPr/>
          <p:nvPr/>
        </p:nvSpPr>
        <p:spPr>
          <a:xfrm>
            <a:off x="140014" y="1604362"/>
            <a:ext cx="141310" cy="99452"/>
          </a:xfrm>
          <a:custGeom>
            <a:avLst/>
            <a:gdLst>
              <a:gd name="csX0" fmla="*/ 55037 w 141310"/>
              <a:gd name="csY0" fmla="*/ 3863 h 99452"/>
              <a:gd name="csX1" fmla="*/ 55037 w 141310"/>
              <a:gd name="csY1" fmla="*/ 15739 h 99452"/>
              <a:gd name="csX2" fmla="*/ 46473 w 141310"/>
              <a:gd name="csY2" fmla="*/ 12194 h 99452"/>
              <a:gd name="csX3" fmla="*/ 36997 w 141310"/>
              <a:gd name="csY3" fmla="*/ 10945 h 99452"/>
              <a:gd name="csX4" fmla="*/ 18270 w 141310"/>
              <a:gd name="csY4" fmla="*/ 20189 h 99452"/>
              <a:gd name="csX5" fmla="*/ 11876 w 141310"/>
              <a:gd name="csY5" fmla="*/ 47484 h 99452"/>
              <a:gd name="csX6" fmla="*/ 20440 w 141310"/>
              <a:gd name="csY6" fmla="*/ 37662 h 99452"/>
              <a:gd name="csX7" fmla="*/ 33000 w 141310"/>
              <a:gd name="csY7" fmla="*/ 34235 h 99452"/>
              <a:gd name="csX8" fmla="*/ 54467 w 141310"/>
              <a:gd name="csY8" fmla="*/ 42800 h 99452"/>
              <a:gd name="csX9" fmla="*/ 62117 w 141310"/>
              <a:gd name="csY9" fmla="*/ 66893 h 99452"/>
              <a:gd name="csX10" fmla="*/ 54239 w 141310"/>
              <a:gd name="csY10" fmla="*/ 90987 h 99452"/>
              <a:gd name="csX11" fmla="*/ 32200 w 141310"/>
              <a:gd name="csY11" fmla="*/ 99435 h 99452"/>
              <a:gd name="csX12" fmla="*/ 7765 w 141310"/>
              <a:gd name="csY12" fmla="*/ 87443 h 99452"/>
              <a:gd name="csX13" fmla="*/ 1 w 141310"/>
              <a:gd name="csY13" fmla="*/ 49764 h 99452"/>
              <a:gd name="csX14" fmla="*/ 9363 w 141310"/>
              <a:gd name="csY14" fmla="*/ 12772 h 99452"/>
              <a:gd name="csX15" fmla="*/ 36425 w 141310"/>
              <a:gd name="csY15" fmla="*/ -17 h 99452"/>
              <a:gd name="csX16" fmla="*/ 45903 w 141310"/>
              <a:gd name="csY16" fmla="*/ 1006 h 99452"/>
              <a:gd name="csX17" fmla="*/ 55037 w 141310"/>
              <a:gd name="csY17" fmla="*/ 3863 h 99452"/>
              <a:gd name="csX18" fmla="*/ 31972 w 141310"/>
              <a:gd name="csY18" fmla="*/ 44400 h 99452"/>
              <a:gd name="csX19" fmla="*/ 18841 w 141310"/>
              <a:gd name="csY19" fmla="*/ 50334 h 99452"/>
              <a:gd name="csX20" fmla="*/ 14160 w 141310"/>
              <a:gd name="csY20" fmla="*/ 66893 h 99452"/>
              <a:gd name="csX21" fmla="*/ 18841 w 141310"/>
              <a:gd name="csY21" fmla="*/ 83336 h 99452"/>
              <a:gd name="csX22" fmla="*/ 31972 w 141310"/>
              <a:gd name="csY22" fmla="*/ 89270 h 99452"/>
              <a:gd name="csX23" fmla="*/ 44875 w 141310"/>
              <a:gd name="csY23" fmla="*/ 83679 h 99452"/>
              <a:gd name="csX24" fmla="*/ 49329 w 141310"/>
              <a:gd name="csY24" fmla="*/ 66893 h 99452"/>
              <a:gd name="csX25" fmla="*/ 44875 w 141310"/>
              <a:gd name="csY25" fmla="*/ 50107 h 99452"/>
              <a:gd name="csX26" fmla="*/ 31972 w 141310"/>
              <a:gd name="csY26" fmla="*/ 44400 h 99452"/>
              <a:gd name="csX27" fmla="*/ 101689 w 141310"/>
              <a:gd name="csY27" fmla="*/ 49420 h 99452"/>
              <a:gd name="csX28" fmla="*/ 104087 w 141310"/>
              <a:gd name="csY28" fmla="*/ 43370 h 99452"/>
              <a:gd name="csX29" fmla="*/ 110024 w 141310"/>
              <a:gd name="csY29" fmla="*/ 40746 h 99452"/>
              <a:gd name="csX30" fmla="*/ 116191 w 141310"/>
              <a:gd name="csY30" fmla="*/ 43370 h 99452"/>
              <a:gd name="csX31" fmla="*/ 118817 w 141310"/>
              <a:gd name="csY31" fmla="*/ 49420 h 99452"/>
              <a:gd name="csX32" fmla="*/ 116191 w 141310"/>
              <a:gd name="csY32" fmla="*/ 55588 h 99452"/>
              <a:gd name="csX33" fmla="*/ 110024 w 141310"/>
              <a:gd name="csY33" fmla="*/ 57985 h 99452"/>
              <a:gd name="csX34" fmla="*/ 104087 w 141310"/>
              <a:gd name="csY34" fmla="*/ 55588 h 99452"/>
              <a:gd name="csX35" fmla="*/ 101689 w 141310"/>
              <a:gd name="csY35" fmla="*/ 49420 h 99452"/>
              <a:gd name="csX36" fmla="*/ 110253 w 141310"/>
              <a:gd name="csY36" fmla="*/ 10258 h 99452"/>
              <a:gd name="csX37" fmla="*/ 96665 w 141310"/>
              <a:gd name="csY37" fmla="*/ 20080 h 99452"/>
              <a:gd name="csX38" fmla="*/ 92212 w 141310"/>
              <a:gd name="csY38" fmla="*/ 49764 h 99452"/>
              <a:gd name="csX39" fmla="*/ 96665 w 141310"/>
              <a:gd name="csY39" fmla="*/ 79456 h 99452"/>
              <a:gd name="csX40" fmla="*/ 110253 w 141310"/>
              <a:gd name="csY40" fmla="*/ 89160 h 99452"/>
              <a:gd name="csX41" fmla="*/ 123726 w 141310"/>
              <a:gd name="csY41" fmla="*/ 79456 h 99452"/>
              <a:gd name="csX42" fmla="*/ 128294 w 141310"/>
              <a:gd name="csY42" fmla="*/ 49764 h 99452"/>
              <a:gd name="csX43" fmla="*/ 123726 w 141310"/>
              <a:gd name="csY43" fmla="*/ 20080 h 99452"/>
              <a:gd name="csX44" fmla="*/ 110253 w 141310"/>
              <a:gd name="csY44" fmla="*/ 10258 h 99452"/>
              <a:gd name="csX45" fmla="*/ 110253 w 141310"/>
              <a:gd name="csY45" fmla="*/ -17 h 99452"/>
              <a:gd name="csX46" fmla="*/ 133433 w 141310"/>
              <a:gd name="csY46" fmla="*/ 12538 h 99452"/>
              <a:gd name="csX47" fmla="*/ 141311 w 141310"/>
              <a:gd name="csY47" fmla="*/ 49764 h 99452"/>
              <a:gd name="csX48" fmla="*/ 133433 w 141310"/>
              <a:gd name="csY48" fmla="*/ 86873 h 99452"/>
              <a:gd name="csX49" fmla="*/ 110253 w 141310"/>
              <a:gd name="csY49" fmla="*/ 99435 h 99452"/>
              <a:gd name="csX50" fmla="*/ 86959 w 141310"/>
              <a:gd name="csY50" fmla="*/ 86873 h 99452"/>
              <a:gd name="csX51" fmla="*/ 79195 w 141310"/>
              <a:gd name="csY51" fmla="*/ 49764 h 99452"/>
              <a:gd name="csX52" fmla="*/ 86959 w 141310"/>
              <a:gd name="csY52" fmla="*/ 12538 h 99452"/>
              <a:gd name="csX53" fmla="*/ 110253 w 141310"/>
              <a:gd name="csY53" fmla="*/ -17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141310" h="99452">
                <a:moveTo>
                  <a:pt x="55037" y="3863"/>
                </a:moveTo>
                <a:lnTo>
                  <a:pt x="55037" y="15739"/>
                </a:lnTo>
                <a:cubicBezTo>
                  <a:pt x="52373" y="14219"/>
                  <a:pt x="49519" y="13035"/>
                  <a:pt x="46473" y="12194"/>
                </a:cubicBezTo>
                <a:cubicBezTo>
                  <a:pt x="43428" y="11361"/>
                  <a:pt x="40270" y="10945"/>
                  <a:pt x="36997" y="10945"/>
                </a:cubicBezTo>
                <a:cubicBezTo>
                  <a:pt x="28775" y="10945"/>
                  <a:pt x="22533" y="14021"/>
                  <a:pt x="18270" y="20189"/>
                </a:cubicBezTo>
                <a:cubicBezTo>
                  <a:pt x="14008" y="26357"/>
                  <a:pt x="11876" y="35455"/>
                  <a:pt x="11876" y="47484"/>
                </a:cubicBezTo>
                <a:cubicBezTo>
                  <a:pt x="13932" y="43216"/>
                  <a:pt x="16786" y="39942"/>
                  <a:pt x="20440" y="37662"/>
                </a:cubicBezTo>
                <a:cubicBezTo>
                  <a:pt x="24094" y="35375"/>
                  <a:pt x="28281" y="34235"/>
                  <a:pt x="33000" y="34235"/>
                </a:cubicBezTo>
                <a:cubicBezTo>
                  <a:pt x="42211" y="34235"/>
                  <a:pt x="49367" y="37092"/>
                  <a:pt x="54467" y="42800"/>
                </a:cubicBezTo>
                <a:cubicBezTo>
                  <a:pt x="59567" y="48434"/>
                  <a:pt x="62117" y="56465"/>
                  <a:pt x="62117" y="66893"/>
                </a:cubicBezTo>
                <a:cubicBezTo>
                  <a:pt x="62117" y="77249"/>
                  <a:pt x="59491" y="85280"/>
                  <a:pt x="54239" y="90987"/>
                </a:cubicBezTo>
                <a:cubicBezTo>
                  <a:pt x="49062" y="96622"/>
                  <a:pt x="41716" y="99435"/>
                  <a:pt x="32200" y="99435"/>
                </a:cubicBezTo>
                <a:cubicBezTo>
                  <a:pt x="21087" y="99435"/>
                  <a:pt x="12941" y="95438"/>
                  <a:pt x="7765" y="87443"/>
                </a:cubicBezTo>
                <a:cubicBezTo>
                  <a:pt x="2589" y="79456"/>
                  <a:pt x="1" y="66893"/>
                  <a:pt x="1" y="49764"/>
                </a:cubicBezTo>
                <a:cubicBezTo>
                  <a:pt x="1" y="33548"/>
                  <a:pt x="3122" y="21220"/>
                  <a:pt x="9363" y="12772"/>
                </a:cubicBezTo>
                <a:cubicBezTo>
                  <a:pt x="15606" y="4244"/>
                  <a:pt x="24627" y="-17"/>
                  <a:pt x="36425" y="-17"/>
                </a:cubicBezTo>
                <a:cubicBezTo>
                  <a:pt x="39546" y="-17"/>
                  <a:pt x="42705" y="319"/>
                  <a:pt x="45903" y="1006"/>
                </a:cubicBezTo>
                <a:cubicBezTo>
                  <a:pt x="49100" y="1620"/>
                  <a:pt x="52145" y="2570"/>
                  <a:pt x="55037" y="3863"/>
                </a:cubicBezTo>
                <a:close/>
                <a:moveTo>
                  <a:pt x="31972" y="44400"/>
                </a:moveTo>
                <a:cubicBezTo>
                  <a:pt x="26415" y="44400"/>
                  <a:pt x="22038" y="46380"/>
                  <a:pt x="18841" y="50334"/>
                </a:cubicBezTo>
                <a:cubicBezTo>
                  <a:pt x="15720" y="54295"/>
                  <a:pt x="14160" y="59812"/>
                  <a:pt x="14160" y="66893"/>
                </a:cubicBezTo>
                <a:cubicBezTo>
                  <a:pt x="14160" y="73894"/>
                  <a:pt x="15720" y="79375"/>
                  <a:pt x="18841" y="83336"/>
                </a:cubicBezTo>
                <a:cubicBezTo>
                  <a:pt x="22038" y="87297"/>
                  <a:pt x="26415" y="89270"/>
                  <a:pt x="31972" y="89270"/>
                </a:cubicBezTo>
                <a:cubicBezTo>
                  <a:pt x="37682" y="89270"/>
                  <a:pt x="41983" y="87406"/>
                  <a:pt x="44875" y="83679"/>
                </a:cubicBezTo>
                <a:cubicBezTo>
                  <a:pt x="47844" y="79872"/>
                  <a:pt x="49329" y="74274"/>
                  <a:pt x="49329" y="66893"/>
                </a:cubicBezTo>
                <a:cubicBezTo>
                  <a:pt x="49329" y="59432"/>
                  <a:pt x="47844" y="53834"/>
                  <a:pt x="44875" y="50107"/>
                </a:cubicBezTo>
                <a:cubicBezTo>
                  <a:pt x="41983" y="46300"/>
                  <a:pt x="37682" y="44400"/>
                  <a:pt x="31972" y="44400"/>
                </a:cubicBezTo>
                <a:close/>
                <a:moveTo>
                  <a:pt x="101689" y="49420"/>
                </a:moveTo>
                <a:cubicBezTo>
                  <a:pt x="101689" y="47060"/>
                  <a:pt x="102488" y="45043"/>
                  <a:pt x="104087" y="43370"/>
                </a:cubicBezTo>
                <a:cubicBezTo>
                  <a:pt x="105762" y="41623"/>
                  <a:pt x="107741" y="40746"/>
                  <a:pt x="110024" y="40746"/>
                </a:cubicBezTo>
                <a:cubicBezTo>
                  <a:pt x="112460" y="40746"/>
                  <a:pt x="114516" y="41623"/>
                  <a:pt x="116191" y="43370"/>
                </a:cubicBezTo>
                <a:cubicBezTo>
                  <a:pt x="117942" y="45043"/>
                  <a:pt x="118817" y="47060"/>
                  <a:pt x="118817" y="49420"/>
                </a:cubicBezTo>
                <a:cubicBezTo>
                  <a:pt x="118817" y="51861"/>
                  <a:pt x="117942" y="53915"/>
                  <a:pt x="116191" y="55588"/>
                </a:cubicBezTo>
                <a:cubicBezTo>
                  <a:pt x="114516" y="57189"/>
                  <a:pt x="112460" y="57985"/>
                  <a:pt x="110024" y="57985"/>
                </a:cubicBezTo>
                <a:cubicBezTo>
                  <a:pt x="107665" y="57985"/>
                  <a:pt x="105686" y="57189"/>
                  <a:pt x="104087" y="55588"/>
                </a:cubicBezTo>
                <a:cubicBezTo>
                  <a:pt x="102488" y="53988"/>
                  <a:pt x="101689" y="51934"/>
                  <a:pt x="101689" y="49420"/>
                </a:cubicBezTo>
                <a:close/>
                <a:moveTo>
                  <a:pt x="110253" y="10258"/>
                </a:moveTo>
                <a:cubicBezTo>
                  <a:pt x="104163" y="10258"/>
                  <a:pt x="99634" y="13532"/>
                  <a:pt x="96665" y="20080"/>
                </a:cubicBezTo>
                <a:cubicBezTo>
                  <a:pt x="93696" y="26547"/>
                  <a:pt x="92212" y="36442"/>
                  <a:pt x="92212" y="49764"/>
                </a:cubicBezTo>
                <a:cubicBezTo>
                  <a:pt x="92212" y="63013"/>
                  <a:pt x="93696" y="72908"/>
                  <a:pt x="96665" y="79456"/>
                </a:cubicBezTo>
                <a:cubicBezTo>
                  <a:pt x="99634" y="85923"/>
                  <a:pt x="104163" y="89160"/>
                  <a:pt x="110253" y="89160"/>
                </a:cubicBezTo>
                <a:cubicBezTo>
                  <a:pt x="116267" y="89160"/>
                  <a:pt x="120758" y="85923"/>
                  <a:pt x="123726" y="79456"/>
                </a:cubicBezTo>
                <a:cubicBezTo>
                  <a:pt x="126772" y="72908"/>
                  <a:pt x="128294" y="63013"/>
                  <a:pt x="128294" y="49764"/>
                </a:cubicBezTo>
                <a:cubicBezTo>
                  <a:pt x="128294" y="36442"/>
                  <a:pt x="126772" y="26547"/>
                  <a:pt x="123726" y="20080"/>
                </a:cubicBezTo>
                <a:cubicBezTo>
                  <a:pt x="120758" y="13532"/>
                  <a:pt x="116267" y="10258"/>
                  <a:pt x="110253" y="10258"/>
                </a:cubicBezTo>
                <a:close/>
                <a:moveTo>
                  <a:pt x="110253" y="-17"/>
                </a:moveTo>
                <a:cubicBezTo>
                  <a:pt x="120453" y="-17"/>
                  <a:pt x="128180" y="4170"/>
                  <a:pt x="133433" y="12538"/>
                </a:cubicBezTo>
                <a:cubicBezTo>
                  <a:pt x="138685" y="20913"/>
                  <a:pt x="141311" y="33321"/>
                  <a:pt x="141311" y="49764"/>
                </a:cubicBezTo>
                <a:cubicBezTo>
                  <a:pt x="141311" y="66133"/>
                  <a:pt x="138685" y="78498"/>
                  <a:pt x="133433" y="86873"/>
                </a:cubicBezTo>
                <a:cubicBezTo>
                  <a:pt x="128180" y="95248"/>
                  <a:pt x="120453" y="99435"/>
                  <a:pt x="110253" y="99435"/>
                </a:cubicBezTo>
                <a:cubicBezTo>
                  <a:pt x="99976" y="99435"/>
                  <a:pt x="92212" y="95248"/>
                  <a:pt x="86959" y="86873"/>
                </a:cubicBezTo>
                <a:cubicBezTo>
                  <a:pt x="81783" y="78498"/>
                  <a:pt x="79195" y="66133"/>
                  <a:pt x="79195" y="49764"/>
                </a:cubicBezTo>
                <a:cubicBezTo>
                  <a:pt x="79195" y="33321"/>
                  <a:pt x="81783" y="20913"/>
                  <a:pt x="86959" y="12538"/>
                </a:cubicBezTo>
                <a:cubicBezTo>
                  <a:pt x="92212" y="4170"/>
                  <a:pt x="99976" y="-17"/>
                  <a:pt x="110253" y="-17"/>
                </a:cubicBezTo>
                <a:close/>
              </a:path>
            </a:pathLst>
          </a:custGeom>
          <a:solidFill>
            <a:srgbClr val="000000"/>
          </a:solidFill>
          <a:ln w="7300" cap="sq">
            <a:noFill/>
            <a:prstDash val="solid"/>
            <a:miter/>
          </a:ln>
        </p:spPr>
        <p:txBody>
          <a:bodyPr/>
          <a:lstStyle/>
          <a:p>
            <a:endParaRPr lang="en-GB"/>
          </a:p>
        </p:txBody>
      </p:sp>
      <p:sp>
        <p:nvSpPr>
          <p:cNvPr id="177" name="Freeform: Shape 176">
            <a:extLst>
              <a:ext uri="{FF2B5EF4-FFF2-40B4-BE49-F238E27FC236}">
                <a16:creationId xmlns:a16="http://schemas.microsoft.com/office/drawing/2014/main" id="{B79E940C-E286-47FF-4E79-2BE3AD31978D}"/>
              </a:ext>
            </a:extLst>
          </p:cNvPr>
          <p:cNvSpPr/>
          <p:nvPr/>
        </p:nvSpPr>
        <p:spPr>
          <a:xfrm>
            <a:off x="350383" y="1486284"/>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78" name="Freeform: Shape 177">
            <a:extLst>
              <a:ext uri="{FF2B5EF4-FFF2-40B4-BE49-F238E27FC236}">
                <a16:creationId xmlns:a16="http://schemas.microsoft.com/office/drawing/2014/main" id="{192339EB-3769-3253-3375-2193E10E1FBC}"/>
              </a:ext>
            </a:extLst>
          </p:cNvPr>
          <p:cNvSpPr/>
          <p:nvPr/>
        </p:nvSpPr>
        <p:spPr>
          <a:xfrm>
            <a:off x="140014" y="1436282"/>
            <a:ext cx="143480" cy="99452"/>
          </a:xfrm>
          <a:custGeom>
            <a:avLst/>
            <a:gdLst>
              <a:gd name="csX0" fmla="*/ 55037 w 143480"/>
              <a:gd name="csY0" fmla="*/ 3864 h 99452"/>
              <a:gd name="csX1" fmla="*/ 55037 w 143480"/>
              <a:gd name="csY1" fmla="*/ 15739 h 99452"/>
              <a:gd name="csX2" fmla="*/ 46473 w 143480"/>
              <a:gd name="csY2" fmla="*/ 12194 h 99452"/>
              <a:gd name="csX3" fmla="*/ 36997 w 143480"/>
              <a:gd name="csY3" fmla="*/ 10945 h 99452"/>
              <a:gd name="csX4" fmla="*/ 18270 w 143480"/>
              <a:gd name="csY4" fmla="*/ 20189 h 99452"/>
              <a:gd name="csX5" fmla="*/ 11876 w 143480"/>
              <a:gd name="csY5" fmla="*/ 47484 h 99452"/>
              <a:gd name="csX6" fmla="*/ 20440 w 143480"/>
              <a:gd name="csY6" fmla="*/ 37662 h 99452"/>
              <a:gd name="csX7" fmla="*/ 33000 w 143480"/>
              <a:gd name="csY7" fmla="*/ 34235 h 99452"/>
              <a:gd name="csX8" fmla="*/ 54467 w 143480"/>
              <a:gd name="csY8" fmla="*/ 42800 h 99452"/>
              <a:gd name="csX9" fmla="*/ 62117 w 143480"/>
              <a:gd name="csY9" fmla="*/ 66893 h 99452"/>
              <a:gd name="csX10" fmla="*/ 54239 w 143480"/>
              <a:gd name="csY10" fmla="*/ 90987 h 99452"/>
              <a:gd name="csX11" fmla="*/ 32200 w 143480"/>
              <a:gd name="csY11" fmla="*/ 99435 h 99452"/>
              <a:gd name="csX12" fmla="*/ 7765 w 143480"/>
              <a:gd name="csY12" fmla="*/ 87443 h 99452"/>
              <a:gd name="csX13" fmla="*/ 1 w 143480"/>
              <a:gd name="csY13" fmla="*/ 49764 h 99452"/>
              <a:gd name="csX14" fmla="*/ 9363 w 143480"/>
              <a:gd name="csY14" fmla="*/ 12772 h 99452"/>
              <a:gd name="csX15" fmla="*/ 36425 w 143480"/>
              <a:gd name="csY15" fmla="*/ -17 h 99452"/>
              <a:gd name="csX16" fmla="*/ 45903 w 143480"/>
              <a:gd name="csY16" fmla="*/ 1006 h 99452"/>
              <a:gd name="csX17" fmla="*/ 55037 w 143480"/>
              <a:gd name="csY17" fmla="*/ 3864 h 99452"/>
              <a:gd name="csX18" fmla="*/ 31972 w 143480"/>
              <a:gd name="csY18" fmla="*/ 44400 h 99452"/>
              <a:gd name="csX19" fmla="*/ 18841 w 143480"/>
              <a:gd name="csY19" fmla="*/ 50334 h 99452"/>
              <a:gd name="csX20" fmla="*/ 14160 w 143480"/>
              <a:gd name="csY20" fmla="*/ 66893 h 99452"/>
              <a:gd name="csX21" fmla="*/ 18841 w 143480"/>
              <a:gd name="csY21" fmla="*/ 83336 h 99452"/>
              <a:gd name="csX22" fmla="*/ 31972 w 143480"/>
              <a:gd name="csY22" fmla="*/ 89270 h 99452"/>
              <a:gd name="csX23" fmla="*/ 44875 w 143480"/>
              <a:gd name="csY23" fmla="*/ 83680 h 99452"/>
              <a:gd name="csX24" fmla="*/ 49329 w 143480"/>
              <a:gd name="csY24" fmla="*/ 66893 h 99452"/>
              <a:gd name="csX25" fmla="*/ 44875 w 143480"/>
              <a:gd name="csY25" fmla="*/ 50107 h 99452"/>
              <a:gd name="csX26" fmla="*/ 31972 w 143480"/>
              <a:gd name="csY26" fmla="*/ 44400 h 99452"/>
              <a:gd name="csX27" fmla="*/ 117789 w 143480"/>
              <a:gd name="csY27" fmla="*/ 13568 h 99452"/>
              <a:gd name="csX28" fmla="*/ 87644 w 143480"/>
              <a:gd name="csY28" fmla="*/ 64153 h 99452"/>
              <a:gd name="csX29" fmla="*/ 117789 w 143480"/>
              <a:gd name="csY29" fmla="*/ 64153 h 99452"/>
              <a:gd name="csX30" fmla="*/ 115734 w 143480"/>
              <a:gd name="csY30" fmla="*/ 1693 h 99452"/>
              <a:gd name="csX31" fmla="*/ 130806 w 143480"/>
              <a:gd name="csY31" fmla="*/ 1693 h 99452"/>
              <a:gd name="csX32" fmla="*/ 130806 w 143480"/>
              <a:gd name="csY32" fmla="*/ 64153 h 99452"/>
              <a:gd name="csX33" fmla="*/ 143481 w 143480"/>
              <a:gd name="csY33" fmla="*/ 64153 h 99452"/>
              <a:gd name="csX34" fmla="*/ 143481 w 143480"/>
              <a:gd name="csY34" fmla="*/ 74771 h 99452"/>
              <a:gd name="csX35" fmla="*/ 130806 w 143480"/>
              <a:gd name="csY35" fmla="*/ 74771 h 99452"/>
              <a:gd name="csX36" fmla="*/ 130806 w 143480"/>
              <a:gd name="csY36" fmla="*/ 97608 h 99452"/>
              <a:gd name="csX37" fmla="*/ 117789 w 143480"/>
              <a:gd name="csY37" fmla="*/ 97608 h 99452"/>
              <a:gd name="csX38" fmla="*/ 117789 w 143480"/>
              <a:gd name="csY38" fmla="*/ 74771 h 99452"/>
              <a:gd name="csX39" fmla="*/ 77139 w 143480"/>
              <a:gd name="csY39" fmla="*/ 74771 h 99452"/>
              <a:gd name="csX40" fmla="*/ 77139 w 143480"/>
              <a:gd name="csY40" fmla="*/ 62443 h 99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43480" h="99452">
                <a:moveTo>
                  <a:pt x="55037" y="3864"/>
                </a:moveTo>
                <a:lnTo>
                  <a:pt x="55037" y="15739"/>
                </a:lnTo>
                <a:cubicBezTo>
                  <a:pt x="52373" y="14219"/>
                  <a:pt x="49519" y="13035"/>
                  <a:pt x="46473" y="12194"/>
                </a:cubicBezTo>
                <a:cubicBezTo>
                  <a:pt x="43428" y="11361"/>
                  <a:pt x="40270" y="10945"/>
                  <a:pt x="36997" y="10945"/>
                </a:cubicBezTo>
                <a:cubicBezTo>
                  <a:pt x="28775" y="10945"/>
                  <a:pt x="22533" y="14021"/>
                  <a:pt x="18270" y="20189"/>
                </a:cubicBezTo>
                <a:cubicBezTo>
                  <a:pt x="14008" y="26357"/>
                  <a:pt x="11876" y="35455"/>
                  <a:pt x="11876" y="47484"/>
                </a:cubicBezTo>
                <a:cubicBezTo>
                  <a:pt x="13932" y="43216"/>
                  <a:pt x="16786" y="39942"/>
                  <a:pt x="20440" y="37662"/>
                </a:cubicBezTo>
                <a:cubicBezTo>
                  <a:pt x="24094" y="35375"/>
                  <a:pt x="28281" y="34235"/>
                  <a:pt x="33000" y="34235"/>
                </a:cubicBezTo>
                <a:cubicBezTo>
                  <a:pt x="42211" y="34235"/>
                  <a:pt x="49367" y="37092"/>
                  <a:pt x="54467" y="42800"/>
                </a:cubicBezTo>
                <a:cubicBezTo>
                  <a:pt x="59567" y="48434"/>
                  <a:pt x="62117" y="56465"/>
                  <a:pt x="62117" y="66893"/>
                </a:cubicBezTo>
                <a:cubicBezTo>
                  <a:pt x="62117" y="77249"/>
                  <a:pt x="59491" y="85280"/>
                  <a:pt x="54239" y="90987"/>
                </a:cubicBezTo>
                <a:cubicBezTo>
                  <a:pt x="49062" y="96622"/>
                  <a:pt x="41716" y="99435"/>
                  <a:pt x="32200" y="99435"/>
                </a:cubicBezTo>
                <a:cubicBezTo>
                  <a:pt x="21087" y="99435"/>
                  <a:pt x="12941" y="95438"/>
                  <a:pt x="7765" y="87443"/>
                </a:cubicBezTo>
                <a:cubicBezTo>
                  <a:pt x="2589" y="79456"/>
                  <a:pt x="1" y="66893"/>
                  <a:pt x="1" y="49764"/>
                </a:cubicBezTo>
                <a:cubicBezTo>
                  <a:pt x="1" y="33548"/>
                  <a:pt x="3122" y="21220"/>
                  <a:pt x="9363" y="12772"/>
                </a:cubicBezTo>
                <a:cubicBezTo>
                  <a:pt x="15606" y="4244"/>
                  <a:pt x="24627" y="-17"/>
                  <a:pt x="36425" y="-17"/>
                </a:cubicBezTo>
                <a:cubicBezTo>
                  <a:pt x="39546" y="-17"/>
                  <a:pt x="42705" y="319"/>
                  <a:pt x="45903" y="1006"/>
                </a:cubicBezTo>
                <a:cubicBezTo>
                  <a:pt x="49100" y="1620"/>
                  <a:pt x="52145" y="2570"/>
                  <a:pt x="55037" y="3864"/>
                </a:cubicBezTo>
                <a:close/>
                <a:moveTo>
                  <a:pt x="31972" y="44400"/>
                </a:moveTo>
                <a:cubicBezTo>
                  <a:pt x="26415" y="44400"/>
                  <a:pt x="22038" y="46380"/>
                  <a:pt x="18841" y="50334"/>
                </a:cubicBezTo>
                <a:cubicBezTo>
                  <a:pt x="15720" y="54295"/>
                  <a:pt x="14160" y="59812"/>
                  <a:pt x="14160" y="66893"/>
                </a:cubicBezTo>
                <a:cubicBezTo>
                  <a:pt x="14160" y="73894"/>
                  <a:pt x="15720" y="79375"/>
                  <a:pt x="18841" y="83336"/>
                </a:cubicBezTo>
                <a:cubicBezTo>
                  <a:pt x="22038" y="87297"/>
                  <a:pt x="26415" y="89270"/>
                  <a:pt x="31972" y="89270"/>
                </a:cubicBezTo>
                <a:cubicBezTo>
                  <a:pt x="37682" y="89270"/>
                  <a:pt x="41983" y="87406"/>
                  <a:pt x="44875" y="83680"/>
                </a:cubicBezTo>
                <a:cubicBezTo>
                  <a:pt x="47844" y="79872"/>
                  <a:pt x="49329" y="74274"/>
                  <a:pt x="49329" y="66893"/>
                </a:cubicBezTo>
                <a:cubicBezTo>
                  <a:pt x="49329" y="59432"/>
                  <a:pt x="47844" y="53834"/>
                  <a:pt x="44875" y="50107"/>
                </a:cubicBezTo>
                <a:cubicBezTo>
                  <a:pt x="41983" y="46300"/>
                  <a:pt x="37682" y="44400"/>
                  <a:pt x="31972" y="44400"/>
                </a:cubicBezTo>
                <a:close/>
                <a:moveTo>
                  <a:pt x="117789" y="13568"/>
                </a:moveTo>
                <a:lnTo>
                  <a:pt x="87644" y="64153"/>
                </a:lnTo>
                <a:lnTo>
                  <a:pt x="117789" y="64153"/>
                </a:lnTo>
                <a:close/>
                <a:moveTo>
                  <a:pt x="115734" y="1693"/>
                </a:moveTo>
                <a:lnTo>
                  <a:pt x="130806" y="1693"/>
                </a:lnTo>
                <a:lnTo>
                  <a:pt x="130806" y="64153"/>
                </a:lnTo>
                <a:lnTo>
                  <a:pt x="143481" y="64153"/>
                </a:lnTo>
                <a:lnTo>
                  <a:pt x="143481" y="74771"/>
                </a:lnTo>
                <a:lnTo>
                  <a:pt x="130806" y="74771"/>
                </a:lnTo>
                <a:lnTo>
                  <a:pt x="130806" y="97608"/>
                </a:lnTo>
                <a:lnTo>
                  <a:pt x="117789" y="97608"/>
                </a:lnTo>
                <a:lnTo>
                  <a:pt x="117789" y="74771"/>
                </a:lnTo>
                <a:lnTo>
                  <a:pt x="77139" y="74771"/>
                </a:lnTo>
                <a:lnTo>
                  <a:pt x="77139" y="62443"/>
                </a:lnTo>
                <a:close/>
              </a:path>
            </a:pathLst>
          </a:custGeom>
          <a:solidFill>
            <a:srgbClr val="000000"/>
          </a:solidFill>
          <a:ln w="7300" cap="sq">
            <a:noFill/>
            <a:prstDash val="solid"/>
            <a:miter/>
          </a:ln>
        </p:spPr>
        <p:txBody>
          <a:bodyPr/>
          <a:lstStyle/>
          <a:p>
            <a:endParaRPr lang="en-GB"/>
          </a:p>
        </p:txBody>
      </p:sp>
      <p:sp>
        <p:nvSpPr>
          <p:cNvPr id="179" name="Freeform: Shape 178">
            <a:extLst>
              <a:ext uri="{FF2B5EF4-FFF2-40B4-BE49-F238E27FC236}">
                <a16:creationId xmlns:a16="http://schemas.microsoft.com/office/drawing/2014/main" id="{1F0878DF-866D-9E21-B498-8D07FCA37FFF}"/>
              </a:ext>
            </a:extLst>
          </p:cNvPr>
          <p:cNvSpPr/>
          <p:nvPr/>
        </p:nvSpPr>
        <p:spPr>
          <a:xfrm>
            <a:off x="350383" y="1316523"/>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80" name="Freeform: Shape 179">
            <a:extLst>
              <a:ext uri="{FF2B5EF4-FFF2-40B4-BE49-F238E27FC236}">
                <a16:creationId xmlns:a16="http://schemas.microsoft.com/office/drawing/2014/main" id="{459CCB09-E650-C8B0-7881-4A9840F56207}"/>
              </a:ext>
            </a:extLst>
          </p:cNvPr>
          <p:cNvSpPr/>
          <p:nvPr/>
        </p:nvSpPr>
        <p:spPr>
          <a:xfrm>
            <a:off x="140014" y="1268199"/>
            <a:ext cx="141424" cy="99454"/>
          </a:xfrm>
          <a:custGeom>
            <a:avLst/>
            <a:gdLst>
              <a:gd name="csX0" fmla="*/ 55037 w 141424"/>
              <a:gd name="csY0" fmla="*/ 3866 h 99454"/>
              <a:gd name="csX1" fmla="*/ 55037 w 141424"/>
              <a:gd name="csY1" fmla="*/ 15741 h 99454"/>
              <a:gd name="csX2" fmla="*/ 46473 w 141424"/>
              <a:gd name="csY2" fmla="*/ 12201 h 99454"/>
              <a:gd name="csX3" fmla="*/ 36997 w 141424"/>
              <a:gd name="csY3" fmla="*/ 10945 h 99454"/>
              <a:gd name="csX4" fmla="*/ 18270 w 141424"/>
              <a:gd name="csY4" fmla="*/ 20194 h 99454"/>
              <a:gd name="csX5" fmla="*/ 11876 w 141424"/>
              <a:gd name="csY5" fmla="*/ 47484 h 99454"/>
              <a:gd name="csX6" fmla="*/ 20440 w 141424"/>
              <a:gd name="csY6" fmla="*/ 37664 h 99454"/>
              <a:gd name="csX7" fmla="*/ 33000 w 141424"/>
              <a:gd name="csY7" fmla="*/ 34238 h 99454"/>
              <a:gd name="csX8" fmla="*/ 54467 w 141424"/>
              <a:gd name="csY8" fmla="*/ 42802 h 99454"/>
              <a:gd name="csX9" fmla="*/ 62117 w 141424"/>
              <a:gd name="csY9" fmla="*/ 66896 h 99454"/>
              <a:gd name="csX10" fmla="*/ 54239 w 141424"/>
              <a:gd name="csY10" fmla="*/ 90989 h 99454"/>
              <a:gd name="csX11" fmla="*/ 32200 w 141424"/>
              <a:gd name="csY11" fmla="*/ 99438 h 99454"/>
              <a:gd name="csX12" fmla="*/ 7765 w 141424"/>
              <a:gd name="csY12" fmla="*/ 87449 h 99454"/>
              <a:gd name="csX13" fmla="*/ 1 w 141424"/>
              <a:gd name="csY13" fmla="*/ 49768 h 99454"/>
              <a:gd name="csX14" fmla="*/ 9363 w 141424"/>
              <a:gd name="csY14" fmla="*/ 12772 h 99454"/>
              <a:gd name="csX15" fmla="*/ 36425 w 141424"/>
              <a:gd name="csY15" fmla="*/ -17 h 99454"/>
              <a:gd name="csX16" fmla="*/ 45903 w 141424"/>
              <a:gd name="csY16" fmla="*/ 1011 h 99454"/>
              <a:gd name="csX17" fmla="*/ 55037 w 141424"/>
              <a:gd name="csY17" fmla="*/ 3866 h 99454"/>
              <a:gd name="csX18" fmla="*/ 31972 w 141424"/>
              <a:gd name="csY18" fmla="*/ 44401 h 99454"/>
              <a:gd name="csX19" fmla="*/ 18841 w 141424"/>
              <a:gd name="csY19" fmla="*/ 50338 h 99454"/>
              <a:gd name="csX20" fmla="*/ 14160 w 141424"/>
              <a:gd name="csY20" fmla="*/ 66896 h 99454"/>
              <a:gd name="csX21" fmla="*/ 18841 w 141424"/>
              <a:gd name="csY21" fmla="*/ 83338 h 99454"/>
              <a:gd name="csX22" fmla="*/ 31972 w 141424"/>
              <a:gd name="csY22" fmla="*/ 89276 h 99454"/>
              <a:gd name="csX23" fmla="*/ 44875 w 141424"/>
              <a:gd name="csY23" fmla="*/ 83681 h 99454"/>
              <a:gd name="csX24" fmla="*/ 49329 w 141424"/>
              <a:gd name="csY24" fmla="*/ 66896 h 99454"/>
              <a:gd name="csX25" fmla="*/ 44875 w 141424"/>
              <a:gd name="csY25" fmla="*/ 50110 h 99454"/>
              <a:gd name="csX26" fmla="*/ 31972 w 141424"/>
              <a:gd name="csY26" fmla="*/ 44401 h 99454"/>
              <a:gd name="csX27" fmla="*/ 110253 w 141424"/>
              <a:gd name="csY27" fmla="*/ 52051 h 99454"/>
              <a:gd name="csX28" fmla="*/ 96779 w 141424"/>
              <a:gd name="csY28" fmla="*/ 56961 h 99454"/>
              <a:gd name="csX29" fmla="*/ 92098 w 141424"/>
              <a:gd name="csY29" fmla="*/ 70664 h 99454"/>
              <a:gd name="csX30" fmla="*/ 96894 w 141424"/>
              <a:gd name="csY30" fmla="*/ 84366 h 99454"/>
              <a:gd name="csX31" fmla="*/ 110253 w 141424"/>
              <a:gd name="csY31" fmla="*/ 89276 h 99454"/>
              <a:gd name="csX32" fmla="*/ 123612 w 141424"/>
              <a:gd name="csY32" fmla="*/ 84480 h 99454"/>
              <a:gd name="csX33" fmla="*/ 128409 w 141424"/>
              <a:gd name="csY33" fmla="*/ 70664 h 99454"/>
              <a:gd name="csX34" fmla="*/ 123612 w 141424"/>
              <a:gd name="csY34" fmla="*/ 56961 h 99454"/>
              <a:gd name="csX35" fmla="*/ 110253 w 141424"/>
              <a:gd name="csY35" fmla="*/ 52051 h 99454"/>
              <a:gd name="csX36" fmla="*/ 98949 w 141424"/>
              <a:gd name="csY36" fmla="*/ 46684 h 99454"/>
              <a:gd name="csX37" fmla="*/ 85932 w 141424"/>
              <a:gd name="csY37" fmla="*/ 38806 h 99454"/>
              <a:gd name="csX38" fmla="*/ 81250 w 141424"/>
              <a:gd name="csY38" fmla="*/ 24876 h 99454"/>
              <a:gd name="csX39" fmla="*/ 89014 w 141424"/>
              <a:gd name="csY39" fmla="*/ 6720 h 99454"/>
              <a:gd name="csX40" fmla="*/ 110253 w 141424"/>
              <a:gd name="csY40" fmla="*/ -17 h 99454"/>
              <a:gd name="csX41" fmla="*/ 131377 w 141424"/>
              <a:gd name="csY41" fmla="*/ 6720 h 99454"/>
              <a:gd name="csX42" fmla="*/ 139142 w 141424"/>
              <a:gd name="csY42" fmla="*/ 24876 h 99454"/>
              <a:gd name="csX43" fmla="*/ 134460 w 141424"/>
              <a:gd name="csY43" fmla="*/ 38806 h 99454"/>
              <a:gd name="csX44" fmla="*/ 121558 w 141424"/>
              <a:gd name="csY44" fmla="*/ 46684 h 99454"/>
              <a:gd name="csX45" fmla="*/ 136287 w 141424"/>
              <a:gd name="csY45" fmla="*/ 55248 h 99454"/>
              <a:gd name="csX46" fmla="*/ 141425 w 141424"/>
              <a:gd name="csY46" fmla="*/ 71806 h 99454"/>
              <a:gd name="csX47" fmla="*/ 133090 w 141424"/>
              <a:gd name="csY47" fmla="*/ 92130 h 99454"/>
              <a:gd name="csX48" fmla="*/ 110253 w 141424"/>
              <a:gd name="csY48" fmla="*/ 99438 h 99454"/>
              <a:gd name="csX49" fmla="*/ 87302 w 141424"/>
              <a:gd name="csY49" fmla="*/ 92244 h 99454"/>
              <a:gd name="csX50" fmla="*/ 79081 w 141424"/>
              <a:gd name="csY50" fmla="*/ 72034 h 99454"/>
              <a:gd name="csX51" fmla="*/ 84105 w 141424"/>
              <a:gd name="csY51" fmla="*/ 55248 h 99454"/>
              <a:gd name="csX52" fmla="*/ 98949 w 141424"/>
              <a:gd name="csY52" fmla="*/ 46684 h 99454"/>
              <a:gd name="csX53" fmla="*/ 94153 w 141424"/>
              <a:gd name="csY53" fmla="*/ 26017 h 99454"/>
              <a:gd name="csX54" fmla="*/ 98264 w 141424"/>
              <a:gd name="csY54" fmla="*/ 37892 h 99454"/>
              <a:gd name="csX55" fmla="*/ 110253 w 141424"/>
              <a:gd name="csY55" fmla="*/ 41889 h 99454"/>
              <a:gd name="csX56" fmla="*/ 122128 w 141424"/>
              <a:gd name="csY56" fmla="*/ 37892 h 99454"/>
              <a:gd name="csX57" fmla="*/ 126239 w 141424"/>
              <a:gd name="csY57" fmla="*/ 26017 h 99454"/>
              <a:gd name="csX58" fmla="*/ 122128 w 141424"/>
              <a:gd name="csY58" fmla="*/ 14142 h 99454"/>
              <a:gd name="csX59" fmla="*/ 110253 w 141424"/>
              <a:gd name="csY59" fmla="*/ 10031 h 99454"/>
              <a:gd name="csX60" fmla="*/ 98264 w 141424"/>
              <a:gd name="csY60" fmla="*/ 14142 h 99454"/>
              <a:gd name="csX61" fmla="*/ 94153 w 141424"/>
              <a:gd name="csY61" fmla="*/ 26017 h 99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41424" h="99454">
                <a:moveTo>
                  <a:pt x="55037" y="3866"/>
                </a:moveTo>
                <a:lnTo>
                  <a:pt x="55037" y="15741"/>
                </a:lnTo>
                <a:cubicBezTo>
                  <a:pt x="52373" y="14219"/>
                  <a:pt x="49519" y="13039"/>
                  <a:pt x="46473" y="12201"/>
                </a:cubicBezTo>
                <a:cubicBezTo>
                  <a:pt x="43428" y="11364"/>
                  <a:pt x="40270" y="10945"/>
                  <a:pt x="36997" y="10945"/>
                </a:cubicBezTo>
                <a:cubicBezTo>
                  <a:pt x="28775" y="10945"/>
                  <a:pt x="22533" y="14028"/>
                  <a:pt x="18270" y="20194"/>
                </a:cubicBezTo>
                <a:cubicBezTo>
                  <a:pt x="14008" y="26360"/>
                  <a:pt x="11876" y="35457"/>
                  <a:pt x="11876" y="47484"/>
                </a:cubicBezTo>
                <a:cubicBezTo>
                  <a:pt x="13932" y="43221"/>
                  <a:pt x="16786" y="39948"/>
                  <a:pt x="20440" y="37664"/>
                </a:cubicBezTo>
                <a:cubicBezTo>
                  <a:pt x="24094" y="35381"/>
                  <a:pt x="28281" y="34238"/>
                  <a:pt x="33000" y="34238"/>
                </a:cubicBezTo>
                <a:cubicBezTo>
                  <a:pt x="42211" y="34238"/>
                  <a:pt x="49367" y="37093"/>
                  <a:pt x="54467" y="42802"/>
                </a:cubicBezTo>
                <a:cubicBezTo>
                  <a:pt x="59567" y="48435"/>
                  <a:pt x="62117" y="56467"/>
                  <a:pt x="62117" y="66896"/>
                </a:cubicBezTo>
                <a:cubicBezTo>
                  <a:pt x="62117" y="77249"/>
                  <a:pt x="59491" y="85279"/>
                  <a:pt x="54239" y="90989"/>
                </a:cubicBezTo>
                <a:cubicBezTo>
                  <a:pt x="49062" y="96622"/>
                  <a:pt x="41716" y="99438"/>
                  <a:pt x="32200" y="99438"/>
                </a:cubicBezTo>
                <a:cubicBezTo>
                  <a:pt x="21087" y="99438"/>
                  <a:pt x="12941" y="95441"/>
                  <a:pt x="7765" y="87449"/>
                </a:cubicBezTo>
                <a:cubicBezTo>
                  <a:pt x="2589" y="79456"/>
                  <a:pt x="1" y="66896"/>
                  <a:pt x="1" y="49768"/>
                </a:cubicBezTo>
                <a:cubicBezTo>
                  <a:pt x="1" y="33554"/>
                  <a:pt x="3122" y="21222"/>
                  <a:pt x="9363" y="12772"/>
                </a:cubicBezTo>
                <a:cubicBezTo>
                  <a:pt x="15606" y="4246"/>
                  <a:pt x="24627" y="-17"/>
                  <a:pt x="36425" y="-17"/>
                </a:cubicBezTo>
                <a:cubicBezTo>
                  <a:pt x="39546" y="-17"/>
                  <a:pt x="42705" y="326"/>
                  <a:pt x="45903" y="1011"/>
                </a:cubicBezTo>
                <a:cubicBezTo>
                  <a:pt x="49100" y="1619"/>
                  <a:pt x="52145" y="2571"/>
                  <a:pt x="55037" y="3866"/>
                </a:cubicBezTo>
                <a:close/>
                <a:moveTo>
                  <a:pt x="31972" y="44401"/>
                </a:moveTo>
                <a:cubicBezTo>
                  <a:pt x="26415" y="44401"/>
                  <a:pt x="22038" y="46380"/>
                  <a:pt x="18841" y="50338"/>
                </a:cubicBezTo>
                <a:cubicBezTo>
                  <a:pt x="15720" y="54297"/>
                  <a:pt x="14160" y="59817"/>
                  <a:pt x="14160" y="66896"/>
                </a:cubicBezTo>
                <a:cubicBezTo>
                  <a:pt x="14160" y="73899"/>
                  <a:pt x="15720" y="79380"/>
                  <a:pt x="18841" y="83338"/>
                </a:cubicBezTo>
                <a:cubicBezTo>
                  <a:pt x="22038" y="87297"/>
                  <a:pt x="26415" y="89276"/>
                  <a:pt x="31972" y="89276"/>
                </a:cubicBezTo>
                <a:cubicBezTo>
                  <a:pt x="37682" y="89276"/>
                  <a:pt x="41983" y="87411"/>
                  <a:pt x="44875" y="83681"/>
                </a:cubicBezTo>
                <a:cubicBezTo>
                  <a:pt x="47844" y="79874"/>
                  <a:pt x="49329" y="74279"/>
                  <a:pt x="49329" y="66896"/>
                </a:cubicBezTo>
                <a:cubicBezTo>
                  <a:pt x="49329" y="59435"/>
                  <a:pt x="47844" y="53840"/>
                  <a:pt x="44875" y="50110"/>
                </a:cubicBezTo>
                <a:cubicBezTo>
                  <a:pt x="41983" y="46304"/>
                  <a:pt x="37682" y="44401"/>
                  <a:pt x="31972" y="44401"/>
                </a:cubicBezTo>
                <a:close/>
                <a:moveTo>
                  <a:pt x="110253" y="52051"/>
                </a:moveTo>
                <a:cubicBezTo>
                  <a:pt x="104467" y="52051"/>
                  <a:pt x="99976" y="53688"/>
                  <a:pt x="96779" y="56961"/>
                </a:cubicBezTo>
                <a:cubicBezTo>
                  <a:pt x="93658" y="60159"/>
                  <a:pt x="92098" y="64726"/>
                  <a:pt x="92098" y="70664"/>
                </a:cubicBezTo>
                <a:cubicBezTo>
                  <a:pt x="92098" y="76525"/>
                  <a:pt x="93696" y="81093"/>
                  <a:pt x="96894" y="84366"/>
                </a:cubicBezTo>
                <a:cubicBezTo>
                  <a:pt x="100091" y="87639"/>
                  <a:pt x="104543" y="89276"/>
                  <a:pt x="110253" y="89276"/>
                </a:cubicBezTo>
                <a:cubicBezTo>
                  <a:pt x="116039" y="89276"/>
                  <a:pt x="120491" y="87677"/>
                  <a:pt x="123612" y="84480"/>
                </a:cubicBezTo>
                <a:cubicBezTo>
                  <a:pt x="126810" y="81207"/>
                  <a:pt x="128409" y="76601"/>
                  <a:pt x="128409" y="70664"/>
                </a:cubicBezTo>
                <a:cubicBezTo>
                  <a:pt x="128409" y="64802"/>
                  <a:pt x="126810" y="60235"/>
                  <a:pt x="123612" y="56961"/>
                </a:cubicBezTo>
                <a:cubicBezTo>
                  <a:pt x="120415" y="53688"/>
                  <a:pt x="115963" y="52051"/>
                  <a:pt x="110253" y="52051"/>
                </a:cubicBezTo>
                <a:close/>
                <a:moveTo>
                  <a:pt x="98949" y="46684"/>
                </a:moveTo>
                <a:cubicBezTo>
                  <a:pt x="93392" y="45238"/>
                  <a:pt x="89053" y="42612"/>
                  <a:pt x="85932" y="38806"/>
                </a:cubicBezTo>
                <a:cubicBezTo>
                  <a:pt x="82811" y="34923"/>
                  <a:pt x="81250" y="30280"/>
                  <a:pt x="81250" y="24876"/>
                </a:cubicBezTo>
                <a:cubicBezTo>
                  <a:pt x="81250" y="17263"/>
                  <a:pt x="83838" y="11212"/>
                  <a:pt x="89014" y="6720"/>
                </a:cubicBezTo>
                <a:cubicBezTo>
                  <a:pt x="94267" y="2229"/>
                  <a:pt x="101347" y="-17"/>
                  <a:pt x="110253" y="-17"/>
                </a:cubicBezTo>
                <a:cubicBezTo>
                  <a:pt x="119159" y="-17"/>
                  <a:pt x="126201" y="2229"/>
                  <a:pt x="131377" y="6720"/>
                </a:cubicBezTo>
                <a:cubicBezTo>
                  <a:pt x="136553" y="11212"/>
                  <a:pt x="139142" y="17263"/>
                  <a:pt x="139142" y="24876"/>
                </a:cubicBezTo>
                <a:cubicBezTo>
                  <a:pt x="139142" y="30280"/>
                  <a:pt x="137581" y="34923"/>
                  <a:pt x="134460" y="38806"/>
                </a:cubicBezTo>
                <a:cubicBezTo>
                  <a:pt x="131415" y="42612"/>
                  <a:pt x="127114" y="45238"/>
                  <a:pt x="121558" y="46684"/>
                </a:cubicBezTo>
                <a:cubicBezTo>
                  <a:pt x="127952" y="48055"/>
                  <a:pt x="132862" y="50910"/>
                  <a:pt x="136287" y="55248"/>
                </a:cubicBezTo>
                <a:cubicBezTo>
                  <a:pt x="139712" y="59511"/>
                  <a:pt x="141425" y="65031"/>
                  <a:pt x="141425" y="71806"/>
                </a:cubicBezTo>
                <a:cubicBezTo>
                  <a:pt x="141425" y="80484"/>
                  <a:pt x="138647" y="87258"/>
                  <a:pt x="133090" y="92130"/>
                </a:cubicBezTo>
                <a:cubicBezTo>
                  <a:pt x="127609" y="97002"/>
                  <a:pt x="119997" y="99438"/>
                  <a:pt x="110253" y="99438"/>
                </a:cubicBezTo>
                <a:cubicBezTo>
                  <a:pt x="100434" y="99438"/>
                  <a:pt x="92783" y="97040"/>
                  <a:pt x="87302" y="92244"/>
                </a:cubicBezTo>
                <a:cubicBezTo>
                  <a:pt x="81821" y="87372"/>
                  <a:pt x="79081" y="80636"/>
                  <a:pt x="79081" y="72034"/>
                </a:cubicBezTo>
                <a:cubicBezTo>
                  <a:pt x="79081" y="65183"/>
                  <a:pt x="80756" y="59588"/>
                  <a:pt x="84105" y="55248"/>
                </a:cubicBezTo>
                <a:cubicBezTo>
                  <a:pt x="87530" y="50910"/>
                  <a:pt x="92478" y="48055"/>
                  <a:pt x="98949" y="46684"/>
                </a:cubicBezTo>
                <a:close/>
                <a:moveTo>
                  <a:pt x="94153" y="26017"/>
                </a:moveTo>
                <a:cubicBezTo>
                  <a:pt x="94153" y="31193"/>
                  <a:pt x="95523" y="35152"/>
                  <a:pt x="98264" y="37892"/>
                </a:cubicBezTo>
                <a:cubicBezTo>
                  <a:pt x="101004" y="40557"/>
                  <a:pt x="105001" y="41889"/>
                  <a:pt x="110253" y="41889"/>
                </a:cubicBezTo>
                <a:cubicBezTo>
                  <a:pt x="115429" y="41889"/>
                  <a:pt x="119388" y="40557"/>
                  <a:pt x="122128" y="37892"/>
                </a:cubicBezTo>
                <a:cubicBezTo>
                  <a:pt x="124869" y="35152"/>
                  <a:pt x="126239" y="31193"/>
                  <a:pt x="126239" y="26017"/>
                </a:cubicBezTo>
                <a:cubicBezTo>
                  <a:pt x="126239" y="20841"/>
                  <a:pt x="124869" y="16882"/>
                  <a:pt x="122128" y="14142"/>
                </a:cubicBezTo>
                <a:cubicBezTo>
                  <a:pt x="119464" y="11402"/>
                  <a:pt x="115505" y="10031"/>
                  <a:pt x="110253" y="10031"/>
                </a:cubicBezTo>
                <a:cubicBezTo>
                  <a:pt x="105001" y="10031"/>
                  <a:pt x="101004" y="11402"/>
                  <a:pt x="98264" y="14142"/>
                </a:cubicBezTo>
                <a:cubicBezTo>
                  <a:pt x="95523" y="16882"/>
                  <a:pt x="94153" y="20841"/>
                  <a:pt x="94153" y="26017"/>
                </a:cubicBezTo>
                <a:close/>
              </a:path>
            </a:pathLst>
          </a:custGeom>
          <a:solidFill>
            <a:srgbClr val="000000"/>
          </a:solidFill>
          <a:ln w="7300" cap="sq">
            <a:noFill/>
            <a:prstDash val="solid"/>
            <a:miter/>
          </a:ln>
        </p:spPr>
        <p:txBody>
          <a:bodyPr/>
          <a:lstStyle/>
          <a:p>
            <a:endParaRPr lang="en-GB"/>
          </a:p>
        </p:txBody>
      </p:sp>
      <p:sp>
        <p:nvSpPr>
          <p:cNvPr id="181" name="Freeform: Shape 180">
            <a:extLst>
              <a:ext uri="{FF2B5EF4-FFF2-40B4-BE49-F238E27FC236}">
                <a16:creationId xmlns:a16="http://schemas.microsoft.com/office/drawing/2014/main" id="{6DEEE339-C6E7-0C4D-A2C0-A67B5F855C76}"/>
              </a:ext>
            </a:extLst>
          </p:cNvPr>
          <p:cNvSpPr/>
          <p:nvPr/>
        </p:nvSpPr>
        <p:spPr>
          <a:xfrm>
            <a:off x="350383" y="1146761"/>
            <a:ext cx="58645" cy="7307"/>
          </a:xfrm>
          <a:custGeom>
            <a:avLst/>
            <a:gdLst>
              <a:gd name="csX0" fmla="*/ 58651 w 58645"/>
              <a:gd name="csY0" fmla="*/ 39 h 7307"/>
              <a:gd name="csX1" fmla="*/ 6 w 58645"/>
              <a:gd name="csY1" fmla="*/ 39 h 7307"/>
            </a:gdLst>
            <a:ahLst/>
            <a:cxnLst>
              <a:cxn ang="0">
                <a:pos x="csX0" y="csY0"/>
              </a:cxn>
              <a:cxn ang="0">
                <a:pos x="csX1" y="csY1"/>
              </a:cxn>
            </a:cxnLst>
            <a:rect l="l" t="t" r="r" b="b"/>
            <a:pathLst>
              <a:path w="58645" h="7307">
                <a:moveTo>
                  <a:pt x="58651" y="39"/>
                </a:moveTo>
                <a:lnTo>
                  <a:pt x="6" y="39"/>
                </a:lnTo>
              </a:path>
            </a:pathLst>
          </a:custGeom>
          <a:noFill/>
          <a:ln w="7300" cap="sq">
            <a:solidFill>
              <a:srgbClr val="000000"/>
            </a:solidFill>
            <a:prstDash val="solid"/>
            <a:miter/>
          </a:ln>
        </p:spPr>
        <p:txBody>
          <a:bodyPr/>
          <a:lstStyle/>
          <a:p>
            <a:endParaRPr lang="en-GB"/>
          </a:p>
        </p:txBody>
      </p:sp>
      <p:sp>
        <p:nvSpPr>
          <p:cNvPr id="182" name="Freeform: Shape 181">
            <a:extLst>
              <a:ext uri="{FF2B5EF4-FFF2-40B4-BE49-F238E27FC236}">
                <a16:creationId xmlns:a16="http://schemas.microsoft.com/office/drawing/2014/main" id="{D763ED26-9216-BD36-0F98-07EEE9A438A4}"/>
              </a:ext>
            </a:extLst>
          </p:cNvPr>
          <p:cNvSpPr/>
          <p:nvPr/>
        </p:nvSpPr>
        <p:spPr>
          <a:xfrm>
            <a:off x="140357" y="1100119"/>
            <a:ext cx="138341" cy="97628"/>
          </a:xfrm>
          <a:custGeom>
            <a:avLst/>
            <a:gdLst>
              <a:gd name="csX0" fmla="*/ 1 w 138341"/>
              <a:gd name="csY0" fmla="*/ 1696 h 97628"/>
              <a:gd name="csX1" fmla="*/ 60404 w 138341"/>
              <a:gd name="csY1" fmla="*/ 1696 h 97628"/>
              <a:gd name="csX2" fmla="*/ 60404 w 138341"/>
              <a:gd name="csY2" fmla="*/ 7291 h 97628"/>
              <a:gd name="csX3" fmla="*/ 26149 w 138341"/>
              <a:gd name="csY3" fmla="*/ 97611 h 97628"/>
              <a:gd name="csX4" fmla="*/ 12561 w 138341"/>
              <a:gd name="csY4" fmla="*/ 97611 h 97628"/>
              <a:gd name="csX5" fmla="*/ 45903 w 138341"/>
              <a:gd name="csY5" fmla="*/ 12658 h 97628"/>
              <a:gd name="csX6" fmla="*/ 1 w 138341"/>
              <a:gd name="csY6" fmla="*/ 12658 h 97628"/>
              <a:gd name="csX7" fmla="*/ 94267 w 138341"/>
              <a:gd name="csY7" fmla="*/ 86649 h 97628"/>
              <a:gd name="csX8" fmla="*/ 138342 w 138341"/>
              <a:gd name="csY8" fmla="*/ 86649 h 97628"/>
              <a:gd name="csX9" fmla="*/ 138342 w 138341"/>
              <a:gd name="csY9" fmla="*/ 97611 h 97628"/>
              <a:gd name="csX10" fmla="*/ 80108 w 138341"/>
              <a:gd name="csY10" fmla="*/ 97611 h 97628"/>
              <a:gd name="csX11" fmla="*/ 80108 w 138341"/>
              <a:gd name="csY11" fmla="*/ 86649 h 97628"/>
              <a:gd name="csX12" fmla="*/ 101004 w 138341"/>
              <a:gd name="csY12" fmla="*/ 64383 h 97628"/>
              <a:gd name="csX13" fmla="*/ 113450 w 138341"/>
              <a:gd name="csY13" fmla="*/ 50681 h 97628"/>
              <a:gd name="csX14" fmla="*/ 122128 w 138341"/>
              <a:gd name="csY14" fmla="*/ 38007 h 97628"/>
              <a:gd name="csX15" fmla="*/ 124412 w 138341"/>
              <a:gd name="csY15" fmla="*/ 28073 h 97628"/>
              <a:gd name="csX16" fmla="*/ 119616 w 138341"/>
              <a:gd name="csY16" fmla="*/ 15512 h 97628"/>
              <a:gd name="csX17" fmla="*/ 106713 w 138341"/>
              <a:gd name="csY17" fmla="*/ 10945 h 97628"/>
              <a:gd name="csX18" fmla="*/ 94381 w 138341"/>
              <a:gd name="csY18" fmla="*/ 13115 h 97628"/>
              <a:gd name="csX19" fmla="*/ 80793 w 138341"/>
              <a:gd name="csY19" fmla="*/ 19395 h 97628"/>
              <a:gd name="csX20" fmla="*/ 80793 w 138341"/>
              <a:gd name="csY20" fmla="*/ 6377 h 97628"/>
              <a:gd name="csX21" fmla="*/ 93810 w 138341"/>
              <a:gd name="csY21" fmla="*/ 1582 h 97628"/>
              <a:gd name="csX22" fmla="*/ 106484 w 138341"/>
              <a:gd name="csY22" fmla="*/ -17 h 97628"/>
              <a:gd name="csX23" fmla="*/ 129093 w 138341"/>
              <a:gd name="csY23" fmla="*/ 7520 h 97628"/>
              <a:gd name="csX24" fmla="*/ 137657 w 138341"/>
              <a:gd name="csY24" fmla="*/ 27045 h 97628"/>
              <a:gd name="csX25" fmla="*/ 134802 w 138341"/>
              <a:gd name="csY25" fmla="*/ 39377 h 97628"/>
              <a:gd name="csX26" fmla="*/ 125553 w 138341"/>
              <a:gd name="csY26" fmla="*/ 53079 h 97628"/>
              <a:gd name="csX27" fmla="*/ 115048 w 138341"/>
              <a:gd name="csY27" fmla="*/ 64612 h 97628"/>
              <a:gd name="csX28" fmla="*/ 94267 w 138341"/>
              <a:gd name="csY28" fmla="*/ 86649 h 976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38341" h="97628">
                <a:moveTo>
                  <a:pt x="1" y="1696"/>
                </a:moveTo>
                <a:lnTo>
                  <a:pt x="60404" y="1696"/>
                </a:lnTo>
                <a:lnTo>
                  <a:pt x="60404" y="7291"/>
                </a:lnTo>
                <a:lnTo>
                  <a:pt x="26149" y="97611"/>
                </a:lnTo>
                <a:lnTo>
                  <a:pt x="12561" y="97611"/>
                </a:lnTo>
                <a:lnTo>
                  <a:pt x="45903" y="12658"/>
                </a:lnTo>
                <a:lnTo>
                  <a:pt x="1" y="12658"/>
                </a:lnTo>
                <a:close/>
                <a:moveTo>
                  <a:pt x="94267" y="86649"/>
                </a:moveTo>
                <a:lnTo>
                  <a:pt x="138342" y="86649"/>
                </a:lnTo>
                <a:lnTo>
                  <a:pt x="138342" y="97611"/>
                </a:lnTo>
                <a:lnTo>
                  <a:pt x="80108" y="97611"/>
                </a:lnTo>
                <a:lnTo>
                  <a:pt x="80108" y="86649"/>
                </a:lnTo>
                <a:cubicBezTo>
                  <a:pt x="88101" y="78275"/>
                  <a:pt x="95066" y="70854"/>
                  <a:pt x="101004" y="64383"/>
                </a:cubicBezTo>
                <a:cubicBezTo>
                  <a:pt x="107017" y="57913"/>
                  <a:pt x="111167" y="53346"/>
                  <a:pt x="113450" y="50681"/>
                </a:cubicBezTo>
                <a:cubicBezTo>
                  <a:pt x="117713" y="45429"/>
                  <a:pt x="120606" y="41204"/>
                  <a:pt x="122128" y="38007"/>
                </a:cubicBezTo>
                <a:cubicBezTo>
                  <a:pt x="123650" y="34734"/>
                  <a:pt x="124412" y="31422"/>
                  <a:pt x="124412" y="28073"/>
                </a:cubicBezTo>
                <a:cubicBezTo>
                  <a:pt x="124412" y="22668"/>
                  <a:pt x="122813" y="18481"/>
                  <a:pt x="119616" y="15512"/>
                </a:cubicBezTo>
                <a:cubicBezTo>
                  <a:pt x="116495" y="12467"/>
                  <a:pt x="112194" y="10945"/>
                  <a:pt x="106713" y="10945"/>
                </a:cubicBezTo>
                <a:cubicBezTo>
                  <a:pt x="102831" y="10945"/>
                  <a:pt x="98720" y="11668"/>
                  <a:pt x="94381" y="13115"/>
                </a:cubicBezTo>
                <a:cubicBezTo>
                  <a:pt x="90119" y="14485"/>
                  <a:pt x="85589" y="16578"/>
                  <a:pt x="80793" y="19395"/>
                </a:cubicBezTo>
                <a:lnTo>
                  <a:pt x="80793" y="6377"/>
                </a:lnTo>
                <a:cubicBezTo>
                  <a:pt x="85208" y="4246"/>
                  <a:pt x="89548" y="2648"/>
                  <a:pt x="93810" y="1582"/>
                </a:cubicBezTo>
                <a:cubicBezTo>
                  <a:pt x="98073" y="516"/>
                  <a:pt x="102298" y="-17"/>
                  <a:pt x="106484" y="-17"/>
                </a:cubicBezTo>
                <a:cubicBezTo>
                  <a:pt x="115848" y="-17"/>
                  <a:pt x="123384" y="2496"/>
                  <a:pt x="129093" y="7520"/>
                </a:cubicBezTo>
                <a:cubicBezTo>
                  <a:pt x="134803" y="12468"/>
                  <a:pt x="137657" y="18976"/>
                  <a:pt x="137657" y="27045"/>
                </a:cubicBezTo>
                <a:cubicBezTo>
                  <a:pt x="137657" y="31156"/>
                  <a:pt x="136706" y="35266"/>
                  <a:pt x="134802" y="39377"/>
                </a:cubicBezTo>
                <a:cubicBezTo>
                  <a:pt x="132899" y="43487"/>
                  <a:pt x="129816" y="48055"/>
                  <a:pt x="125553" y="53079"/>
                </a:cubicBezTo>
                <a:cubicBezTo>
                  <a:pt x="123118" y="55820"/>
                  <a:pt x="119616" y="59664"/>
                  <a:pt x="115048" y="64612"/>
                </a:cubicBezTo>
                <a:cubicBezTo>
                  <a:pt x="110481" y="69560"/>
                  <a:pt x="103554" y="76906"/>
                  <a:pt x="94267" y="86649"/>
                </a:cubicBezTo>
                <a:close/>
              </a:path>
            </a:pathLst>
          </a:custGeom>
          <a:solidFill>
            <a:srgbClr val="000000"/>
          </a:solidFill>
          <a:ln w="7300" cap="sq">
            <a:noFill/>
            <a:prstDash val="solid"/>
            <a:miter/>
          </a:ln>
        </p:spPr>
        <p:txBody>
          <a:bodyPr/>
          <a:lstStyle/>
          <a:p>
            <a:endParaRPr lang="en-GB"/>
          </a:p>
        </p:txBody>
      </p:sp>
      <p:cxnSp>
        <p:nvCxnSpPr>
          <p:cNvPr id="4" name="Straight Connector 3">
            <a:extLst>
              <a:ext uri="{FF2B5EF4-FFF2-40B4-BE49-F238E27FC236}">
                <a16:creationId xmlns:a16="http://schemas.microsoft.com/office/drawing/2014/main" id="{F5ADD859-D54D-12E7-5A5F-CF590CB0BD6E}"/>
              </a:ext>
            </a:extLst>
          </p:cNvPr>
          <p:cNvCxnSpPr/>
          <p:nvPr/>
        </p:nvCxnSpPr>
        <p:spPr>
          <a:xfrm>
            <a:off x="412681" y="2681920"/>
            <a:ext cx="2339788" cy="0"/>
          </a:xfrm>
          <a:prstGeom prst="line">
            <a:avLst/>
          </a:prstGeom>
          <a:ln w="28575">
            <a:solidFill>
              <a:srgbClr val="FF0000"/>
            </a:solidFill>
            <a:prstDash val="sysDot"/>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A3B5FF1C-D793-B6E9-9B2E-C06F84F819ED}"/>
              </a:ext>
            </a:extLst>
          </p:cNvPr>
          <p:cNvCxnSpPr>
            <a:cxnSpLocks/>
          </p:cNvCxnSpPr>
          <p:nvPr/>
        </p:nvCxnSpPr>
        <p:spPr>
          <a:xfrm>
            <a:off x="1236895" y="2665816"/>
            <a:ext cx="0" cy="1550894"/>
          </a:xfrm>
          <a:prstGeom prst="line">
            <a:avLst/>
          </a:prstGeom>
          <a:ln w="28575">
            <a:solidFill>
              <a:srgbClr val="FF0000"/>
            </a:solidFill>
            <a:prstDash val="sysDot"/>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C9001240-E70F-C588-A97E-47CA1F38BD48}"/>
              </a:ext>
            </a:extLst>
          </p:cNvPr>
          <p:cNvCxnSpPr>
            <a:cxnSpLocks/>
          </p:cNvCxnSpPr>
          <p:nvPr/>
        </p:nvCxnSpPr>
        <p:spPr>
          <a:xfrm>
            <a:off x="1873389" y="2665816"/>
            <a:ext cx="0" cy="1550894"/>
          </a:xfrm>
          <a:prstGeom prst="line">
            <a:avLst/>
          </a:prstGeom>
          <a:ln w="28575">
            <a:solidFill>
              <a:srgbClr val="FF0000"/>
            </a:solidFill>
            <a:prstDash val="sysDot"/>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A8BAF38E-E97F-F5A6-E3C7-F20851A41D66}"/>
              </a:ext>
            </a:extLst>
          </p:cNvPr>
          <p:cNvCxnSpPr>
            <a:cxnSpLocks/>
          </p:cNvCxnSpPr>
          <p:nvPr/>
        </p:nvCxnSpPr>
        <p:spPr>
          <a:xfrm>
            <a:off x="2722648" y="2674613"/>
            <a:ext cx="0" cy="1550894"/>
          </a:xfrm>
          <a:prstGeom prst="line">
            <a:avLst/>
          </a:prstGeom>
          <a:ln w="28575">
            <a:solidFill>
              <a:srgbClr val="FF0000"/>
            </a:solidFill>
            <a:prstDash val="sysDot"/>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61E85A77-7950-0B12-2229-854CEB777F56}"/>
              </a:ext>
            </a:extLst>
          </p:cNvPr>
          <p:cNvCxnSpPr>
            <a:cxnSpLocks/>
          </p:cNvCxnSpPr>
          <p:nvPr/>
        </p:nvCxnSpPr>
        <p:spPr>
          <a:xfrm>
            <a:off x="403178" y="3176804"/>
            <a:ext cx="3792071" cy="0"/>
          </a:xfrm>
          <a:prstGeom prst="line">
            <a:avLst/>
          </a:prstGeom>
          <a:ln w="28575">
            <a:solidFill>
              <a:srgbClr val="0070C0"/>
            </a:solidFill>
            <a:prstDash val="sysDot"/>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17B605E-79FE-8C86-91C3-77BCA51920DB}"/>
              </a:ext>
            </a:extLst>
          </p:cNvPr>
          <p:cNvCxnSpPr>
            <a:cxnSpLocks/>
          </p:cNvCxnSpPr>
          <p:nvPr/>
        </p:nvCxnSpPr>
        <p:spPr>
          <a:xfrm>
            <a:off x="2097506" y="3176804"/>
            <a:ext cx="0" cy="1039906"/>
          </a:xfrm>
          <a:prstGeom prst="line">
            <a:avLst/>
          </a:prstGeom>
          <a:ln w="28575">
            <a:solidFill>
              <a:srgbClr val="0070C0"/>
            </a:solidFill>
            <a:prstDash val="sysDot"/>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68E563B0-D73C-4E6D-68A3-6F74E0064A9D}"/>
              </a:ext>
            </a:extLst>
          </p:cNvPr>
          <p:cNvCxnSpPr>
            <a:cxnSpLocks/>
          </p:cNvCxnSpPr>
          <p:nvPr/>
        </p:nvCxnSpPr>
        <p:spPr>
          <a:xfrm>
            <a:off x="2500919" y="3176804"/>
            <a:ext cx="0" cy="1039906"/>
          </a:xfrm>
          <a:prstGeom prst="line">
            <a:avLst/>
          </a:prstGeom>
          <a:ln w="28575">
            <a:solidFill>
              <a:srgbClr val="0070C0"/>
            </a:solidFill>
            <a:prstDash val="sysDot"/>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E4345261-B36A-1813-B8F2-0FFF95FDB841}"/>
              </a:ext>
            </a:extLst>
          </p:cNvPr>
          <p:cNvCxnSpPr>
            <a:cxnSpLocks/>
          </p:cNvCxnSpPr>
          <p:nvPr/>
        </p:nvCxnSpPr>
        <p:spPr>
          <a:xfrm>
            <a:off x="4195249" y="3176804"/>
            <a:ext cx="0" cy="1039906"/>
          </a:xfrm>
          <a:prstGeom prst="line">
            <a:avLst/>
          </a:prstGeom>
          <a:ln w="28575">
            <a:solidFill>
              <a:srgbClr val="0070C0"/>
            </a:solidFill>
            <a:prstDash val="sysDot"/>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2C0D265D-4CFE-D1A2-F633-8D50335C38B8}"/>
              </a:ext>
            </a:extLst>
          </p:cNvPr>
          <p:cNvSpPr txBox="1"/>
          <p:nvPr/>
        </p:nvSpPr>
        <p:spPr>
          <a:xfrm>
            <a:off x="45299" y="4815676"/>
            <a:ext cx="9996550" cy="2031325"/>
          </a:xfrm>
          <a:prstGeom prst="rect">
            <a:avLst/>
          </a:prstGeom>
          <a:noFill/>
        </p:spPr>
        <p:txBody>
          <a:bodyPr wrap="square" rtlCol="0">
            <a:spAutoFit/>
          </a:bodyPr>
          <a:lstStyle/>
          <a:p>
            <a:r>
              <a:rPr lang="en-GB" dirty="0"/>
              <a:t>Reference: </a:t>
            </a:r>
            <a:r>
              <a:rPr lang="en-GB" dirty="0">
                <a:ea typeface="Aptos" panose="020B0004020202020204" pitchFamily="34" charset="0"/>
                <a:cs typeface="Aptos" panose="020B0004020202020204" pitchFamily="34" charset="0"/>
              </a:rPr>
              <a:t>McAfee’s open-source textbook </a:t>
            </a:r>
            <a:r>
              <a:rPr lang="en-GB" b="1" i="1" dirty="0"/>
              <a:t>Introduction to Economic Analysis</a:t>
            </a:r>
            <a:r>
              <a:rPr lang="en-GB" i="1" dirty="0"/>
              <a:t>, </a:t>
            </a:r>
          </a:p>
          <a:p>
            <a:r>
              <a:rPr lang="en-GB" i="1" dirty="0"/>
              <a:t>or just look up &lt;</a:t>
            </a:r>
            <a:r>
              <a:rPr lang="en-GB" b="1" i="1" dirty="0"/>
              <a:t>your Intermediate Micro textbook&gt;</a:t>
            </a:r>
            <a:endParaRPr lang="en-GB" i="1" dirty="0">
              <a:ea typeface="Aptos" panose="020B0004020202020204" pitchFamily="34" charset="0"/>
              <a:cs typeface="Aptos" panose="020B0004020202020204" pitchFamily="34" charset="0"/>
            </a:endParaRPr>
          </a:p>
          <a:p>
            <a:r>
              <a:rPr lang="en-GB" dirty="0">
                <a:ea typeface="Aptos" panose="020B0004020202020204" pitchFamily="34" charset="0"/>
                <a:cs typeface="Aptos" panose="020B0004020202020204" pitchFamily="34" charset="0"/>
                <a:hlinkClick r:id="rId4"/>
              </a:rPr>
              <a:t>https://www.dropbox.com/scl/fi/vwnsfzxkdgu6o4vlvkg1h/McAfee-IEA-ch2-ch3-Supply-Demand-Quantification.pdf?rlkey=9gw2qt5ml53zyi3ttxnjslltn&amp;dl=0</a:t>
            </a:r>
            <a:endParaRPr lang="en-GB" dirty="0">
              <a:ea typeface="Aptos" panose="020B0004020202020204" pitchFamily="34" charset="0"/>
              <a:cs typeface="Aptos" panose="020B0004020202020204" pitchFamily="34" charset="0"/>
            </a:endParaRPr>
          </a:p>
          <a:p>
            <a:r>
              <a:rPr lang="en-GB" dirty="0">
                <a:ea typeface="Aptos" panose="020B0004020202020204" pitchFamily="34" charset="0"/>
                <a:cs typeface="Aptos" panose="020B0004020202020204" pitchFamily="34" charset="0"/>
                <a:hlinkClick r:id="rId5"/>
              </a:rPr>
              <a:t>https://www.dropbox.com/scl/fi/89t2x0vx05rf7fphwc3g7/McAfee-IEA-ch5-Government-Interventions.pdf?rlkey=ykuxroherif1toc37i955hwas&amp;dl=0</a:t>
            </a:r>
            <a:endParaRPr lang="en-GB" dirty="0">
              <a:ea typeface="Aptos" panose="020B0004020202020204" pitchFamily="34" charset="0"/>
              <a:cs typeface="Aptos" panose="020B0004020202020204" pitchFamily="34" charset="0"/>
            </a:endParaRPr>
          </a:p>
          <a:p>
            <a:endParaRPr lang="en-GB" dirty="0"/>
          </a:p>
        </p:txBody>
      </p:sp>
      <mc:AlternateContent xmlns:mc="http://schemas.openxmlformats.org/markup-compatibility/2006" xmlns:a14="http://schemas.microsoft.com/office/drawing/2010/main">
        <mc:Choice Requires="a14">
          <p:sp>
            <p:nvSpPr>
              <p:cNvPr id="185" name="TextBox 184">
                <a:extLst>
                  <a:ext uri="{FF2B5EF4-FFF2-40B4-BE49-F238E27FC236}">
                    <a16:creationId xmlns:a16="http://schemas.microsoft.com/office/drawing/2014/main" id="{5DB804B3-30E9-5BCA-3E6D-F0ED3267D73D}"/>
                  </a:ext>
                </a:extLst>
              </p:cNvPr>
              <p:cNvSpPr txBox="1"/>
              <p:nvPr/>
            </p:nvSpPr>
            <p:spPr>
              <a:xfrm>
                <a:off x="2512314" y="1067248"/>
                <a:ext cx="1822297" cy="30777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14:m>
                  <m:oMathPara xmlns:m="http://schemas.openxmlformats.org/officeDocument/2006/math">
                    <m:oMath>
                      <m:sSub>
                        <m:sSubPr>
                          <m:ctrlPr>
                            <a:rPr lang="en-GB" sz="1400" b="1" i="1" dirty="0" err="1">
                              <a:solidFill>
                                <a:srgbClr val="FD7BF4"/>
                              </a:solidFill>
                              <a:latin typeface="Cambria Math" panose="02040503050406030204" pitchFamily="18" charset="0"/>
                            </a:rPr>
                          </m:ctrlPr>
                        </m:sSubPr>
                        <m:e>
                          <m:r>
                            <a:rPr lang="en-GB" sz="1400" b="1" i="1" dirty="0" err="1">
                              <a:solidFill>
                                <a:srgbClr val="FD7BF4"/>
                              </a:solidFill>
                              <a:latin typeface="Cambria Math" panose="02040503050406030204" pitchFamily="18" charset="0"/>
                            </a:rPr>
                            <m:t>𝒗</m:t>
                          </m:r>
                        </m:e>
                        <m:sub>
                          <m:r>
                            <a:rPr lang="en-GB" sz="1400" b="1" i="1" dirty="0" err="1">
                              <a:solidFill>
                                <a:srgbClr val="FD7BF4"/>
                              </a:solidFill>
                              <a:latin typeface="Cambria Math" panose="02040503050406030204" pitchFamily="18" charset="0"/>
                            </a:rPr>
                            <m:t>𝑹</m:t>
                          </m:r>
                        </m:sub>
                      </m:sSub>
                      <m:d>
                        <m:dPr>
                          <m:ctrlPr>
                            <a:rPr lang="en-GB" sz="1400" b="1" i="1" dirty="0">
                              <a:solidFill>
                                <a:srgbClr val="FD7BF4"/>
                              </a:solidFill>
                              <a:latin typeface="Cambria Math" panose="02040503050406030204" pitchFamily="18" charset="0"/>
                            </a:rPr>
                          </m:ctrlPr>
                        </m:dPr>
                        <m:e>
                          <m:r>
                            <a:rPr lang="en-GB" sz="1400" b="1" i="1" dirty="0">
                              <a:solidFill>
                                <a:srgbClr val="FD7BF4"/>
                              </a:solidFill>
                              <a:latin typeface="Cambria Math" panose="02040503050406030204" pitchFamily="18" charset="0"/>
                            </a:rPr>
                            <m:t>𝒒</m:t>
                          </m:r>
                        </m:e>
                      </m:d>
                      <m:r>
                        <a:rPr lang="en-GB" sz="1400" b="1" i="1" dirty="0">
                          <a:solidFill>
                            <a:srgbClr val="FD7BF4"/>
                          </a:solidFill>
                          <a:latin typeface="Cambria Math" panose="02040503050406030204" pitchFamily="18" charset="0"/>
                        </a:rPr>
                        <m:t>= </m:t>
                      </m:r>
                      <m:r>
                        <a:rPr lang="en-GB" sz="1400" b="1" i="1" dirty="0">
                          <a:solidFill>
                            <a:srgbClr val="FD7BF4"/>
                          </a:solidFill>
                          <a:latin typeface="Cambria Math" panose="02040503050406030204" pitchFamily="18" charset="0"/>
                        </a:rPr>
                        <m:t>𝟒𝟖</m:t>
                      </m:r>
                      <m:r>
                        <a:rPr lang="en-GB" sz="1400" b="1" i="1" dirty="0">
                          <a:solidFill>
                            <a:srgbClr val="FD7BF4"/>
                          </a:solidFill>
                          <a:latin typeface="Cambria Math" panose="02040503050406030204" pitchFamily="18" charset="0"/>
                        </a:rPr>
                        <m:t>−</m:t>
                      </m:r>
                      <m:r>
                        <a:rPr lang="en-GB" sz="1400" b="1" i="1" dirty="0">
                          <a:solidFill>
                            <a:srgbClr val="FD7BF4"/>
                          </a:solidFill>
                          <a:latin typeface="Cambria Math" panose="02040503050406030204" pitchFamily="18" charset="0"/>
                        </a:rPr>
                        <m:t>𝟏</m:t>
                      </m:r>
                      <m:r>
                        <a:rPr lang="en-GB" sz="1400" b="1" i="1" dirty="0">
                          <a:solidFill>
                            <a:srgbClr val="FD7BF4"/>
                          </a:solidFill>
                          <a:latin typeface="Cambria Math" panose="02040503050406030204" pitchFamily="18" charset="0"/>
                        </a:rPr>
                        <m:t>.</m:t>
                      </m:r>
                      <m:r>
                        <a:rPr lang="en-GB" sz="1400" b="1" i="1" dirty="0">
                          <a:solidFill>
                            <a:srgbClr val="FD7BF4"/>
                          </a:solidFill>
                          <a:latin typeface="Cambria Math" panose="02040503050406030204" pitchFamily="18" charset="0"/>
                        </a:rPr>
                        <m:t>𝟓</m:t>
                      </m:r>
                      <m:r>
                        <a:rPr lang="en-GB" sz="1400" b="1" i="1" dirty="0">
                          <a:solidFill>
                            <a:srgbClr val="FD7BF4"/>
                          </a:solidFill>
                          <a:latin typeface="Cambria Math" panose="02040503050406030204" pitchFamily="18" charset="0"/>
                        </a:rPr>
                        <m:t> </m:t>
                      </m:r>
                      <m:r>
                        <a:rPr lang="en-GB" sz="1400" b="1" i="1" dirty="0">
                          <a:solidFill>
                            <a:srgbClr val="FD7BF4"/>
                          </a:solidFill>
                          <a:latin typeface="Cambria Math" panose="02040503050406030204" pitchFamily="18" charset="0"/>
                        </a:rPr>
                        <m:t>𝒒</m:t>
                      </m:r>
                    </m:oMath>
                  </m:oMathPara>
                </a14:m>
                <a:endParaRPr lang="en-GB" sz="1400" dirty="0">
                  <a:solidFill>
                    <a:srgbClr val="FD7BF4"/>
                  </a:solidFill>
                </a:endParaRPr>
              </a:p>
            </p:txBody>
          </p:sp>
        </mc:Choice>
        <mc:Fallback xmlns="">
          <p:sp>
            <p:nvSpPr>
              <p:cNvPr id="185" name="TextBox 184">
                <a:extLst>
                  <a:ext uri="{FF2B5EF4-FFF2-40B4-BE49-F238E27FC236}">
                    <a16:creationId xmlns:a16="http://schemas.microsoft.com/office/drawing/2014/main" id="{5DB804B3-30E9-5BCA-3E6D-F0ED3267D73D}"/>
                  </a:ext>
                </a:extLst>
              </p:cNvPr>
              <p:cNvSpPr txBox="1">
                <a:spLocks noRot="1" noChangeAspect="1" noMove="1" noResize="1" noEditPoints="1" noAdjustHandles="1" noChangeArrowheads="1" noChangeShapeType="1" noTextEdit="1"/>
              </p:cNvSpPr>
              <p:nvPr/>
            </p:nvSpPr>
            <p:spPr>
              <a:xfrm>
                <a:off x="2512314" y="1067248"/>
                <a:ext cx="1822297" cy="30777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AC14B65B-E151-E91F-4F75-94C5A962DF10}"/>
                  </a:ext>
                </a:extLst>
              </p:cNvPr>
              <p:cNvSpPr txBox="1"/>
              <p:nvPr/>
            </p:nvSpPr>
            <p:spPr>
              <a:xfrm>
                <a:off x="710205" y="1057595"/>
                <a:ext cx="1762248" cy="30777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14:m>
                  <m:oMathPara xmlns:m="http://schemas.openxmlformats.org/officeDocument/2006/math">
                    <m:oMath>
                      <m:r>
                        <a:rPr lang="en-GB" sz="1400" b="1" i="1" dirty="0" smtClean="0">
                          <a:solidFill>
                            <a:srgbClr val="376061"/>
                          </a:solidFill>
                          <a:latin typeface="Cambria Math" panose="02040503050406030204" pitchFamily="18" charset="0"/>
                        </a:rPr>
                        <m:t> </m:t>
                      </m:r>
                      <m:sSub>
                        <m:sSubPr>
                          <m:ctrlPr>
                            <a:rPr lang="en-GB" sz="1400" b="1" i="1" dirty="0" err="1" smtClean="0">
                              <a:solidFill>
                                <a:srgbClr val="376061"/>
                              </a:solidFill>
                              <a:latin typeface="Cambria Math" panose="02040503050406030204" pitchFamily="18" charset="0"/>
                            </a:rPr>
                          </m:ctrlPr>
                        </m:sSubPr>
                        <m:e>
                          <m:r>
                            <a:rPr lang="en-GB" sz="1400" b="1" i="1" dirty="0" err="1" smtClean="0">
                              <a:solidFill>
                                <a:srgbClr val="376061"/>
                              </a:solidFill>
                              <a:latin typeface="Cambria Math" panose="02040503050406030204" pitchFamily="18" charset="0"/>
                            </a:rPr>
                            <m:t>𝒗</m:t>
                          </m:r>
                        </m:e>
                        <m:sub>
                          <m:r>
                            <a:rPr lang="en-GB" sz="1400" b="1" i="1" dirty="0" err="1" smtClean="0">
                              <a:solidFill>
                                <a:srgbClr val="376061"/>
                              </a:solidFill>
                              <a:latin typeface="Cambria Math" panose="02040503050406030204" pitchFamily="18" charset="0"/>
                            </a:rPr>
                            <m:t>𝑳</m:t>
                          </m:r>
                        </m:sub>
                      </m:sSub>
                      <m:d>
                        <m:dPr>
                          <m:ctrlPr>
                            <a:rPr lang="en-GB" sz="1400" b="1" i="1" dirty="0">
                              <a:solidFill>
                                <a:srgbClr val="376061"/>
                              </a:solidFill>
                              <a:latin typeface="Cambria Math" panose="02040503050406030204" pitchFamily="18" charset="0"/>
                            </a:rPr>
                          </m:ctrlPr>
                        </m:dPr>
                        <m:e>
                          <m:r>
                            <a:rPr lang="en-GB" sz="1400" b="1" i="1" dirty="0">
                              <a:solidFill>
                                <a:srgbClr val="376061"/>
                              </a:solidFill>
                              <a:latin typeface="Cambria Math" panose="02040503050406030204" pitchFamily="18" charset="0"/>
                            </a:rPr>
                            <m:t>𝒒</m:t>
                          </m:r>
                        </m:e>
                      </m:d>
                      <m:r>
                        <a:rPr lang="en-GB" sz="1400" b="1" i="1" dirty="0" smtClean="0">
                          <a:solidFill>
                            <a:srgbClr val="376061"/>
                          </a:solidFill>
                          <a:latin typeface="Cambria Math" panose="02040503050406030204" pitchFamily="18" charset="0"/>
                        </a:rPr>
                        <m:t>= </m:t>
                      </m:r>
                      <m:r>
                        <a:rPr lang="en-GB" sz="1400" b="1" i="1" dirty="0" smtClean="0">
                          <a:solidFill>
                            <a:srgbClr val="376061"/>
                          </a:solidFill>
                          <a:latin typeface="Cambria Math" panose="02040503050406030204" pitchFamily="18" charset="0"/>
                        </a:rPr>
                        <m:t>𝟔𝟒</m:t>
                      </m:r>
                      <m:r>
                        <a:rPr lang="en-GB" sz="1400" b="1" i="1" dirty="0" smtClean="0">
                          <a:solidFill>
                            <a:srgbClr val="376061"/>
                          </a:solidFill>
                          <a:latin typeface="Cambria Math" panose="02040503050406030204" pitchFamily="18" charset="0"/>
                        </a:rPr>
                        <m:t> – </m:t>
                      </m:r>
                      <m:r>
                        <a:rPr lang="en-GB" sz="1400" b="1" i="1" dirty="0" smtClean="0">
                          <a:solidFill>
                            <a:srgbClr val="376061"/>
                          </a:solidFill>
                          <a:latin typeface="Cambria Math" panose="02040503050406030204" pitchFamily="18" charset="0"/>
                        </a:rPr>
                        <m:t>𝟐</m:t>
                      </m:r>
                      <m:r>
                        <a:rPr lang="en-GB" sz="1400" b="1" i="1" dirty="0" smtClean="0">
                          <a:solidFill>
                            <a:srgbClr val="376061"/>
                          </a:solidFill>
                          <a:latin typeface="Cambria Math" panose="02040503050406030204" pitchFamily="18" charset="0"/>
                        </a:rPr>
                        <m:t>𝒒</m:t>
                      </m:r>
                    </m:oMath>
                  </m:oMathPara>
                </a14:m>
                <a:endParaRPr lang="en-GB" sz="1400" dirty="0">
                  <a:solidFill>
                    <a:srgbClr val="376061"/>
                  </a:solidFill>
                </a:endParaRPr>
              </a:p>
            </p:txBody>
          </p:sp>
        </mc:Choice>
        <mc:Fallback xmlns="">
          <p:sp>
            <p:nvSpPr>
              <p:cNvPr id="187" name="TextBox 186">
                <a:extLst>
                  <a:ext uri="{FF2B5EF4-FFF2-40B4-BE49-F238E27FC236}">
                    <a16:creationId xmlns:a16="http://schemas.microsoft.com/office/drawing/2014/main" id="{AC14B65B-E151-E91F-4F75-94C5A962DF10}"/>
                  </a:ext>
                </a:extLst>
              </p:cNvPr>
              <p:cNvSpPr txBox="1">
                <a:spLocks noRot="1" noChangeAspect="1" noMove="1" noResize="1" noEditPoints="1" noAdjustHandles="1" noChangeArrowheads="1" noChangeShapeType="1" noTextEdit="1"/>
              </p:cNvSpPr>
              <p:nvPr/>
            </p:nvSpPr>
            <p:spPr>
              <a:xfrm>
                <a:off x="710205" y="1057595"/>
                <a:ext cx="1762248" cy="307777"/>
              </a:xfrm>
              <a:prstGeom prst="rect">
                <a:avLst/>
              </a:prstGeom>
              <a:blipFill>
                <a:blip r:embed="rId7"/>
                <a:stretch>
                  <a:fillRect b="-5660"/>
                </a:stretch>
              </a:blipFill>
            </p:spPr>
            <p:txBody>
              <a:bodyPr/>
              <a:lstStyle/>
              <a:p>
                <a:r>
                  <a:rPr lang="en-GB">
                    <a:noFill/>
                  </a:rPr>
                  <a:t> </a:t>
                </a:r>
              </a:p>
            </p:txBody>
          </p:sp>
        </mc:Fallback>
      </mc:AlternateContent>
    </p:spTree>
    <p:extLst>
      <p:ext uri="{BB962C8B-B14F-4D97-AF65-F5344CB8AC3E}">
        <p14:creationId xmlns:p14="http://schemas.microsoft.com/office/powerpoint/2010/main" val="635393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9537-5661-DC57-05F5-1A33126390DE}"/>
              </a:ext>
            </a:extLst>
          </p:cNvPr>
          <p:cNvSpPr>
            <a:spLocks noGrp="1"/>
          </p:cNvSpPr>
          <p:nvPr>
            <p:ph type="title"/>
          </p:nvPr>
        </p:nvSpPr>
        <p:spPr/>
        <p:txBody>
          <a:bodyPr/>
          <a:lstStyle/>
          <a:p>
            <a:r>
              <a:rPr lang="en-GB" dirty="0"/>
              <a:t>Disequilibrium and market prices</a:t>
            </a:r>
          </a:p>
        </p:txBody>
      </p:sp>
      <p:sp>
        <p:nvSpPr>
          <p:cNvPr id="3" name="TextBox 2">
            <a:extLst>
              <a:ext uri="{FF2B5EF4-FFF2-40B4-BE49-F238E27FC236}">
                <a16:creationId xmlns:a16="http://schemas.microsoft.com/office/drawing/2014/main" id="{349C3A06-4DCD-715A-F37D-A804A13AC679}"/>
              </a:ext>
            </a:extLst>
          </p:cNvPr>
          <p:cNvSpPr txBox="1"/>
          <p:nvPr/>
        </p:nvSpPr>
        <p:spPr>
          <a:xfrm>
            <a:off x="96562" y="753369"/>
            <a:ext cx="6796956" cy="313932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dirty="0"/>
              <a:t>In Figure 2.4.1, a surplus arises at any price above the equilibrium price because the quantity supplied is larger than the quantity demanded. The effect of the surplus – leading to sellers with excess inventory – induces price cutting which is illustrated with three arrows pointing down. Similarly, when the price is below the equilibrium price, the quantity supplied is less than the quantity demanded. This causes some buyers to fail to find goods, leading to higher asking prices and higher bid prices by buyers. The tendency for the price to rise is illustrated with the arrows pointing up. The only price which doesn’t lead to price changes is, the equilibrium price in which the quantity supplied equals the quantity demanded.</a:t>
            </a:r>
          </a:p>
        </p:txBody>
      </p:sp>
      <p:sp>
        <p:nvSpPr>
          <p:cNvPr id="10" name="Content Placeholder 9">
            <a:extLst>
              <a:ext uri="{FF2B5EF4-FFF2-40B4-BE49-F238E27FC236}">
                <a16:creationId xmlns:a16="http://schemas.microsoft.com/office/drawing/2014/main" id="{6778E321-EC96-C26C-8CBC-6D8A992754D7}"/>
              </a:ext>
            </a:extLst>
          </p:cNvPr>
          <p:cNvSpPr>
            <a:spLocks noGrp="1"/>
          </p:cNvSpPr>
          <p:nvPr>
            <p:ph sz="quarter" idx="14"/>
          </p:nvPr>
        </p:nvSpPr>
        <p:spPr>
          <a:xfrm>
            <a:off x="212373" y="4297950"/>
            <a:ext cx="9114507" cy="2363576"/>
          </a:xfrm>
        </p:spPr>
        <p:style>
          <a:lnRef idx="1">
            <a:schemeClr val="accent3"/>
          </a:lnRef>
          <a:fillRef idx="2">
            <a:schemeClr val="accent3"/>
          </a:fillRef>
          <a:effectRef idx="1">
            <a:schemeClr val="accent3"/>
          </a:effectRef>
          <a:fontRef idx="minor">
            <a:schemeClr val="dk1"/>
          </a:fontRef>
        </p:style>
        <p:txBody>
          <a:bodyPr>
            <a:normAutofit/>
          </a:bodyPr>
          <a:lstStyle/>
          <a:p>
            <a:r>
              <a:rPr lang="en-GB" i="1" dirty="0"/>
              <a:t>There are two ways that people tend to discuss disequilibrium. The first is to focus on price. If the price is “too high” (above the equilibrium price), there will be excess supply. Sellers will therefore tend to lower the price of their product. If the price is “too low” (below the equilibrium price), there is excess demand. Buyers will tend to bid up the price toward the equilibrium price.</a:t>
            </a:r>
          </a:p>
          <a:p>
            <a:r>
              <a:rPr lang="en-GB" i="1" dirty="0"/>
              <a:t>The second approach is to focus on quantity. Start with a quantity that is “too low” (the quantity is below the equilibrium quantity). At this quantity the willingness to pay for another unit of the good is greater than the marginal cost of producing the good. There are gains from trade to be had. Thus, the quantity will increase toward the equilibrium quantity.</a:t>
            </a:r>
          </a:p>
          <a:p>
            <a:r>
              <a:rPr lang="en-GB" dirty="0">
                <a:hlinkClick r:id="rId3"/>
              </a:rPr>
              <a:t>https://www.economicforces.xyz/p/those-pesky-transaction-costs</a:t>
            </a:r>
            <a:endParaRPr lang="en-GB" dirty="0"/>
          </a:p>
          <a:p>
            <a:endParaRPr lang="en-GB" dirty="0"/>
          </a:p>
        </p:txBody>
      </p:sp>
      <p:pic>
        <p:nvPicPr>
          <p:cNvPr id="6" name="Picture 5">
            <a:extLst>
              <a:ext uri="{FF2B5EF4-FFF2-40B4-BE49-F238E27FC236}">
                <a16:creationId xmlns:a16="http://schemas.microsoft.com/office/drawing/2014/main" id="{5248D1AE-6BD9-5387-E0F2-8F012399E4EC}"/>
              </a:ext>
            </a:extLst>
          </p:cNvPr>
          <p:cNvPicPr>
            <a:picLocks noChangeAspect="1"/>
          </p:cNvPicPr>
          <p:nvPr/>
        </p:nvPicPr>
        <p:blipFill>
          <a:blip r:embed="rId4"/>
          <a:stretch>
            <a:fillRect/>
          </a:stretch>
        </p:blipFill>
        <p:spPr>
          <a:xfrm>
            <a:off x="6893518" y="196474"/>
            <a:ext cx="4525006" cy="3696216"/>
          </a:xfrm>
          <a:prstGeom prst="rect">
            <a:avLst/>
          </a:prstGeom>
          <a:ln w="28575"/>
        </p:spPr>
        <p:style>
          <a:lnRef idx="2">
            <a:schemeClr val="accent4"/>
          </a:lnRef>
          <a:fillRef idx="1">
            <a:schemeClr val="lt1"/>
          </a:fillRef>
          <a:effectRef idx="0">
            <a:schemeClr val="accent4"/>
          </a:effectRef>
          <a:fontRef idx="minor">
            <a:schemeClr val="dk1"/>
          </a:fontRef>
        </p:style>
      </p:pic>
      <p:sp>
        <p:nvSpPr>
          <p:cNvPr id="8" name="TextBox 7">
            <a:extLst>
              <a:ext uri="{FF2B5EF4-FFF2-40B4-BE49-F238E27FC236}">
                <a16:creationId xmlns:a16="http://schemas.microsoft.com/office/drawing/2014/main" id="{85B8DB65-AC3C-724C-4945-D1AFF129EB72}"/>
              </a:ext>
            </a:extLst>
          </p:cNvPr>
          <p:cNvSpPr txBox="1"/>
          <p:nvPr/>
        </p:nvSpPr>
        <p:spPr>
          <a:xfrm>
            <a:off x="6893518" y="3892690"/>
            <a:ext cx="5202450" cy="338554"/>
          </a:xfrm>
          <a:prstGeom prst="rect">
            <a:avLst/>
          </a:prstGeom>
          <a:ln w="28575"/>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sz="1600" dirty="0">
                <a:solidFill>
                  <a:schemeClr val="accent1"/>
                </a:solidFill>
              </a:rPr>
              <a:t>McAfee IEA ch2 ch3 - Supply, Demand, Quantification</a:t>
            </a:r>
          </a:p>
        </p:txBody>
      </p:sp>
    </p:spTree>
    <p:extLst>
      <p:ext uri="{BB962C8B-B14F-4D97-AF65-F5344CB8AC3E}">
        <p14:creationId xmlns:p14="http://schemas.microsoft.com/office/powerpoint/2010/main" val="1251980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A0B49-9367-046D-4F65-ED32136EA53A}"/>
              </a:ext>
            </a:extLst>
          </p:cNvPr>
          <p:cNvSpPr>
            <a:spLocks noGrp="1"/>
          </p:cNvSpPr>
          <p:nvPr>
            <p:ph type="title"/>
          </p:nvPr>
        </p:nvSpPr>
        <p:spPr/>
        <p:txBody>
          <a:bodyPr/>
          <a:lstStyle/>
          <a:p>
            <a:r>
              <a:rPr lang="en-GB" dirty="0"/>
              <a:t>First Theorem of Welfare Economics</a:t>
            </a:r>
          </a:p>
        </p:txBody>
      </p:sp>
      <p:sp>
        <p:nvSpPr>
          <p:cNvPr id="4" name="Content Placeholder 3">
            <a:extLst>
              <a:ext uri="{FF2B5EF4-FFF2-40B4-BE49-F238E27FC236}">
                <a16:creationId xmlns:a16="http://schemas.microsoft.com/office/drawing/2014/main" id="{C71FA119-68B3-3EC4-4BC1-ED7165102BD2}"/>
              </a:ext>
            </a:extLst>
          </p:cNvPr>
          <p:cNvSpPr>
            <a:spLocks noGrp="1"/>
          </p:cNvSpPr>
          <p:nvPr>
            <p:ph sz="quarter" idx="14"/>
          </p:nvPr>
        </p:nvSpPr>
        <p:spPr>
          <a:xfrm>
            <a:off x="7439024" y="576000"/>
            <a:ext cx="4743375" cy="6084000"/>
          </a:xfrm>
        </p:spPr>
        <p:txBody>
          <a:bodyPr>
            <a:normAutofit/>
          </a:bodyPr>
          <a:lstStyle/>
          <a:p>
            <a:r>
              <a:rPr lang="en-GB" i="1" dirty="0">
                <a:solidFill>
                  <a:schemeClr val="tx1"/>
                </a:solidFill>
              </a:rPr>
              <a:t>There are circumstances where the equilibrium level of trade has harmful consequences, and such circumstances are considered in the chapter on externalities.  However, provided that the only people affected by a transaction are the buyer and seller, </a:t>
            </a:r>
          </a:p>
          <a:p>
            <a:endParaRPr lang="en-GB" i="1" dirty="0">
              <a:solidFill>
                <a:schemeClr val="tx1"/>
              </a:solidFill>
            </a:endParaRPr>
          </a:p>
          <a:p>
            <a:r>
              <a:rPr lang="en-GB" sz="1800" b="1" i="1" dirty="0">
                <a:solidFill>
                  <a:schemeClr val="tx1"/>
                </a:solidFill>
              </a:rPr>
              <a:t>the competitive equilibrium allocation maximises total gains from trade (=total surplus)</a:t>
            </a:r>
          </a:p>
          <a:p>
            <a:endParaRPr lang="en-GB" i="1" dirty="0">
              <a:solidFill>
                <a:schemeClr val="tx1"/>
              </a:solidFill>
            </a:endParaRPr>
          </a:p>
          <a:p>
            <a:pPr marL="285750" indent="-285750">
              <a:buFont typeface="Arial" panose="020B0604020202020204" pitchFamily="34" charset="0"/>
              <a:buChar char="•"/>
            </a:pPr>
            <a:r>
              <a:rPr lang="en-GB" i="1" dirty="0">
                <a:solidFill>
                  <a:schemeClr val="tx1"/>
                </a:solidFill>
              </a:rPr>
              <a:t>the highest value buyers must get the goods</a:t>
            </a:r>
          </a:p>
          <a:p>
            <a:pPr marL="285750" indent="-285750">
              <a:buFont typeface="Arial" panose="020B0604020202020204" pitchFamily="34" charset="0"/>
              <a:buChar char="•"/>
            </a:pPr>
            <a:r>
              <a:rPr lang="en-GB" i="1" dirty="0">
                <a:solidFill>
                  <a:schemeClr val="tx1"/>
                </a:solidFill>
              </a:rPr>
              <a:t>the lowest cost sellers must supply those goods.</a:t>
            </a:r>
          </a:p>
          <a:p>
            <a:pPr marL="285750" indent="-285750">
              <a:buFont typeface="Arial" panose="020B0604020202020204" pitchFamily="34" charset="0"/>
              <a:buChar char="•"/>
            </a:pPr>
            <a:r>
              <a:rPr lang="en-GB" i="1" dirty="0">
                <a:solidFill>
                  <a:schemeClr val="tx1"/>
                </a:solidFill>
              </a:rPr>
              <a:t>how many goods should be traded to maximize the gains from trade?</a:t>
            </a:r>
          </a:p>
          <a:p>
            <a:pPr lvl="1" indent="0">
              <a:buNone/>
            </a:pPr>
            <a:r>
              <a:rPr lang="en-GB" i="1" dirty="0">
                <a:solidFill>
                  <a:schemeClr val="tx1"/>
                </a:solidFill>
              </a:rPr>
              <a:t>- Adding a trade increases the total gains from trade iff that trade involves a buyer with valuation higher than the seller’s cost.  Thus, the gains from trade are maximized by the set of transactions to the left of the equilibrium quantity, with the high-valuation buyers buying from the low-cost sellers.</a:t>
            </a:r>
          </a:p>
        </p:txBody>
      </p:sp>
      <p:sp>
        <p:nvSpPr>
          <p:cNvPr id="7" name="TextBox 6">
            <a:extLst>
              <a:ext uri="{FF2B5EF4-FFF2-40B4-BE49-F238E27FC236}">
                <a16:creationId xmlns:a16="http://schemas.microsoft.com/office/drawing/2014/main" id="{719DCF6F-DCB1-34E0-DDE6-5D4CED29E8A2}"/>
              </a:ext>
            </a:extLst>
          </p:cNvPr>
          <p:cNvSpPr txBox="1"/>
          <p:nvPr/>
        </p:nvSpPr>
        <p:spPr>
          <a:xfrm>
            <a:off x="205425" y="6490723"/>
            <a:ext cx="5202450" cy="338554"/>
          </a:xfrm>
          <a:prstGeom prst="rect">
            <a:avLst/>
          </a:prstGeom>
          <a:noFill/>
        </p:spPr>
        <p:txBody>
          <a:bodyPr wrap="square" rtlCol="0">
            <a:spAutoFit/>
          </a:bodyPr>
          <a:lstStyle/>
          <a:p>
            <a:r>
              <a:rPr lang="en-GB" sz="1600" dirty="0">
                <a:solidFill>
                  <a:schemeClr val="accent1"/>
                </a:solidFill>
              </a:rPr>
              <a:t>McAfee IEA ch2 ch3 - Supply, Demand, Quantification</a:t>
            </a:r>
          </a:p>
        </p:txBody>
      </p:sp>
      <p:pic>
        <p:nvPicPr>
          <p:cNvPr id="5" name="Graphic 4">
            <a:extLst>
              <a:ext uri="{FF2B5EF4-FFF2-40B4-BE49-F238E27FC236}">
                <a16:creationId xmlns:a16="http://schemas.microsoft.com/office/drawing/2014/main" id="{4B3AF823-2240-5B5A-492C-0F07294EDE3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576000"/>
            <a:ext cx="7267575" cy="5362575"/>
          </a:xfrm>
          <a:prstGeom prst="rect">
            <a:avLst/>
          </a:prstGeom>
        </p:spPr>
      </p:pic>
    </p:spTree>
    <p:extLst>
      <p:ext uri="{BB962C8B-B14F-4D97-AF65-F5344CB8AC3E}">
        <p14:creationId xmlns:p14="http://schemas.microsoft.com/office/powerpoint/2010/main" val="10274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1454-ED2C-713A-4619-305A2AC9B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22F94-BA57-F545-0240-076E551F6716}"/>
              </a:ext>
            </a:extLst>
          </p:cNvPr>
          <p:cNvSpPr>
            <a:spLocks noGrp="1"/>
          </p:cNvSpPr>
          <p:nvPr>
            <p:ph type="title"/>
          </p:nvPr>
        </p:nvSpPr>
        <p:spPr/>
        <p:txBody>
          <a:bodyPr/>
          <a:lstStyle/>
          <a:p>
            <a:r>
              <a:rPr lang="en-GB" dirty="0"/>
              <a:t>First Theorem of Welfare Economics</a:t>
            </a:r>
          </a:p>
        </p:txBody>
      </p:sp>
      <p:sp>
        <p:nvSpPr>
          <p:cNvPr id="4" name="Content Placeholder 3">
            <a:extLst>
              <a:ext uri="{FF2B5EF4-FFF2-40B4-BE49-F238E27FC236}">
                <a16:creationId xmlns:a16="http://schemas.microsoft.com/office/drawing/2014/main" id="{A950AA2A-7973-9225-C02B-96B458187CD4}"/>
              </a:ext>
            </a:extLst>
          </p:cNvPr>
          <p:cNvSpPr>
            <a:spLocks noGrp="1"/>
          </p:cNvSpPr>
          <p:nvPr>
            <p:ph sz="quarter" idx="14"/>
          </p:nvPr>
        </p:nvSpPr>
        <p:spPr>
          <a:xfrm>
            <a:off x="7439024" y="576000"/>
            <a:ext cx="4743375" cy="6084000"/>
          </a:xfrm>
        </p:spPr>
        <p:txBody>
          <a:bodyPr>
            <a:normAutofit/>
          </a:bodyPr>
          <a:lstStyle/>
          <a:p>
            <a:r>
              <a:rPr lang="en-GB" b="1" dirty="0"/>
              <a:t>FTWE: </a:t>
            </a:r>
            <a:r>
              <a:rPr lang="en-GB" b="1" i="1" dirty="0">
                <a:solidFill>
                  <a:schemeClr val="tx1"/>
                </a:solidFill>
              </a:rPr>
              <a:t>the competitive equilibrium allocation maximises the total gains from trade </a:t>
            </a:r>
          </a:p>
          <a:p>
            <a:r>
              <a:rPr lang="en-GB" dirty="0">
                <a:solidFill>
                  <a:schemeClr val="tx1"/>
                </a:solidFill>
              </a:rPr>
              <a:t>T</a:t>
            </a:r>
            <a:r>
              <a:rPr lang="en-GB" dirty="0"/>
              <a:t>he FTWE involves </a:t>
            </a:r>
            <a:r>
              <a:rPr lang="en-GB" b="1" dirty="0"/>
              <a:t>market prices</a:t>
            </a:r>
          </a:p>
          <a:p>
            <a:pPr marL="285750" indent="-285750">
              <a:buFont typeface="Arial" panose="020B0604020202020204" pitchFamily="34" charset="0"/>
              <a:buChar char="•"/>
            </a:pPr>
            <a:r>
              <a:rPr lang="en-GB" dirty="0"/>
              <a:t>Consumers should all face the same prices</a:t>
            </a:r>
          </a:p>
          <a:p>
            <a:pPr marL="285750" indent="-285750">
              <a:buFont typeface="Arial" panose="020B0604020202020204" pitchFamily="34" charset="0"/>
              <a:buChar char="•"/>
            </a:pPr>
            <a:r>
              <a:rPr lang="en-GB" dirty="0"/>
              <a:t>Producers should all face the same prices</a:t>
            </a:r>
          </a:p>
          <a:p>
            <a:pPr marL="285750" indent="-285750">
              <a:buFont typeface="Arial" panose="020B0604020202020204" pitchFamily="34" charset="0"/>
              <a:buChar char="•"/>
            </a:pPr>
            <a:r>
              <a:rPr lang="en-GB" dirty="0"/>
              <a:t>Consumers and Producers should face the same prices (this fails if there is commodity taxation)</a:t>
            </a:r>
          </a:p>
          <a:p>
            <a:pPr marL="285750" indent="-285750">
              <a:buFont typeface="Arial" panose="020B0604020202020204" pitchFamily="34" charset="0"/>
              <a:buChar char="•"/>
            </a:pPr>
            <a:endParaRPr lang="en-GB" dirty="0"/>
          </a:p>
          <a:p>
            <a:r>
              <a:rPr lang="en-GB" dirty="0"/>
              <a:t>Prices combine a </a:t>
            </a:r>
            <a:r>
              <a:rPr lang="en-GB" b="1" dirty="0"/>
              <a:t>signal</a:t>
            </a:r>
            <a:r>
              <a:rPr lang="en-GB" dirty="0"/>
              <a:t> (transmit information) and an </a:t>
            </a:r>
            <a:r>
              <a:rPr lang="en-GB" b="1" dirty="0"/>
              <a:t>incentive</a:t>
            </a:r>
            <a:r>
              <a:rPr lang="en-GB" dirty="0"/>
              <a:t> to respond to that information.</a:t>
            </a:r>
          </a:p>
          <a:p>
            <a:endParaRPr lang="en-GB" dirty="0"/>
          </a:p>
          <a:p>
            <a:r>
              <a:rPr lang="en-GB" dirty="0"/>
              <a:t>For prices to feed “cleanly” into decisions requires </a:t>
            </a:r>
            <a:r>
              <a:rPr lang="en-GB" b="1" dirty="0"/>
              <a:t>competitive behaviour</a:t>
            </a:r>
            <a:r>
              <a:rPr lang="en-GB" dirty="0"/>
              <a:t>: no market power </a:t>
            </a:r>
            <a:br>
              <a:rPr lang="en-GB" dirty="0"/>
            </a:br>
            <a:r>
              <a:rPr lang="en-GB" dirty="0"/>
              <a:t>either for Producers (monopoly - oligopoly) </a:t>
            </a:r>
            <a:br>
              <a:rPr lang="en-GB" dirty="0"/>
            </a:br>
            <a:r>
              <a:rPr lang="en-GB" dirty="0"/>
              <a:t>or for Consumers (monopsony).</a:t>
            </a:r>
          </a:p>
          <a:p>
            <a:endParaRPr lang="en-GB" dirty="0"/>
          </a:p>
          <a:p>
            <a:r>
              <a:rPr lang="en-GB" b="1" dirty="0"/>
              <a:t>Competition without prices </a:t>
            </a:r>
            <a:r>
              <a:rPr lang="en-GB" dirty="0"/>
              <a:t>does not usually promote social welfare (e.g. gang wars, competition between species for an ecosystem niche, competition within species for mates). </a:t>
            </a:r>
            <a:r>
              <a:rPr lang="en-GB" b="1" dirty="0"/>
              <a:t>Prices</a:t>
            </a:r>
            <a:r>
              <a:rPr lang="en-GB" dirty="0"/>
              <a:t> are unique in inducing competing market participants to take socially optimal decisions even though none of the market participants cares about social optimality.</a:t>
            </a:r>
          </a:p>
        </p:txBody>
      </p:sp>
      <p:sp>
        <p:nvSpPr>
          <p:cNvPr id="7" name="TextBox 6">
            <a:extLst>
              <a:ext uri="{FF2B5EF4-FFF2-40B4-BE49-F238E27FC236}">
                <a16:creationId xmlns:a16="http://schemas.microsoft.com/office/drawing/2014/main" id="{FAE51EE4-420C-2312-ABAC-8BABA758A374}"/>
              </a:ext>
            </a:extLst>
          </p:cNvPr>
          <p:cNvSpPr txBox="1"/>
          <p:nvPr/>
        </p:nvSpPr>
        <p:spPr>
          <a:xfrm>
            <a:off x="205425" y="6490723"/>
            <a:ext cx="5202450" cy="338554"/>
          </a:xfrm>
          <a:prstGeom prst="rect">
            <a:avLst/>
          </a:prstGeom>
          <a:noFill/>
        </p:spPr>
        <p:txBody>
          <a:bodyPr wrap="square" rtlCol="0">
            <a:spAutoFit/>
          </a:bodyPr>
          <a:lstStyle/>
          <a:p>
            <a:r>
              <a:rPr lang="en-GB" sz="1600" dirty="0">
                <a:solidFill>
                  <a:schemeClr val="accent1"/>
                </a:solidFill>
              </a:rPr>
              <a:t>McAfee IEA ch2 ch3 - Supply, Demand, Quantification</a:t>
            </a:r>
          </a:p>
        </p:txBody>
      </p:sp>
      <p:pic>
        <p:nvPicPr>
          <p:cNvPr id="5" name="Graphic 4">
            <a:extLst>
              <a:ext uri="{FF2B5EF4-FFF2-40B4-BE49-F238E27FC236}">
                <a16:creationId xmlns:a16="http://schemas.microsoft.com/office/drawing/2014/main" id="{22ECEB6E-E2CE-A847-60A4-E14E204144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576000"/>
            <a:ext cx="7267575" cy="5362575"/>
          </a:xfrm>
          <a:prstGeom prst="rect">
            <a:avLst/>
          </a:prstGeom>
        </p:spPr>
      </p:pic>
    </p:spTree>
    <p:extLst>
      <p:ext uri="{BB962C8B-B14F-4D97-AF65-F5344CB8AC3E}">
        <p14:creationId xmlns:p14="http://schemas.microsoft.com/office/powerpoint/2010/main" val="1414350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EFE3FE3-FA05-800C-9710-00C7205341BA}"/>
              </a:ext>
            </a:extLst>
          </p:cNvPr>
          <p:cNvSpPr>
            <a:spLocks noGrp="1"/>
          </p:cNvSpPr>
          <p:nvPr>
            <p:ph type="title"/>
          </p:nvPr>
        </p:nvSpPr>
        <p:spPr>
          <a:xfrm>
            <a:off x="0" y="1"/>
            <a:ext cx="12189600" cy="576000"/>
          </a:xfrm>
        </p:spPr>
        <p:txBody>
          <a:bodyPr/>
          <a:lstStyle/>
          <a:p>
            <a:r>
              <a:rPr lang="en-GB" dirty="0"/>
              <a:t>Land rent and international trade</a:t>
            </a:r>
          </a:p>
        </p:txBody>
      </p:sp>
      <p:pic>
        <p:nvPicPr>
          <p:cNvPr id="11" name="Picture 10">
            <a:extLst>
              <a:ext uri="{FF2B5EF4-FFF2-40B4-BE49-F238E27FC236}">
                <a16:creationId xmlns:a16="http://schemas.microsoft.com/office/drawing/2014/main" id="{177CF756-0D06-D872-F596-3D498C0D201D}"/>
              </a:ext>
            </a:extLst>
          </p:cNvPr>
          <p:cNvPicPr>
            <a:picLocks noChangeAspect="1"/>
          </p:cNvPicPr>
          <p:nvPr/>
        </p:nvPicPr>
        <p:blipFill>
          <a:blip r:embed="rId2"/>
          <a:stretch>
            <a:fillRect/>
          </a:stretch>
        </p:blipFill>
        <p:spPr>
          <a:xfrm>
            <a:off x="6451727" y="0"/>
            <a:ext cx="5544967" cy="6858000"/>
          </a:xfrm>
          <a:prstGeom prst="rect">
            <a:avLst/>
          </a:prstGeom>
        </p:spPr>
      </p:pic>
      <p:sp>
        <p:nvSpPr>
          <p:cNvPr id="13" name="TextBox 12">
            <a:extLst>
              <a:ext uri="{FF2B5EF4-FFF2-40B4-BE49-F238E27FC236}">
                <a16:creationId xmlns:a16="http://schemas.microsoft.com/office/drawing/2014/main" id="{5898D973-F7D1-54EC-5F63-519005FBF1D2}"/>
              </a:ext>
            </a:extLst>
          </p:cNvPr>
          <p:cNvSpPr txBox="1"/>
          <p:nvPr/>
        </p:nvSpPr>
        <p:spPr>
          <a:xfrm>
            <a:off x="140968" y="743082"/>
            <a:ext cx="6169792" cy="1477328"/>
          </a:xfrm>
          <a:prstGeom prst="rect">
            <a:avLst/>
          </a:prstGeom>
          <a:noFill/>
        </p:spPr>
        <p:txBody>
          <a:bodyPr wrap="square">
            <a:spAutoFit/>
          </a:bodyPr>
          <a:lstStyle/>
          <a:p>
            <a:pPr>
              <a:buNone/>
            </a:pPr>
            <a:r>
              <a:rPr lang="en-GB" dirty="0"/>
              <a:t>This map of 1707 Scotland distinguishes between three categories of land available for cultivation: best (flat, large fields), medium, and harsh (upland moors). Historians often quantify land quality through </a:t>
            </a:r>
            <a:r>
              <a:rPr lang="en-GB" i="1" dirty="0"/>
              <a:t>subsistence potential</a:t>
            </a:r>
            <a:r>
              <a:rPr lang="en-GB" dirty="0"/>
              <a:t>, that is, the cost of producing a given amount of food. </a:t>
            </a:r>
          </a:p>
        </p:txBody>
      </p:sp>
      <p:sp>
        <p:nvSpPr>
          <p:cNvPr id="15" name="TextBox 14">
            <a:extLst>
              <a:ext uri="{FF2B5EF4-FFF2-40B4-BE49-F238E27FC236}">
                <a16:creationId xmlns:a16="http://schemas.microsoft.com/office/drawing/2014/main" id="{D968D73E-7BFF-BDA4-A89D-CA4F6333C33B}"/>
              </a:ext>
            </a:extLst>
          </p:cNvPr>
          <p:cNvSpPr txBox="1"/>
          <p:nvPr/>
        </p:nvSpPr>
        <p:spPr>
          <a:xfrm>
            <a:off x="6814308" y="190182"/>
            <a:ext cx="2098302" cy="93871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GB" sz="1100" dirty="0"/>
              <a:t>scotlandsplaces.gov.uk/digital-volumes/published-gazetteers-and-atlases/atlas-scottish-history-1707/atlas-scottish-history-1707/37</a:t>
            </a:r>
          </a:p>
        </p:txBody>
      </p:sp>
      <p:sp>
        <p:nvSpPr>
          <p:cNvPr id="17" name="TextBox 16">
            <a:extLst>
              <a:ext uri="{FF2B5EF4-FFF2-40B4-BE49-F238E27FC236}">
                <a16:creationId xmlns:a16="http://schemas.microsoft.com/office/drawing/2014/main" id="{3D0C5871-622D-748B-62C7-91467D27BB15}"/>
              </a:ext>
            </a:extLst>
          </p:cNvPr>
          <p:cNvSpPr txBox="1"/>
          <p:nvPr/>
        </p:nvSpPr>
        <p:spPr>
          <a:xfrm>
            <a:off x="140968" y="2387491"/>
            <a:ext cx="6169792" cy="2585323"/>
          </a:xfrm>
          <a:prstGeom prst="rect">
            <a:avLst/>
          </a:prstGeom>
          <a:noFill/>
        </p:spPr>
        <p:txBody>
          <a:bodyPr wrap="square">
            <a:spAutoFit/>
          </a:bodyPr>
          <a:lstStyle/>
          <a:p>
            <a:pPr>
              <a:buNone/>
            </a:pPr>
            <a:r>
              <a:rPr lang="en-GB" dirty="0"/>
              <a:t>We model a closed economy where land is used to produce food. We distinguish three categories of land as on the 1707 map, but land is heterogeneous both between categories and within each category. </a:t>
            </a:r>
          </a:p>
          <a:p>
            <a:pPr>
              <a:buNone/>
            </a:pPr>
            <a:r>
              <a:rPr lang="en-GB" b="1" dirty="0"/>
              <a:t>Fertile</a:t>
            </a:r>
            <a:r>
              <a:rPr lang="en-GB" dirty="0"/>
              <a:t> (best) land produces food at the lowest marginal cost, up to a maximum of 1455 units. </a:t>
            </a:r>
            <a:r>
              <a:rPr lang="en-GB" b="1" dirty="0"/>
              <a:t>Medium</a:t>
            </a:r>
            <a:r>
              <a:rPr lang="en-GB" dirty="0"/>
              <a:t> land produces food at the next-lowest marginal cost, up to a maximum of 1328 units. </a:t>
            </a:r>
            <a:r>
              <a:rPr lang="en-GB" b="1" dirty="0"/>
              <a:t>Harsh</a:t>
            </a:r>
            <a:r>
              <a:rPr lang="en-GB" dirty="0"/>
              <a:t> land produces food at a still higher marginal cost, up to a maximum of 939 units. </a:t>
            </a:r>
          </a:p>
        </p:txBody>
      </p:sp>
    </p:spTree>
    <p:extLst>
      <p:ext uri="{BB962C8B-B14F-4D97-AF65-F5344CB8AC3E}">
        <p14:creationId xmlns:p14="http://schemas.microsoft.com/office/powerpoint/2010/main" val="1322306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Graphic 26">
            <a:extLst>
              <a:ext uri="{FF2B5EF4-FFF2-40B4-BE49-F238E27FC236}">
                <a16:creationId xmlns:a16="http://schemas.microsoft.com/office/drawing/2014/main" id="{1E956907-06C7-E410-1F66-BA4087EBB9D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57425" y="485775"/>
            <a:ext cx="7677150" cy="5886450"/>
          </a:xfrm>
          <a:prstGeom prst="rect">
            <a:avLst/>
          </a:prstGeom>
        </p:spPr>
      </p:pic>
      <p:sp>
        <p:nvSpPr>
          <p:cNvPr id="8" name="TextBox 7">
            <a:extLst>
              <a:ext uri="{FF2B5EF4-FFF2-40B4-BE49-F238E27FC236}">
                <a16:creationId xmlns:a16="http://schemas.microsoft.com/office/drawing/2014/main" id="{EB4E84F4-70A2-5C20-DB23-4D5955C196CB}"/>
              </a:ext>
            </a:extLst>
          </p:cNvPr>
          <p:cNvSpPr txBox="1"/>
          <p:nvPr/>
        </p:nvSpPr>
        <p:spPr>
          <a:xfrm>
            <a:off x="4184074" y="4463153"/>
            <a:ext cx="2992898"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GB" b="1" dirty="0">
                <a:solidFill>
                  <a:srgbClr val="740000"/>
                </a:solidFill>
              </a:rPr>
              <a:t>Fertile</a:t>
            </a:r>
            <a:r>
              <a:rPr lang="en-GB" dirty="0">
                <a:solidFill>
                  <a:srgbClr val="740000"/>
                </a:solidFill>
              </a:rPr>
              <a:t> (best) land produces food at the lowest marginal cost, up to a maximum of 1455 units.</a:t>
            </a:r>
          </a:p>
        </p:txBody>
      </p:sp>
      <p:sp>
        <p:nvSpPr>
          <p:cNvPr id="13" name="TextBox 12">
            <a:extLst>
              <a:ext uri="{FF2B5EF4-FFF2-40B4-BE49-F238E27FC236}">
                <a16:creationId xmlns:a16="http://schemas.microsoft.com/office/drawing/2014/main" id="{91526167-0228-97A5-FD55-FFEBC3DCA439}"/>
              </a:ext>
            </a:extLst>
          </p:cNvPr>
          <p:cNvSpPr txBox="1"/>
          <p:nvPr/>
        </p:nvSpPr>
        <p:spPr>
          <a:xfrm>
            <a:off x="1477124" y="1070178"/>
            <a:ext cx="2992898"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GB" b="1" dirty="0">
                <a:solidFill>
                  <a:srgbClr val="990000"/>
                </a:solidFill>
              </a:rPr>
              <a:t>Medium</a:t>
            </a:r>
            <a:r>
              <a:rPr lang="en-GB" dirty="0">
                <a:solidFill>
                  <a:srgbClr val="990000"/>
                </a:solidFill>
              </a:rPr>
              <a:t> land produces food at the next-lowest marginal cost, up to a maximum of 1328 units. </a:t>
            </a:r>
          </a:p>
        </p:txBody>
      </p:sp>
    </p:spTree>
    <p:extLst>
      <p:ext uri="{BB962C8B-B14F-4D97-AF65-F5344CB8AC3E}">
        <p14:creationId xmlns:p14="http://schemas.microsoft.com/office/powerpoint/2010/main" val="3409180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B43C6-1BB6-152E-B0CF-B62BB297B938}"/>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799C1796-D31C-3273-61E5-A916DC9011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57425" y="485775"/>
            <a:ext cx="7677150" cy="5886450"/>
          </a:xfrm>
          <a:prstGeom prst="rect">
            <a:avLst/>
          </a:prstGeom>
        </p:spPr>
      </p:pic>
      <p:sp>
        <p:nvSpPr>
          <p:cNvPr id="9" name="TextBox 8">
            <a:extLst>
              <a:ext uri="{FF2B5EF4-FFF2-40B4-BE49-F238E27FC236}">
                <a16:creationId xmlns:a16="http://schemas.microsoft.com/office/drawing/2014/main" id="{60EAB269-D09E-7FFB-0E0D-84BE2B181D72}"/>
              </a:ext>
            </a:extLst>
          </p:cNvPr>
          <p:cNvSpPr txBox="1"/>
          <p:nvPr/>
        </p:nvSpPr>
        <p:spPr>
          <a:xfrm>
            <a:off x="4314496" y="4595985"/>
            <a:ext cx="2767072" cy="37905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GB" dirty="0">
                <a:solidFill>
                  <a:srgbClr val="990000"/>
                </a:solidFill>
              </a:rPr>
              <a:t>Aggregate supply of F &amp; M</a:t>
            </a:r>
          </a:p>
        </p:txBody>
      </p:sp>
    </p:spTree>
    <p:extLst>
      <p:ext uri="{BB962C8B-B14F-4D97-AF65-F5344CB8AC3E}">
        <p14:creationId xmlns:p14="http://schemas.microsoft.com/office/powerpoint/2010/main" val="163605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F9FE377D-3E9C-1B26-CD07-4007E9CB24F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57425" y="485775"/>
            <a:ext cx="7677150" cy="5886450"/>
          </a:xfrm>
          <a:prstGeom prst="rect">
            <a:avLst/>
          </a:prstGeom>
        </p:spPr>
      </p:pic>
      <p:sp>
        <p:nvSpPr>
          <p:cNvPr id="8" name="TextBox 7">
            <a:extLst>
              <a:ext uri="{FF2B5EF4-FFF2-40B4-BE49-F238E27FC236}">
                <a16:creationId xmlns:a16="http://schemas.microsoft.com/office/drawing/2014/main" id="{20F8F1BD-4B4A-CFBF-B800-28C294710838}"/>
              </a:ext>
            </a:extLst>
          </p:cNvPr>
          <p:cNvSpPr txBox="1"/>
          <p:nvPr/>
        </p:nvSpPr>
        <p:spPr>
          <a:xfrm>
            <a:off x="4314496" y="4595985"/>
            <a:ext cx="2767072" cy="37905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GB" dirty="0">
                <a:solidFill>
                  <a:srgbClr val="990000"/>
                </a:solidFill>
              </a:rPr>
              <a:t>Aggregate supply of F &amp; M</a:t>
            </a:r>
          </a:p>
        </p:txBody>
      </p:sp>
      <p:sp>
        <p:nvSpPr>
          <p:cNvPr id="10" name="TextBox 9">
            <a:extLst>
              <a:ext uri="{FF2B5EF4-FFF2-40B4-BE49-F238E27FC236}">
                <a16:creationId xmlns:a16="http://schemas.microsoft.com/office/drawing/2014/main" id="{9EC05E31-7578-2039-C725-BDCAA7B799E1}"/>
              </a:ext>
            </a:extLst>
          </p:cNvPr>
          <p:cNvSpPr txBox="1"/>
          <p:nvPr/>
        </p:nvSpPr>
        <p:spPr>
          <a:xfrm>
            <a:off x="632544" y="1150915"/>
            <a:ext cx="3249762"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b="1" dirty="0">
                <a:solidFill>
                  <a:srgbClr val="C00000"/>
                </a:solidFill>
              </a:rPr>
              <a:t>Harsh</a:t>
            </a:r>
            <a:r>
              <a:rPr lang="en-GB" dirty="0">
                <a:solidFill>
                  <a:srgbClr val="C00000"/>
                </a:solidFill>
              </a:rPr>
              <a:t> land produces food at a still higher marginal cost, up to a maximum of 939 units. </a:t>
            </a:r>
          </a:p>
        </p:txBody>
      </p:sp>
      <p:sp>
        <p:nvSpPr>
          <p:cNvPr id="16" name="TextBox 15">
            <a:extLst>
              <a:ext uri="{FF2B5EF4-FFF2-40B4-BE49-F238E27FC236}">
                <a16:creationId xmlns:a16="http://schemas.microsoft.com/office/drawing/2014/main" id="{120046E6-305D-7B41-B1B3-EB55C52214CB}"/>
              </a:ext>
            </a:extLst>
          </p:cNvPr>
          <p:cNvSpPr txBox="1"/>
          <p:nvPr/>
        </p:nvSpPr>
        <p:spPr>
          <a:xfrm>
            <a:off x="7637402" y="1704913"/>
            <a:ext cx="190029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GB" dirty="0">
                <a:solidFill>
                  <a:srgbClr val="990000"/>
                </a:solidFill>
              </a:rPr>
              <a:t>Aggregate supply</a:t>
            </a:r>
          </a:p>
        </p:txBody>
      </p:sp>
    </p:spTree>
    <p:extLst>
      <p:ext uri="{BB962C8B-B14F-4D97-AF65-F5344CB8AC3E}">
        <p14:creationId xmlns:p14="http://schemas.microsoft.com/office/powerpoint/2010/main" val="1841501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7F34789-FEED-93A4-26C9-2B9F1E57E3D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52830"/>
            <a:ext cx="8944255" cy="6805170"/>
          </a:xfrm>
          <a:prstGeom prst="rect">
            <a:avLst/>
          </a:prstGeom>
        </p:spPr>
      </p:pic>
      <p:pic>
        <p:nvPicPr>
          <p:cNvPr id="4" name="Picture 3">
            <a:extLst>
              <a:ext uri="{FF2B5EF4-FFF2-40B4-BE49-F238E27FC236}">
                <a16:creationId xmlns:a16="http://schemas.microsoft.com/office/drawing/2014/main" id="{450CAB6B-0056-D590-93BB-9C08C61F4BDC}"/>
              </a:ext>
            </a:extLst>
          </p:cNvPr>
          <p:cNvPicPr>
            <a:picLocks noChangeAspect="1"/>
          </p:cNvPicPr>
          <p:nvPr/>
        </p:nvPicPr>
        <p:blipFill>
          <a:blip r:embed="rId3"/>
          <a:stretch>
            <a:fillRect/>
          </a:stretch>
        </p:blipFill>
        <p:spPr>
          <a:xfrm>
            <a:off x="1689334" y="625435"/>
            <a:ext cx="9935962" cy="790685"/>
          </a:xfrm>
          <a:prstGeom prst="rect">
            <a:avLst/>
          </a:prstGeom>
        </p:spPr>
      </p:pic>
    </p:spTree>
    <p:extLst>
      <p:ext uri="{BB962C8B-B14F-4D97-AF65-F5344CB8AC3E}">
        <p14:creationId xmlns:p14="http://schemas.microsoft.com/office/powerpoint/2010/main" val="3228469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04CC-6735-69EF-DDFB-1191F4AEEE1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B38A1A-58E8-6946-77AC-B2CFEE5EFEF5}"/>
              </a:ext>
            </a:extLst>
          </p:cNvPr>
          <p:cNvSpPr>
            <a:spLocks noGrp="1"/>
          </p:cNvSpPr>
          <p:nvPr>
            <p:ph type="title"/>
          </p:nvPr>
        </p:nvSpPr>
        <p:spPr/>
        <p:txBody>
          <a:bodyPr/>
          <a:lstStyle/>
          <a:p>
            <a:r>
              <a:rPr lang="en-GB" dirty="0"/>
              <a:t>FT1 features</a:t>
            </a:r>
          </a:p>
        </p:txBody>
      </p:sp>
      <p:pic>
        <p:nvPicPr>
          <p:cNvPr id="3" name="Graphic 2">
            <a:extLst>
              <a:ext uri="{FF2B5EF4-FFF2-40B4-BE49-F238E27FC236}">
                <a16:creationId xmlns:a16="http://schemas.microsoft.com/office/drawing/2014/main" id="{2D18B2FF-A176-12C6-E7E9-C22A36B19B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965200"/>
            <a:ext cx="7484861" cy="5694801"/>
          </a:xfrm>
          <a:prstGeom prst="rect">
            <a:avLst/>
          </a:prstGeom>
        </p:spPr>
      </p:pic>
      <p:sp>
        <p:nvSpPr>
          <p:cNvPr id="8" name="Content Placeholder 3">
            <a:extLst>
              <a:ext uri="{FF2B5EF4-FFF2-40B4-BE49-F238E27FC236}">
                <a16:creationId xmlns:a16="http://schemas.microsoft.com/office/drawing/2014/main" id="{91FA05D7-A280-18A0-7059-2F94F193B02A}"/>
              </a:ext>
            </a:extLst>
          </p:cNvPr>
          <p:cNvSpPr txBox="1">
            <a:spLocks/>
          </p:cNvSpPr>
          <p:nvPr/>
        </p:nvSpPr>
        <p:spPr>
          <a:xfrm>
            <a:off x="7615598" y="1322550"/>
            <a:ext cx="3764607" cy="5250265"/>
          </a:xfrm>
          <a:prstGeom prst="rect">
            <a:avLst/>
          </a:prstGeom>
        </p:spPr>
        <p:style>
          <a:lnRef idx="1">
            <a:schemeClr val="accent4"/>
          </a:lnRef>
          <a:fillRef idx="2">
            <a:schemeClr val="accent4"/>
          </a:fillRef>
          <a:effectRef idx="1">
            <a:schemeClr val="accent4"/>
          </a:effectRef>
          <a:fontRef idx="minor">
            <a:schemeClr val="dk1"/>
          </a:fontRef>
        </p:style>
        <p:txBody>
          <a:bodyPr vert="horz" lIns="72000" tIns="36000" rIns="72000" bIns="36000" rtlCol="0">
            <a:normAutofit/>
          </a:bodyPr>
          <a:lstStyle>
            <a:defPPr>
              <a:defRPr lang="en-GB"/>
            </a:defPPr>
            <a:lvl1pPr marL="0" indent="0" algn="l" defTabSz="914400" rtl="0" eaLnBrk="1" latinLnBrk="0" hangingPunct="1">
              <a:lnSpc>
                <a:spcPct val="100000"/>
              </a:lnSpc>
              <a:spcBef>
                <a:spcPts val="300"/>
              </a:spcBef>
              <a:spcAft>
                <a:spcPts val="0"/>
              </a:spcAft>
              <a:buFontTx/>
              <a:buNone/>
              <a:defRPr lang="en-GB" sz="1600" kern="1200" dirty="0">
                <a:solidFill>
                  <a:schemeClr val="dk1"/>
                </a:solidFill>
                <a:latin typeface="+mn-lt"/>
                <a:ea typeface="+mn-ea"/>
                <a:cs typeface="+mn-cs"/>
              </a:defRPr>
            </a:lvl1pPr>
            <a:lvl2pPr marL="283464" indent="-283464" algn="l" defTabSz="914400" rtl="0" eaLnBrk="1" latinLnBrk="0" hangingPunct="1">
              <a:lnSpc>
                <a:spcPct val="100000"/>
              </a:lnSpc>
              <a:spcBef>
                <a:spcPts val="300"/>
              </a:spcBef>
              <a:spcAft>
                <a:spcPts val="0"/>
              </a:spcAft>
              <a:buFont typeface="Arial" panose="020B0604020202020204" pitchFamily="34" charset="0"/>
              <a:buChar char="•"/>
              <a:defRPr lang="en-GB" sz="1600" kern="1200" dirty="0">
                <a:solidFill>
                  <a:schemeClr val="dk1"/>
                </a:solidFill>
                <a:latin typeface="+mn-lt"/>
                <a:ea typeface="+mn-ea"/>
                <a:cs typeface="+mn-cs"/>
              </a:defRPr>
            </a:lvl2pPr>
            <a:lvl3pPr marL="6858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a:solidFill>
                  <a:schemeClr val="dk1"/>
                </a:solidFill>
                <a:latin typeface="+mn-lt"/>
                <a:ea typeface="+mn-ea"/>
                <a:cs typeface="+mn-cs"/>
              </a:defRPr>
            </a:lvl3pPr>
            <a:lvl4pPr marL="11430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smtClean="0">
                <a:solidFill>
                  <a:schemeClr val="dk1"/>
                </a:solidFill>
                <a:latin typeface="+mn-lt"/>
                <a:ea typeface="+mn-ea"/>
                <a:cs typeface="+mn-cs"/>
              </a:defRPr>
            </a:lvl4pPr>
            <a:lvl5pPr marL="16002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smtClean="0">
                <a:solidFill>
                  <a:schemeClr val="dk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dk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dk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dk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en-GB" sz="1200" kern="1200">
                <a:solidFill>
                  <a:schemeClr val="dk1"/>
                </a:solidFill>
                <a:latin typeface="+mn-lt"/>
                <a:ea typeface="+mn-ea"/>
                <a:cs typeface="+mn-cs"/>
              </a:defRPr>
            </a:lvl9pPr>
          </a:lstStyle>
          <a:p>
            <a:pPr algn="ctr"/>
            <a:r>
              <a:rPr lang="en-GB" b="1" dirty="0"/>
              <a:t>Free-Trade equilibrium FT1</a:t>
            </a:r>
          </a:p>
          <a:p>
            <a:endParaRPr lang="en-GB" b="1" dirty="0"/>
          </a:p>
          <a:p>
            <a:r>
              <a:rPr lang="en-GB" b="1" dirty="0"/>
              <a:t>Consumption efficiency</a:t>
            </a:r>
            <a:r>
              <a:rPr lang="en-GB" dirty="0"/>
              <a:t>: all 4810 units are allocated to consumers with WTP 100 or greater;</a:t>
            </a:r>
          </a:p>
          <a:p>
            <a:r>
              <a:rPr lang="en-GB" b="1" dirty="0"/>
              <a:t>Production efficiency</a:t>
            </a:r>
            <a:r>
              <a:rPr lang="en-GB" dirty="0"/>
              <a:t>: domestic production takes place on plots with marginal cost below 100; remaining units are imported at an effective domestic marginal cost of 100.</a:t>
            </a:r>
          </a:p>
          <a:p>
            <a:r>
              <a:rPr lang="en-GB" b="1" dirty="0"/>
              <a:t>Efficient quantity</a:t>
            </a:r>
            <a:r>
              <a:rPr lang="en-GB" dirty="0"/>
              <a:t>: All transactions capable of generating positive surplus take place.</a:t>
            </a:r>
          </a:p>
          <a:p>
            <a:endParaRPr lang="en-GB" b="1" dirty="0"/>
          </a:p>
          <a:p>
            <a:r>
              <a:rPr lang="en-GB" b="1" dirty="0"/>
              <a:t>First Theorem of Welfare Economics</a:t>
            </a:r>
            <a:r>
              <a:rPr lang="en-GB" dirty="0"/>
              <a:t>: competitive equilibrium FT1 achieves the maximum total surplus.</a:t>
            </a:r>
          </a:p>
        </p:txBody>
      </p:sp>
    </p:spTree>
    <p:extLst>
      <p:ext uri="{BB962C8B-B14F-4D97-AF65-F5344CB8AC3E}">
        <p14:creationId xmlns:p14="http://schemas.microsoft.com/office/powerpoint/2010/main" val="4129548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059B7-8E6A-CDC1-DD03-3434467100E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E86CF6-E8D1-6558-C061-F0C9F9243C78}"/>
              </a:ext>
            </a:extLst>
          </p:cNvPr>
          <p:cNvSpPr>
            <a:spLocks noGrp="1"/>
          </p:cNvSpPr>
          <p:nvPr>
            <p:ph type="title"/>
          </p:nvPr>
        </p:nvSpPr>
        <p:spPr/>
        <p:txBody>
          <a:bodyPr/>
          <a:lstStyle/>
          <a:p>
            <a:r>
              <a:rPr lang="en-GB" dirty="0"/>
              <a:t>Opening up trade, A1 to FT1: Welfare, transfers</a:t>
            </a:r>
          </a:p>
        </p:txBody>
      </p:sp>
      <p:pic>
        <p:nvPicPr>
          <p:cNvPr id="3" name="Graphic 2">
            <a:extLst>
              <a:ext uri="{FF2B5EF4-FFF2-40B4-BE49-F238E27FC236}">
                <a16:creationId xmlns:a16="http://schemas.microsoft.com/office/drawing/2014/main" id="{547FDFCA-A8CA-59EC-AFA7-E03EE27C41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965200"/>
            <a:ext cx="7484861" cy="5694801"/>
          </a:xfrm>
          <a:prstGeom prst="rect">
            <a:avLst/>
          </a:prstGeom>
        </p:spPr>
      </p:pic>
      <p:sp>
        <p:nvSpPr>
          <p:cNvPr id="4" name="Content Placeholder 3">
            <a:extLst>
              <a:ext uri="{FF2B5EF4-FFF2-40B4-BE49-F238E27FC236}">
                <a16:creationId xmlns:a16="http://schemas.microsoft.com/office/drawing/2014/main" id="{D5F65575-DECD-D9DF-F36C-51308296AF62}"/>
              </a:ext>
            </a:extLst>
          </p:cNvPr>
          <p:cNvSpPr>
            <a:spLocks noGrp="1"/>
          </p:cNvSpPr>
          <p:nvPr>
            <p:ph sz="quarter" idx="13"/>
          </p:nvPr>
        </p:nvSpPr>
        <p:spPr>
          <a:xfrm>
            <a:off x="7395960" y="576001"/>
            <a:ext cx="4704740" cy="5274884"/>
          </a:xfrm>
        </p:spPr>
        <p:style>
          <a:lnRef idx="1">
            <a:schemeClr val="accent4"/>
          </a:lnRef>
          <a:fillRef idx="2">
            <a:schemeClr val="accent4"/>
          </a:fillRef>
          <a:effectRef idx="1">
            <a:schemeClr val="accent4"/>
          </a:effectRef>
          <a:fontRef idx="minor">
            <a:schemeClr val="dk1"/>
          </a:fontRef>
        </p:style>
        <p:txBody>
          <a:bodyPr>
            <a:normAutofit/>
          </a:bodyPr>
          <a:lstStyle/>
          <a:p>
            <a:r>
              <a:rPr lang="en-GB" dirty="0"/>
              <a:t>Relative to autarky, when opening trade (A1 to FT1),</a:t>
            </a:r>
          </a:p>
          <a:p>
            <a:r>
              <a:rPr lang="en-GB" dirty="0"/>
              <a:t>- consumer surplus rises</a:t>
            </a:r>
          </a:p>
          <a:p>
            <a:r>
              <a:rPr lang="en-GB" dirty="0"/>
              <a:t>- producer surplus falls</a:t>
            </a:r>
          </a:p>
          <a:p>
            <a:r>
              <a:rPr lang="en-GB" dirty="0"/>
              <a:t>Opening trade is </a:t>
            </a:r>
            <a:r>
              <a:rPr lang="en-GB" b="1" dirty="0"/>
              <a:t>not a Pareto improvement</a:t>
            </a:r>
            <a:r>
              <a:rPr lang="en-GB" dirty="0"/>
              <a:t>.</a:t>
            </a:r>
          </a:p>
          <a:p>
            <a:endParaRPr lang="en-GB" dirty="0"/>
          </a:p>
          <a:p>
            <a:r>
              <a:rPr lang="en-GB" dirty="0"/>
              <a:t>Total economic surplus rises. Therefore, the winners (consumers) could compensate the losers (producers) and still come out ahead:</a:t>
            </a:r>
          </a:p>
          <a:p>
            <a:r>
              <a:rPr lang="en-GB" dirty="0"/>
              <a:t>Opening trade is a </a:t>
            </a:r>
            <a:r>
              <a:rPr lang="en-GB" b="1" dirty="0"/>
              <a:t>Kaldor-Hicks improvement</a:t>
            </a:r>
            <a:r>
              <a:rPr lang="en-GB" dirty="0"/>
              <a:t>, </a:t>
            </a:r>
          </a:p>
          <a:p>
            <a:pPr marL="285750" indent="-285750">
              <a:buFontTx/>
              <a:buChar char="-"/>
            </a:pPr>
            <a:endParaRPr lang="en-GB" dirty="0"/>
          </a:p>
          <a:p>
            <a:r>
              <a:rPr lang="en-GB" b="1" dirty="0"/>
              <a:t>Kaldor-Hicks</a:t>
            </a:r>
            <a:r>
              <a:rPr lang="en-GB" dirty="0"/>
              <a:t> compensation is hypothetical.</a:t>
            </a:r>
          </a:p>
          <a:p>
            <a:endParaRPr lang="en-GB" dirty="0"/>
          </a:p>
          <a:p>
            <a:r>
              <a:rPr lang="en-GB" dirty="0"/>
              <a:t>Compensatory transfers are not common in modern politics. Coalitional bargains (bundling legislation on opening up trade with another legislation benefiting producers) and complex international agreements (e.g. deals involving a mix of protectionist measures, trade measures, regulation, financial arrangements, transfers…) are more common.</a:t>
            </a:r>
          </a:p>
        </p:txBody>
      </p:sp>
    </p:spTree>
    <p:extLst>
      <p:ext uri="{BB962C8B-B14F-4D97-AF65-F5344CB8AC3E}">
        <p14:creationId xmlns:p14="http://schemas.microsoft.com/office/powerpoint/2010/main" val="3339675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BE2CE-0BDC-A6B2-AD5B-89756E21550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13CB04C-BD52-6528-030A-21815D4E1F93}"/>
              </a:ext>
            </a:extLst>
          </p:cNvPr>
          <p:cNvSpPr>
            <a:spLocks noGrp="1"/>
          </p:cNvSpPr>
          <p:nvPr>
            <p:ph type="title"/>
          </p:nvPr>
        </p:nvSpPr>
        <p:spPr/>
        <p:txBody>
          <a:bodyPr/>
          <a:lstStyle/>
          <a:p>
            <a:r>
              <a:rPr lang="en-GB" dirty="0"/>
              <a:t>From producer surplus to Differential rent</a:t>
            </a:r>
          </a:p>
        </p:txBody>
      </p:sp>
      <p:pic>
        <p:nvPicPr>
          <p:cNvPr id="3" name="Graphic 2">
            <a:extLst>
              <a:ext uri="{FF2B5EF4-FFF2-40B4-BE49-F238E27FC236}">
                <a16:creationId xmlns:a16="http://schemas.microsoft.com/office/drawing/2014/main" id="{88F8CC98-5A01-58BB-6D72-06D1B22AB9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7700"/>
            <a:ext cx="8111824" cy="6210299"/>
          </a:xfrm>
          <a:prstGeom prst="rect">
            <a:avLst/>
          </a:prstGeom>
        </p:spPr>
      </p:pic>
      <p:sp>
        <p:nvSpPr>
          <p:cNvPr id="4" name="Content Placeholder 3">
            <a:extLst>
              <a:ext uri="{FF2B5EF4-FFF2-40B4-BE49-F238E27FC236}">
                <a16:creationId xmlns:a16="http://schemas.microsoft.com/office/drawing/2014/main" id="{5A733F22-BB1B-7EF4-172C-1051C9C9DC32}"/>
              </a:ext>
            </a:extLst>
          </p:cNvPr>
          <p:cNvSpPr>
            <a:spLocks noGrp="1"/>
          </p:cNvSpPr>
          <p:nvPr>
            <p:ph sz="quarter" idx="13"/>
          </p:nvPr>
        </p:nvSpPr>
        <p:spPr>
          <a:xfrm>
            <a:off x="8111824" y="0"/>
            <a:ext cx="3988875" cy="6400799"/>
          </a:xfrm>
        </p:spPr>
        <p:style>
          <a:lnRef idx="1">
            <a:schemeClr val="accent4"/>
          </a:lnRef>
          <a:fillRef idx="2">
            <a:schemeClr val="accent4"/>
          </a:fillRef>
          <a:effectRef idx="1">
            <a:schemeClr val="accent4"/>
          </a:effectRef>
          <a:fontRef idx="minor">
            <a:schemeClr val="dk1"/>
          </a:fontRef>
        </p:style>
        <p:txBody>
          <a:bodyPr>
            <a:normAutofit/>
          </a:bodyPr>
          <a:lstStyle/>
          <a:p>
            <a:r>
              <a:rPr lang="en-GB" dirty="0"/>
              <a:t>Assume that farmers produce and sell food, paying a rent to landowners for the right to farm the land. Farmers are all identical and there is free entry into farming. </a:t>
            </a:r>
          </a:p>
          <a:p>
            <a:endParaRPr lang="en-GB" dirty="0"/>
          </a:p>
          <a:p>
            <a:r>
              <a:rPr lang="en-GB" dirty="0"/>
              <a:t>In A1, the rent on the </a:t>
            </a:r>
            <a:r>
              <a:rPr lang="en-GB" dirty="0" err="1"/>
              <a:t>the</a:t>
            </a:r>
            <a:r>
              <a:rPr lang="en-GB" dirty="0"/>
              <a:t> plot producing 1 unit at a marginal cost of 40 is r(A1) = 180-40 =140. The farmer can always move to the marginal land (just above q=3200) with a rent of zero and cultivate it at marginal cost just above c=180. A rent r&gt;180-c would incentivise the farmer to move to the marginal land. A rent r&lt;180-c would give the farmer strictly positive surplus, so new farmers would enter and bid up the rent. Therefore, r=180-c is the only rent for land with marginal cost c such that the farmer does not move to the marginal land, and such that no new farmers enter and bid up the rent. </a:t>
            </a:r>
          </a:p>
          <a:p>
            <a:endParaRPr lang="en-GB" dirty="0"/>
          </a:p>
          <a:p>
            <a:r>
              <a:rPr lang="en-GB" dirty="0"/>
              <a:t>Under the assumptions of free entry into farming and competition between landowners, the food market equilibrium directly determines the land rent.</a:t>
            </a:r>
          </a:p>
        </p:txBody>
      </p:sp>
    </p:spTree>
    <p:extLst>
      <p:ext uri="{BB962C8B-B14F-4D97-AF65-F5344CB8AC3E}">
        <p14:creationId xmlns:p14="http://schemas.microsoft.com/office/powerpoint/2010/main" val="174145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3D542-C833-DF12-333B-5C221BB632F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8888B14-28EE-B693-FEC8-EA596826679E}"/>
              </a:ext>
            </a:extLst>
          </p:cNvPr>
          <p:cNvSpPr>
            <a:spLocks noGrp="1"/>
          </p:cNvSpPr>
          <p:nvPr>
            <p:ph type="title"/>
          </p:nvPr>
        </p:nvSpPr>
        <p:spPr/>
        <p:txBody>
          <a:bodyPr/>
          <a:lstStyle/>
          <a:p>
            <a:r>
              <a:rPr lang="en-GB" dirty="0"/>
              <a:t>From producer surplus to Differential rent</a:t>
            </a:r>
          </a:p>
        </p:txBody>
      </p:sp>
      <p:pic>
        <p:nvPicPr>
          <p:cNvPr id="3" name="Graphic 2">
            <a:extLst>
              <a:ext uri="{FF2B5EF4-FFF2-40B4-BE49-F238E27FC236}">
                <a16:creationId xmlns:a16="http://schemas.microsoft.com/office/drawing/2014/main" id="{8C1A6DB8-E87D-B31E-028D-BC61ADDADF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647700"/>
            <a:ext cx="8111824" cy="6210299"/>
          </a:xfrm>
          <a:prstGeom prst="rect">
            <a:avLst/>
          </a:prstGeom>
        </p:spPr>
      </p:pic>
      <p:sp>
        <p:nvSpPr>
          <p:cNvPr id="4" name="Content Placeholder 3">
            <a:extLst>
              <a:ext uri="{FF2B5EF4-FFF2-40B4-BE49-F238E27FC236}">
                <a16:creationId xmlns:a16="http://schemas.microsoft.com/office/drawing/2014/main" id="{C205CC6A-F981-6D61-DF44-5D2D26E566A0}"/>
              </a:ext>
            </a:extLst>
          </p:cNvPr>
          <p:cNvSpPr>
            <a:spLocks noGrp="1"/>
          </p:cNvSpPr>
          <p:nvPr>
            <p:ph sz="quarter" idx="13"/>
          </p:nvPr>
        </p:nvSpPr>
        <p:spPr>
          <a:xfrm>
            <a:off x="8111824" y="1"/>
            <a:ext cx="3988875" cy="5694630"/>
          </a:xfrm>
        </p:spPr>
        <p:style>
          <a:lnRef idx="1">
            <a:schemeClr val="accent4"/>
          </a:lnRef>
          <a:fillRef idx="2">
            <a:schemeClr val="accent4"/>
          </a:fillRef>
          <a:effectRef idx="1">
            <a:schemeClr val="accent4"/>
          </a:effectRef>
          <a:fontRef idx="minor">
            <a:schemeClr val="dk1"/>
          </a:fontRef>
        </p:style>
        <p:txBody>
          <a:bodyPr>
            <a:noAutofit/>
          </a:bodyPr>
          <a:lstStyle/>
          <a:p>
            <a:r>
              <a:rPr lang="en-GB" dirty="0"/>
              <a:t>The ban on farming harsh land removes the farmer’s option of moving to the zero-rent marginal land, pushing rent up further.</a:t>
            </a:r>
          </a:p>
          <a:p>
            <a:r>
              <a:rPr lang="en-GB" dirty="0"/>
              <a:t>The ban requires government enforcement; otherwise owners of harsh land would have an incentive to recruit farmers, or to farm it themselves.</a:t>
            </a:r>
          </a:p>
          <a:p>
            <a:r>
              <a:rPr lang="en-GB" dirty="0"/>
              <a:t>The broader lesson of the exercise is that competition and market prices channels economic surplus according to:</a:t>
            </a:r>
          </a:p>
          <a:p>
            <a:r>
              <a:rPr lang="en-GB" dirty="0"/>
              <a:t>Scarcity (fixed supply of fertile land)</a:t>
            </a:r>
          </a:p>
          <a:p>
            <a:r>
              <a:rPr lang="en-GB" dirty="0"/>
              <a:t>Heterogeneity (high WTP earns a surplus)</a:t>
            </a:r>
          </a:p>
          <a:p>
            <a:pPr marL="0" lvl="1" indent="0">
              <a:buNone/>
            </a:pPr>
            <a:r>
              <a:rPr lang="en-GB" sz="1400" i="1" dirty="0"/>
              <a:t>Similarly, while this is not present in the model, if farmers were heterogeneous in their productivity, the more productive ones would earn a surplus, as rent is determined by competition and the threat of entry by a marginal farmer.</a:t>
            </a:r>
          </a:p>
          <a:p>
            <a:endParaRPr lang="en-GB" dirty="0"/>
          </a:p>
          <a:p>
            <a:r>
              <a:rPr lang="en-GB" dirty="0"/>
              <a:t>Government policy can create artificial scarcity, e.g. in NFH1 land becomes artificially scarce.</a:t>
            </a:r>
          </a:p>
          <a:p>
            <a:endParaRPr lang="en-GB" dirty="0"/>
          </a:p>
        </p:txBody>
      </p:sp>
    </p:spTree>
    <p:extLst>
      <p:ext uri="{BB962C8B-B14F-4D97-AF65-F5344CB8AC3E}">
        <p14:creationId xmlns:p14="http://schemas.microsoft.com/office/powerpoint/2010/main" val="751611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95D9-093A-579F-E401-9E48BC5827A2}"/>
              </a:ext>
            </a:extLst>
          </p:cNvPr>
          <p:cNvSpPr>
            <a:spLocks noGrp="1"/>
          </p:cNvSpPr>
          <p:nvPr>
            <p:ph type="title"/>
          </p:nvPr>
        </p:nvSpPr>
        <p:spPr/>
        <p:txBody>
          <a:bodyPr/>
          <a:lstStyle/>
          <a:p>
            <a:r>
              <a:rPr lang="en-GB" dirty="0"/>
              <a:t>Adam Smith (1723-1790)</a:t>
            </a:r>
          </a:p>
        </p:txBody>
      </p:sp>
      <p:sp>
        <p:nvSpPr>
          <p:cNvPr id="3" name="Content Placeholder 2">
            <a:extLst>
              <a:ext uri="{FF2B5EF4-FFF2-40B4-BE49-F238E27FC236}">
                <a16:creationId xmlns:a16="http://schemas.microsoft.com/office/drawing/2014/main" id="{10508E81-37CC-8AC4-53A6-159750B3EC39}"/>
              </a:ext>
            </a:extLst>
          </p:cNvPr>
          <p:cNvSpPr>
            <a:spLocks noGrp="1"/>
          </p:cNvSpPr>
          <p:nvPr>
            <p:ph sz="quarter" idx="13"/>
          </p:nvPr>
        </p:nvSpPr>
        <p:spPr>
          <a:xfrm>
            <a:off x="0" y="575999"/>
            <a:ext cx="3167825" cy="6084000"/>
          </a:xfrm>
        </p:spPr>
        <p:txBody>
          <a:bodyPr>
            <a:normAutofit/>
          </a:bodyPr>
          <a:lstStyle/>
          <a:p>
            <a:pPr fontAlgn="t"/>
            <a:r>
              <a:rPr lang="en-GB" dirty="0"/>
              <a:t>Smith sought to explain the value of commodities by decomposing their prices into the incomes generated in production: wages paid to workers, profits earned by capitalists, and rent received by landowners. This represented an important step beyond simple descriptions of market exchange because it focused attention on the underlying distribution of income within the economy. </a:t>
            </a:r>
          </a:p>
          <a:p>
            <a:pPr fontAlgn="t"/>
            <a:endParaRPr lang="en-GB" dirty="0"/>
          </a:p>
          <a:p>
            <a:pPr fontAlgn="t"/>
            <a:r>
              <a:rPr lang="en-GB" dirty="0"/>
              <a:t>Yet wages, profits, and rents are themselves prices: the price of labour, the price of capital, and the price of land. To explain the price of a commodity by appealing to other prices merely shifts the problem rather than solving it. The fundamental question remained: what determines these prices in the first place?</a:t>
            </a:r>
          </a:p>
        </p:txBody>
      </p:sp>
      <p:pic>
        <p:nvPicPr>
          <p:cNvPr id="6" name="Picture 5">
            <a:extLst>
              <a:ext uri="{FF2B5EF4-FFF2-40B4-BE49-F238E27FC236}">
                <a16:creationId xmlns:a16="http://schemas.microsoft.com/office/drawing/2014/main" id="{980B3B00-317B-FE5C-700E-34EF2E045CAA}"/>
              </a:ext>
            </a:extLst>
          </p:cNvPr>
          <p:cNvPicPr>
            <a:picLocks noChangeAspect="1"/>
          </p:cNvPicPr>
          <p:nvPr/>
        </p:nvPicPr>
        <p:blipFill>
          <a:blip r:embed="rId2"/>
          <a:stretch>
            <a:fillRect/>
          </a:stretch>
        </p:blipFill>
        <p:spPr>
          <a:xfrm>
            <a:off x="7300559" y="0"/>
            <a:ext cx="4686954" cy="4534533"/>
          </a:xfrm>
          <a:prstGeom prst="rect">
            <a:avLst/>
          </a:prstGeom>
        </p:spPr>
      </p:pic>
      <p:pic>
        <p:nvPicPr>
          <p:cNvPr id="10" name="Picture 9">
            <a:extLst>
              <a:ext uri="{FF2B5EF4-FFF2-40B4-BE49-F238E27FC236}">
                <a16:creationId xmlns:a16="http://schemas.microsoft.com/office/drawing/2014/main" id="{9299D01F-6BA5-4C90-09CC-226096F8FA7C}"/>
              </a:ext>
            </a:extLst>
          </p:cNvPr>
          <p:cNvPicPr>
            <a:picLocks noChangeAspect="1"/>
          </p:cNvPicPr>
          <p:nvPr/>
        </p:nvPicPr>
        <p:blipFill>
          <a:blip r:embed="rId3"/>
          <a:stretch>
            <a:fillRect/>
          </a:stretch>
        </p:blipFill>
        <p:spPr>
          <a:xfrm>
            <a:off x="3241141" y="575999"/>
            <a:ext cx="3986102" cy="6082838"/>
          </a:xfrm>
          <a:prstGeom prst="rect">
            <a:avLst/>
          </a:prstGeom>
        </p:spPr>
      </p:pic>
      <p:sp>
        <p:nvSpPr>
          <p:cNvPr id="11" name="TextBox 10">
            <a:extLst>
              <a:ext uri="{FF2B5EF4-FFF2-40B4-BE49-F238E27FC236}">
                <a16:creationId xmlns:a16="http://schemas.microsoft.com/office/drawing/2014/main" id="{D04E1D77-532E-3EB9-38B9-97D371580087}"/>
              </a:ext>
            </a:extLst>
          </p:cNvPr>
          <p:cNvSpPr txBox="1"/>
          <p:nvPr/>
        </p:nvSpPr>
        <p:spPr>
          <a:xfrm>
            <a:off x="2967588" y="6604083"/>
            <a:ext cx="4533208" cy="253916"/>
          </a:xfrm>
          <a:prstGeom prst="rect">
            <a:avLst/>
          </a:prstGeom>
          <a:noFill/>
        </p:spPr>
        <p:txBody>
          <a:bodyPr wrap="square" rtlCol="0">
            <a:spAutoFit/>
          </a:bodyPr>
          <a:lstStyle/>
          <a:p>
            <a:r>
              <a:rPr lang="en-GB" sz="1050" dirty="0"/>
              <a:t>https://www.nypl.org/events/exhibitions/galleries/beginnings/item/3559</a:t>
            </a:r>
          </a:p>
        </p:txBody>
      </p:sp>
      <p:sp>
        <p:nvSpPr>
          <p:cNvPr id="12" name="TextBox 11">
            <a:extLst>
              <a:ext uri="{FF2B5EF4-FFF2-40B4-BE49-F238E27FC236}">
                <a16:creationId xmlns:a16="http://schemas.microsoft.com/office/drawing/2014/main" id="{0E9FB42F-B966-278B-8782-50DC6085B627}"/>
              </a:ext>
            </a:extLst>
          </p:cNvPr>
          <p:cNvSpPr txBox="1"/>
          <p:nvPr/>
        </p:nvSpPr>
        <p:spPr>
          <a:xfrm>
            <a:off x="7448570" y="4534533"/>
            <a:ext cx="4390931" cy="261610"/>
          </a:xfrm>
          <a:prstGeom prst="rect">
            <a:avLst/>
          </a:prstGeom>
          <a:noFill/>
        </p:spPr>
        <p:txBody>
          <a:bodyPr wrap="square" rtlCol="0">
            <a:spAutoFit/>
          </a:bodyPr>
          <a:lstStyle/>
          <a:p>
            <a:r>
              <a:rPr lang="en-GB" sz="1100" dirty="0"/>
              <a:t>https://www.adamsmith.org/about-adam-smith</a:t>
            </a:r>
          </a:p>
        </p:txBody>
      </p:sp>
    </p:spTree>
    <p:extLst>
      <p:ext uri="{BB962C8B-B14F-4D97-AF65-F5344CB8AC3E}">
        <p14:creationId xmlns:p14="http://schemas.microsoft.com/office/powerpoint/2010/main" val="2571683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0E250-A27D-83D3-0AAA-ADD274270CFC}"/>
              </a:ext>
            </a:extLst>
          </p:cNvPr>
          <p:cNvSpPr>
            <a:spLocks noGrp="1"/>
          </p:cNvSpPr>
          <p:nvPr>
            <p:ph type="title"/>
          </p:nvPr>
        </p:nvSpPr>
        <p:spPr/>
        <p:txBody>
          <a:bodyPr/>
          <a:lstStyle/>
          <a:p>
            <a:r>
              <a:rPr lang="en-GB" dirty="0"/>
              <a:t>David Ricardo</a:t>
            </a:r>
          </a:p>
        </p:txBody>
      </p:sp>
      <p:sp>
        <p:nvSpPr>
          <p:cNvPr id="3" name="Content Placeholder 2">
            <a:extLst>
              <a:ext uri="{FF2B5EF4-FFF2-40B4-BE49-F238E27FC236}">
                <a16:creationId xmlns:a16="http://schemas.microsoft.com/office/drawing/2014/main" id="{32536BD0-B0FB-B5DA-49D9-9CF69F369835}"/>
              </a:ext>
            </a:extLst>
          </p:cNvPr>
          <p:cNvSpPr>
            <a:spLocks noGrp="1"/>
          </p:cNvSpPr>
          <p:nvPr>
            <p:ph sz="quarter" idx="13"/>
          </p:nvPr>
        </p:nvSpPr>
        <p:spPr>
          <a:xfrm>
            <a:off x="65153" y="576001"/>
            <a:ext cx="3226688" cy="2800767"/>
          </a:xfrm>
        </p:spPr>
        <p:txBody>
          <a:bodyPr/>
          <a:lstStyle/>
          <a:p>
            <a:r>
              <a:rPr lang="en-GB" dirty="0"/>
              <a:t>(1772 –1823) First ever </a:t>
            </a:r>
            <a:r>
              <a:rPr lang="en-GB" b="1" dirty="0"/>
              <a:t>rigorous</a:t>
            </a:r>
            <a:r>
              <a:rPr lang="en-GB" dirty="0"/>
              <a:t> economist. No graphs, no calculus, just painstakingly arranged numerical examples, but with a clear analysis. Ricardo’s 1815 essay was the first correct published account of differential rent, along with incredibly insightful remarks on trade, growth, tax incidence, banking, in fewer than 11000 words.</a:t>
            </a:r>
          </a:p>
        </p:txBody>
      </p:sp>
      <p:pic>
        <p:nvPicPr>
          <p:cNvPr id="6" name="Picture 5">
            <a:extLst>
              <a:ext uri="{FF2B5EF4-FFF2-40B4-BE49-F238E27FC236}">
                <a16:creationId xmlns:a16="http://schemas.microsoft.com/office/drawing/2014/main" id="{6E995632-3337-E9C0-51DE-6C0C65BC0562}"/>
              </a:ext>
            </a:extLst>
          </p:cNvPr>
          <p:cNvPicPr>
            <a:picLocks noChangeAspect="1"/>
          </p:cNvPicPr>
          <p:nvPr/>
        </p:nvPicPr>
        <p:blipFill>
          <a:blip r:embed="rId2"/>
          <a:stretch>
            <a:fillRect/>
          </a:stretch>
        </p:blipFill>
        <p:spPr>
          <a:xfrm>
            <a:off x="9013889" y="500821"/>
            <a:ext cx="3213023" cy="4048125"/>
          </a:xfrm>
          <a:prstGeom prst="rect">
            <a:avLst/>
          </a:prstGeom>
        </p:spPr>
      </p:pic>
      <p:pic>
        <p:nvPicPr>
          <p:cNvPr id="8" name="Picture 7">
            <a:extLst>
              <a:ext uri="{FF2B5EF4-FFF2-40B4-BE49-F238E27FC236}">
                <a16:creationId xmlns:a16="http://schemas.microsoft.com/office/drawing/2014/main" id="{82E5AF39-DEF7-2E1D-EF3A-908DD69B92B0}"/>
              </a:ext>
            </a:extLst>
          </p:cNvPr>
          <p:cNvPicPr>
            <a:picLocks noChangeAspect="1"/>
          </p:cNvPicPr>
          <p:nvPr/>
        </p:nvPicPr>
        <p:blipFill>
          <a:blip r:embed="rId3"/>
          <a:stretch>
            <a:fillRect/>
          </a:stretch>
        </p:blipFill>
        <p:spPr>
          <a:xfrm>
            <a:off x="3291840" y="0"/>
            <a:ext cx="5640561" cy="3652014"/>
          </a:xfrm>
          <a:prstGeom prst="rect">
            <a:avLst/>
          </a:prstGeom>
        </p:spPr>
      </p:pic>
      <p:sp>
        <p:nvSpPr>
          <p:cNvPr id="9" name="TextBox 8">
            <a:extLst>
              <a:ext uri="{FF2B5EF4-FFF2-40B4-BE49-F238E27FC236}">
                <a16:creationId xmlns:a16="http://schemas.microsoft.com/office/drawing/2014/main" id="{C61192C8-3DD0-DE32-A10B-986193424826}"/>
              </a:ext>
            </a:extLst>
          </p:cNvPr>
          <p:cNvSpPr txBox="1"/>
          <p:nvPr/>
        </p:nvSpPr>
        <p:spPr>
          <a:xfrm>
            <a:off x="9013888" y="4541798"/>
            <a:ext cx="3072549" cy="738664"/>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GB" sz="1400" dirty="0"/>
              <a:t>https://commons.wikimedia.org/wiki/File:Portrait_of_David_Ricardo_by_Thomas_Phillips.jpg</a:t>
            </a:r>
          </a:p>
        </p:txBody>
      </p:sp>
      <p:sp>
        <p:nvSpPr>
          <p:cNvPr id="10" name="TextBox 9">
            <a:extLst>
              <a:ext uri="{FF2B5EF4-FFF2-40B4-BE49-F238E27FC236}">
                <a16:creationId xmlns:a16="http://schemas.microsoft.com/office/drawing/2014/main" id="{F980AFA7-1D78-2F68-64D0-4B8AF8B98806}"/>
              </a:ext>
            </a:extLst>
          </p:cNvPr>
          <p:cNvSpPr txBox="1"/>
          <p:nvPr/>
        </p:nvSpPr>
        <p:spPr>
          <a:xfrm>
            <a:off x="34641" y="3376768"/>
            <a:ext cx="4084211" cy="255454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GB" sz="1600" i="1" dirty="0"/>
              <a:t>An Essay on the Influence of a low Price of Corn on the Profits of Stock; shewing the Inexpediency of Restrictions on Importation: With Remarks on Mr Malthus' Two Last Publications: "An Inquiry into the Nature and Progress of Rent;" and "The Grounds of an Opinion on the Policy of restricting the Importation of Foreign Corn" </a:t>
            </a:r>
            <a:r>
              <a:rPr lang="en-GB" sz="1600" dirty="0"/>
              <a:t>By David Ricardo, </a:t>
            </a:r>
            <a:r>
              <a:rPr lang="en-GB" sz="1600" dirty="0" err="1"/>
              <a:t>Esq.</a:t>
            </a:r>
            <a:r>
              <a:rPr lang="en-GB" sz="1600" dirty="0"/>
              <a:t> London: Printed for John Murray, Albemarle Street, 1815</a:t>
            </a:r>
          </a:p>
        </p:txBody>
      </p:sp>
      <p:sp>
        <p:nvSpPr>
          <p:cNvPr id="11" name="Content Placeholder 2">
            <a:extLst>
              <a:ext uri="{FF2B5EF4-FFF2-40B4-BE49-F238E27FC236}">
                <a16:creationId xmlns:a16="http://schemas.microsoft.com/office/drawing/2014/main" id="{AA82E5A8-3A90-4953-59A0-D7A5970A9091}"/>
              </a:ext>
            </a:extLst>
          </p:cNvPr>
          <p:cNvSpPr txBox="1">
            <a:spLocks/>
          </p:cNvSpPr>
          <p:nvPr/>
        </p:nvSpPr>
        <p:spPr>
          <a:xfrm>
            <a:off x="65153" y="3955983"/>
            <a:ext cx="4084212" cy="2896430"/>
          </a:xfrm>
          <a:prstGeom prst="rect">
            <a:avLst/>
          </a:prstGeom>
        </p:spPr>
        <p:txBody>
          <a:bodyPr vert="horz" lIns="72000" tIns="36000" rIns="72000" bIns="36000" rtlCol="0">
            <a:normAutofit/>
          </a:bodyPr>
          <a:lstStyle>
            <a:defPPr>
              <a:defRPr lang="en-GB"/>
            </a:defPPr>
            <a:lvl1pPr marL="0" indent="0" algn="l" defTabSz="914400" rtl="0" eaLnBrk="1" latinLnBrk="0" hangingPunct="1">
              <a:lnSpc>
                <a:spcPct val="100000"/>
              </a:lnSpc>
              <a:spcBef>
                <a:spcPts val="300"/>
              </a:spcBef>
              <a:spcAft>
                <a:spcPts val="0"/>
              </a:spcAft>
              <a:buFontTx/>
              <a:buNone/>
              <a:defRPr lang="en-GB" sz="1600" kern="1200" dirty="0">
                <a:solidFill>
                  <a:schemeClr val="bg2">
                    <a:lumMod val="25000"/>
                  </a:schemeClr>
                </a:solidFill>
                <a:latin typeface="+mn-lt"/>
                <a:ea typeface="+mn-ea"/>
                <a:cs typeface="+mn-cs"/>
              </a:defRPr>
            </a:lvl1pPr>
            <a:lvl2pPr marL="283464" indent="-283464" algn="l" defTabSz="914400" rtl="0" eaLnBrk="1" latinLnBrk="0" hangingPunct="1">
              <a:lnSpc>
                <a:spcPct val="100000"/>
              </a:lnSpc>
              <a:spcBef>
                <a:spcPts val="300"/>
              </a:spcBef>
              <a:spcAft>
                <a:spcPts val="0"/>
              </a:spcAft>
              <a:buFont typeface="Arial" panose="020B0604020202020204" pitchFamily="34" charset="0"/>
              <a:buChar char="•"/>
              <a:defRPr lang="en-GB" sz="1600" kern="1200" dirty="0">
                <a:solidFill>
                  <a:schemeClr val="bg2">
                    <a:lumMod val="25000"/>
                  </a:schemeClr>
                </a:solidFill>
                <a:latin typeface="+mn-lt"/>
                <a:ea typeface="+mn-ea"/>
                <a:cs typeface="+mn-cs"/>
              </a:defRPr>
            </a:lvl2pPr>
            <a:lvl3pPr marL="6858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a:solidFill>
                  <a:schemeClr val="bg2">
                    <a:lumMod val="25000"/>
                  </a:schemeClr>
                </a:solidFill>
                <a:latin typeface="+mn-lt"/>
                <a:ea typeface="+mn-ea"/>
                <a:cs typeface="+mn-cs"/>
              </a:defRPr>
            </a:lvl3pPr>
            <a:lvl4pPr marL="11430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smtClean="0">
                <a:solidFill>
                  <a:schemeClr val="bg2">
                    <a:lumMod val="25000"/>
                  </a:schemeClr>
                </a:solidFill>
                <a:latin typeface="+mn-lt"/>
                <a:ea typeface="+mn-ea"/>
                <a:cs typeface="+mn-cs"/>
              </a:defRPr>
            </a:lvl4pPr>
            <a:lvl5pPr marL="1600200" indent="-228600" algn="l" defTabSz="914400" rtl="0" eaLnBrk="1" latinLnBrk="0" hangingPunct="1">
              <a:lnSpc>
                <a:spcPct val="100000"/>
              </a:lnSpc>
              <a:spcBef>
                <a:spcPts val="300"/>
              </a:spcBef>
              <a:spcAft>
                <a:spcPts val="0"/>
              </a:spcAft>
              <a:buFont typeface="Arial" panose="020B0604020202020204" pitchFamily="34" charset="0"/>
              <a:buChar char="•"/>
              <a:defRPr lang="en-GB" sz="1600" kern="1200" dirty="0" smtClean="0">
                <a:solidFill>
                  <a:schemeClr val="bg2">
                    <a:lumMod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GB"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lang="en-GB" sz="1200" kern="1200">
                <a:solidFill>
                  <a:schemeClr val="tx1"/>
                </a:solidFill>
                <a:latin typeface="+mn-lt"/>
                <a:ea typeface="+mn-ea"/>
                <a:cs typeface="+mn-cs"/>
              </a:defRPr>
            </a:lvl9pPr>
          </a:lstStyle>
          <a:p>
            <a:pPr marL="285750" indent="-285750">
              <a:buFont typeface="Arial" panose="020B0604020202020204" pitchFamily="34" charset="0"/>
              <a:buChar char="•"/>
            </a:pPr>
            <a:endParaRPr lang="en-GB" dirty="0"/>
          </a:p>
        </p:txBody>
      </p:sp>
      <p:sp>
        <p:nvSpPr>
          <p:cNvPr id="5" name="TextBox 4">
            <a:extLst>
              <a:ext uri="{FF2B5EF4-FFF2-40B4-BE49-F238E27FC236}">
                <a16:creationId xmlns:a16="http://schemas.microsoft.com/office/drawing/2014/main" id="{72BD53E9-8B5C-949E-459F-A8FC9DF011B6}"/>
              </a:ext>
            </a:extLst>
          </p:cNvPr>
          <p:cNvSpPr txBox="1"/>
          <p:nvPr/>
        </p:nvSpPr>
        <p:spPr>
          <a:xfrm>
            <a:off x="4166233" y="3668818"/>
            <a:ext cx="4550303" cy="2800767"/>
          </a:xfrm>
          <a:prstGeom prst="rect">
            <a:avLst/>
          </a:prstGeom>
          <a:noFill/>
        </p:spPr>
        <p:txBody>
          <a:bodyPr wrap="square" rtlCol="0">
            <a:spAutoFit/>
          </a:bodyPr>
          <a:lstStyle/>
          <a:p>
            <a:r>
              <a:rPr lang="en-GB" sz="1600" dirty="0"/>
              <a:t>Ricardo's insight was that rent arises because some land is better than other land. As population grows and demand for food increases, cultivation must extend to increasingly less fertile land. The price of corn must then rise sufficiently to make production on this inferior "marginal" land worthwhile. The cost differential creates a producer surplus, which landlords capture in the form of land rent. </a:t>
            </a:r>
          </a:p>
          <a:p>
            <a:r>
              <a:rPr lang="en-GB" sz="1600" b="1" i="1" dirty="0"/>
              <a:t>"corn is not high because a rent is paid, but rent is paid because corn is high"</a:t>
            </a:r>
            <a:endParaRPr lang="en-GB" sz="1600" b="1" dirty="0"/>
          </a:p>
        </p:txBody>
      </p:sp>
      <p:sp>
        <p:nvSpPr>
          <p:cNvPr id="12" name="TextBox 11">
            <a:extLst>
              <a:ext uri="{FF2B5EF4-FFF2-40B4-BE49-F238E27FC236}">
                <a16:creationId xmlns:a16="http://schemas.microsoft.com/office/drawing/2014/main" id="{E540C4BD-1064-C9F4-B6B0-EFE249EE7698}"/>
              </a:ext>
            </a:extLst>
          </p:cNvPr>
          <p:cNvSpPr txBox="1"/>
          <p:nvPr/>
        </p:nvSpPr>
        <p:spPr>
          <a:xfrm>
            <a:off x="8794430" y="5421584"/>
            <a:ext cx="3362929" cy="138499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sz="1400" dirty="0"/>
              <a:t>TUE ch 1: A prime café location commands a high rent precisely because customers are willing to pay high prices and generate high revenues there. The profitability of the activity creates the rent, not vice versa.</a:t>
            </a:r>
          </a:p>
        </p:txBody>
      </p:sp>
    </p:spTree>
    <p:extLst>
      <p:ext uri="{BB962C8B-B14F-4D97-AF65-F5344CB8AC3E}">
        <p14:creationId xmlns:p14="http://schemas.microsoft.com/office/powerpoint/2010/main" val="3767846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86598-FEE3-E86F-2028-580BFB5D22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CACE91-ECD6-10E2-CA9D-4DD9D8CEEC30}"/>
              </a:ext>
            </a:extLst>
          </p:cNvPr>
          <p:cNvSpPr>
            <a:spLocks noGrp="1"/>
          </p:cNvSpPr>
          <p:nvPr>
            <p:ph type="title"/>
          </p:nvPr>
        </p:nvSpPr>
        <p:spPr/>
        <p:txBody>
          <a:bodyPr/>
          <a:lstStyle/>
          <a:p>
            <a:r>
              <a:rPr lang="en-GB" dirty="0"/>
              <a:t>David Ricardo and the original Reform UK (1815-1848)</a:t>
            </a:r>
          </a:p>
        </p:txBody>
      </p:sp>
      <p:sp>
        <p:nvSpPr>
          <p:cNvPr id="11" name="TextBox 10">
            <a:extLst>
              <a:ext uri="{FF2B5EF4-FFF2-40B4-BE49-F238E27FC236}">
                <a16:creationId xmlns:a16="http://schemas.microsoft.com/office/drawing/2014/main" id="{E2BF6514-1B79-3EC2-6B64-807AA7DAE7E0}"/>
              </a:ext>
            </a:extLst>
          </p:cNvPr>
          <p:cNvSpPr txBox="1"/>
          <p:nvPr/>
        </p:nvSpPr>
        <p:spPr>
          <a:xfrm>
            <a:off x="65152" y="576001"/>
            <a:ext cx="12126848" cy="5632311"/>
          </a:xfrm>
          <a:prstGeom prst="rect">
            <a:avLst/>
          </a:prstGeom>
          <a:noFill/>
        </p:spPr>
        <p:txBody>
          <a:bodyPr wrap="square" rtlCol="0">
            <a:spAutoFit/>
          </a:bodyPr>
          <a:lstStyle/>
          <a:p>
            <a:r>
              <a:rPr lang="en-GB" dirty="0"/>
              <a:t>1815: 	Waterloo, end of the Napoleonic Wars.</a:t>
            </a:r>
          </a:p>
          <a:p>
            <a:r>
              <a:rPr lang="en-GB" dirty="0"/>
              <a:t>	Beginning of the Post-Napoleonic Depression.</a:t>
            </a:r>
          </a:p>
          <a:p>
            <a:r>
              <a:rPr lang="en-GB" dirty="0"/>
              <a:t>	</a:t>
            </a:r>
            <a:r>
              <a:rPr lang="en-GB" b="1" dirty="0"/>
              <a:t>Corn Laws</a:t>
            </a:r>
            <a:r>
              <a:rPr lang="en-GB" dirty="0"/>
              <a:t>: high tariffs on grain imports.</a:t>
            </a:r>
          </a:p>
          <a:p>
            <a:r>
              <a:rPr lang="en-GB" dirty="0"/>
              <a:t>	</a:t>
            </a:r>
            <a:r>
              <a:rPr lang="en-GB" i="1" dirty="0"/>
              <a:t>An Essay on the Influence of a low Price of Corn…</a:t>
            </a:r>
          </a:p>
          <a:p>
            <a:r>
              <a:rPr lang="en-GB" dirty="0"/>
              <a:t>1819: 	</a:t>
            </a:r>
            <a:r>
              <a:rPr lang="en-GB" b="1" dirty="0"/>
              <a:t>Peterloo massacre</a:t>
            </a:r>
            <a:r>
              <a:rPr lang="en-GB" dirty="0"/>
              <a:t>: violent suppression of a peaceful protest for parliamentary reform ~60,000 in St. Peter’s 	Field, Manchester, ~700 killed or injured.</a:t>
            </a:r>
          </a:p>
          <a:p>
            <a:r>
              <a:rPr lang="en-GB" dirty="0"/>
              <a:t>1819: 	Ricardo enters Parliament, advocating </a:t>
            </a:r>
          </a:p>
          <a:p>
            <a:r>
              <a:rPr lang="en-GB" dirty="0"/>
              <a:t>	for political reform and for free trade, </a:t>
            </a:r>
            <a:br>
              <a:rPr lang="en-GB" dirty="0"/>
            </a:br>
            <a:r>
              <a:rPr lang="en-GB" dirty="0"/>
              <a:t>	particularly repealing the Corn Laws.</a:t>
            </a:r>
          </a:p>
          <a:p>
            <a:r>
              <a:rPr lang="en-GB" dirty="0"/>
              <a:t>1823: 	Ricardo dies.</a:t>
            </a:r>
          </a:p>
          <a:p>
            <a:r>
              <a:rPr lang="en-GB" dirty="0"/>
              <a:t>1832: 	</a:t>
            </a:r>
            <a:r>
              <a:rPr lang="en-GB" b="1" dirty="0"/>
              <a:t>Reform Act </a:t>
            </a:r>
            <a:r>
              <a:rPr lang="en-GB" dirty="0"/>
              <a:t>(extending political franchise)</a:t>
            </a:r>
          </a:p>
          <a:p>
            <a:r>
              <a:rPr lang="en-GB" dirty="0"/>
              <a:t>1846: 	</a:t>
            </a:r>
            <a:r>
              <a:rPr lang="en-GB" b="1" dirty="0"/>
              <a:t>Corn Laws </a:t>
            </a:r>
            <a:r>
              <a:rPr lang="en-GB" dirty="0"/>
              <a:t>repealed</a:t>
            </a:r>
          </a:p>
          <a:p>
            <a:r>
              <a:rPr lang="en-GB" dirty="0"/>
              <a:t>1848: 	Revolutions in Europe </a:t>
            </a:r>
            <a:r>
              <a:rPr lang="en-GB" b="1" dirty="0"/>
              <a:t>except Britain</a:t>
            </a:r>
            <a:r>
              <a:rPr lang="en-GB" dirty="0"/>
              <a:t>.</a:t>
            </a:r>
          </a:p>
          <a:p>
            <a:endParaRPr lang="en-GB" dirty="0"/>
          </a:p>
          <a:p>
            <a:r>
              <a:rPr lang="en-GB" dirty="0"/>
              <a:t>	</a:t>
            </a:r>
            <a:endParaRPr lang="en-GB" i="1" dirty="0"/>
          </a:p>
          <a:p>
            <a:endParaRPr lang="en-GB" dirty="0"/>
          </a:p>
          <a:p>
            <a:endParaRPr lang="en-GB" dirty="0"/>
          </a:p>
          <a:p>
            <a:endParaRPr lang="en-GB" dirty="0"/>
          </a:p>
          <a:p>
            <a:r>
              <a:rPr lang="en-GB" dirty="0"/>
              <a:t>	</a:t>
            </a:r>
          </a:p>
          <a:p>
            <a:endParaRPr lang="en-GB" dirty="0"/>
          </a:p>
        </p:txBody>
      </p:sp>
      <p:pic>
        <p:nvPicPr>
          <p:cNvPr id="13" name="Picture 12">
            <a:extLst>
              <a:ext uri="{FF2B5EF4-FFF2-40B4-BE49-F238E27FC236}">
                <a16:creationId xmlns:a16="http://schemas.microsoft.com/office/drawing/2014/main" id="{9E29CBB8-D3DD-6271-32CC-B3380032F1E0}"/>
              </a:ext>
            </a:extLst>
          </p:cNvPr>
          <p:cNvPicPr>
            <a:picLocks noChangeAspect="1"/>
          </p:cNvPicPr>
          <p:nvPr/>
        </p:nvPicPr>
        <p:blipFill>
          <a:blip r:embed="rId2"/>
          <a:stretch>
            <a:fillRect/>
          </a:stretch>
        </p:blipFill>
        <p:spPr>
          <a:xfrm>
            <a:off x="5653975" y="2052918"/>
            <a:ext cx="6472873" cy="4229081"/>
          </a:xfrm>
          <a:prstGeom prst="rect">
            <a:avLst/>
          </a:prstGeom>
        </p:spPr>
      </p:pic>
      <p:sp>
        <p:nvSpPr>
          <p:cNvPr id="15" name="TextBox 14">
            <a:extLst>
              <a:ext uri="{FF2B5EF4-FFF2-40B4-BE49-F238E27FC236}">
                <a16:creationId xmlns:a16="http://schemas.microsoft.com/office/drawing/2014/main" id="{398A99FB-AA7B-5CF0-6949-869D4F871306}"/>
              </a:ext>
            </a:extLst>
          </p:cNvPr>
          <p:cNvSpPr txBox="1"/>
          <p:nvPr/>
        </p:nvSpPr>
        <p:spPr>
          <a:xfrm>
            <a:off x="5963434" y="6281999"/>
            <a:ext cx="5853953"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GB" sz="1100" dirty="0"/>
              <a:t>https://en.wikipedia.org/wiki/Peterloo_Massacre#/media/File:Peterloo_Massacre.png</a:t>
            </a:r>
          </a:p>
        </p:txBody>
      </p:sp>
    </p:spTree>
    <p:extLst>
      <p:ext uri="{BB962C8B-B14F-4D97-AF65-F5344CB8AC3E}">
        <p14:creationId xmlns:p14="http://schemas.microsoft.com/office/powerpoint/2010/main" val="2223927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75291DD-B184-FD1A-CF6E-31BAFF2475ED}"/>
              </a:ext>
            </a:extLst>
          </p:cNvPr>
          <p:cNvSpPr>
            <a:spLocks noGrp="1"/>
          </p:cNvSpPr>
          <p:nvPr>
            <p:ph type="title"/>
          </p:nvPr>
        </p:nvSpPr>
        <p:spPr/>
        <p:txBody>
          <a:bodyPr>
            <a:normAutofit fontScale="90000"/>
          </a:bodyPr>
          <a:lstStyle/>
          <a:p>
            <a:r>
              <a:rPr lang="en-GB" b="1" dirty="0"/>
              <a:t>David Ricardo and the original Reform UK (1815-1848)</a:t>
            </a:r>
            <a:r>
              <a:rPr lang="en-GB" dirty="0"/>
              <a:t> </a:t>
            </a:r>
            <a:br>
              <a:rPr lang="en-GB" dirty="0"/>
            </a:br>
            <a:endParaRPr lang="en-GB" dirty="0"/>
          </a:p>
        </p:txBody>
      </p:sp>
      <p:sp>
        <p:nvSpPr>
          <p:cNvPr id="6" name="Content Placeholder 5">
            <a:extLst>
              <a:ext uri="{FF2B5EF4-FFF2-40B4-BE49-F238E27FC236}">
                <a16:creationId xmlns:a16="http://schemas.microsoft.com/office/drawing/2014/main" id="{8183F6A6-F618-AB1F-B296-A4FFF8AE0B2F}"/>
              </a:ext>
            </a:extLst>
          </p:cNvPr>
          <p:cNvSpPr>
            <a:spLocks noGrp="1"/>
          </p:cNvSpPr>
          <p:nvPr>
            <p:ph sz="quarter" idx="13"/>
          </p:nvPr>
        </p:nvSpPr>
        <p:spPr/>
        <p:txBody>
          <a:bodyPr/>
          <a:lstStyle/>
          <a:p>
            <a:r>
              <a:rPr lang="en-GB" dirty="0"/>
              <a:t>This exercise reformulates the first rigorous model ever used in Economics: David Ricardo's 1815 pamphlet </a:t>
            </a:r>
            <a:r>
              <a:rPr lang="en-GB" i="1" dirty="0"/>
              <a:t>An Essay on the Influence of a Low Price of Corn on the Profits of Stock</a:t>
            </a:r>
            <a:r>
              <a:rPr lang="en-GB" dirty="0"/>
              <a:t>, later developed in his magnum opus </a:t>
            </a:r>
            <a:r>
              <a:rPr lang="en-GB" i="1" dirty="0"/>
              <a:t>On the Principles of Political Economy and Taxation</a:t>
            </a:r>
            <a:r>
              <a:rPr lang="en-GB" dirty="0"/>
              <a:t> (1817). Ricardo did not have access to graphs, he presented his ideas through numerical examples, but all the key elements in this exercise were present in Ricardo's essay: differential rent, population growth, marginal land, international trade, and redistribution. </a:t>
            </a:r>
          </a:p>
          <a:p>
            <a:r>
              <a:rPr lang="en-GB" dirty="0"/>
              <a:t>Ricardo's fundamental insight </a:t>
            </a:r>
            <a:r>
              <a:rPr lang="en-GB" b="1" dirty="0"/>
              <a:t>“corn is not high because a rent is paid, but rent is paid because corn is high”</a:t>
            </a:r>
            <a:r>
              <a:rPr lang="en-GB" dirty="0"/>
              <a:t> is arguably the most profound result of classical economics. </a:t>
            </a:r>
          </a:p>
          <a:p>
            <a:r>
              <a:rPr lang="en-GB" dirty="0"/>
              <a:t>Ricardo's work and life was intertwined with the two foremost questions of his time: political reform and free trade. At the end of the Napoleonic Wars, the land-owning aristocracy was largely over-represented in Parliament, as the result of an extremely restrictive franchise (fewer than 1% of the population had voting rights) and an archaic electoral map, such as the uninhabited hill of Old Sarum in Wiltshire electing two MPs, while Manchester, Birmingham, Leeds, Sheffield all had zero. In turn, the aristocracy-dominated Parliament passed controversial legislation such as the Corn Laws (1815) establishing high tariffs on grain imports. </a:t>
            </a:r>
          </a:p>
          <a:p>
            <a:r>
              <a:rPr lang="en-GB" dirty="0"/>
              <a:t>Ricardo was concerned about a structural problem: as population grew and food demand rose, poorer and poorer land had to be brought into cultivation. This raised the price of corn, increased land rents, reducing the share of surplus available for investment and industrial expansion, and threatening both economic development and social stability. </a:t>
            </a:r>
          </a:p>
          <a:p>
            <a:r>
              <a:rPr lang="en-GB" dirty="0"/>
              <a:t>Ricardo purchased a Parliament seat in 1819 and joined the liberal reformers, who sought to redistribute both political power and economic surplus. By enlarging the franchise and breaking the grip of the landed elite, they hoped eventually to pass laws that would lower food prices, reduce land rents, and support industrial expansion. Ricardo died in 1823, aged just 51, too soon to witness the success of reformist campaigns over the following 25 years: in 1832, the Reform Act abolished many rotten boroughs and extended the franchise to the male urban middle class. In 1846, the Corn Laws were repealed, and Britain began a policy of free trade that lasted until the 1930s.</a:t>
            </a:r>
          </a:p>
          <a:p>
            <a:r>
              <a:rPr lang="en-GB" dirty="0"/>
              <a:t>Read more in Tim Harford's chapter "Who Pays For Your Coffee" from </a:t>
            </a:r>
            <a:r>
              <a:rPr lang="en-GB" i="1" dirty="0"/>
              <a:t>The Undercover Economist</a:t>
            </a:r>
            <a:r>
              <a:rPr lang="en-GB" dirty="0"/>
              <a:t>.</a:t>
            </a:r>
          </a:p>
          <a:p>
            <a:endParaRPr lang="en-GB" dirty="0"/>
          </a:p>
        </p:txBody>
      </p:sp>
    </p:spTree>
    <p:extLst>
      <p:ext uri="{BB962C8B-B14F-4D97-AF65-F5344CB8AC3E}">
        <p14:creationId xmlns:p14="http://schemas.microsoft.com/office/powerpoint/2010/main" val="2734273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D610BD4-D648-CEF6-EFC7-15210FC4C4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Tree>
    <p:extLst>
      <p:ext uri="{BB962C8B-B14F-4D97-AF65-F5344CB8AC3E}">
        <p14:creationId xmlns:p14="http://schemas.microsoft.com/office/powerpoint/2010/main" val="3210050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55F5932F-6F68-EDBB-85CD-ED25B6CA12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8" name="TextBox 7">
            <a:extLst>
              <a:ext uri="{FF2B5EF4-FFF2-40B4-BE49-F238E27FC236}">
                <a16:creationId xmlns:a16="http://schemas.microsoft.com/office/drawing/2014/main" id="{B1E896C2-20AD-E73A-1367-42BFE1C847D8}"/>
              </a:ext>
            </a:extLst>
          </p:cNvPr>
          <p:cNvSpPr txBox="1"/>
          <p:nvPr/>
        </p:nvSpPr>
        <p:spPr>
          <a:xfrm>
            <a:off x="7521677" y="737419"/>
            <a:ext cx="4473678" cy="4247317"/>
          </a:xfrm>
          <a:prstGeom prst="rect">
            <a:avLst/>
          </a:prstGeom>
          <a:noFill/>
        </p:spPr>
        <p:txBody>
          <a:bodyPr wrap="square" rtlCol="0">
            <a:spAutoFit/>
          </a:bodyPr>
          <a:lstStyle/>
          <a:p>
            <a:r>
              <a:rPr lang="en-GB" b="1" dirty="0"/>
              <a:t>B1: free trade</a:t>
            </a:r>
          </a:p>
          <a:p>
            <a:endParaRPr lang="en-GB" dirty="0"/>
          </a:p>
          <a:p>
            <a:r>
              <a:rPr lang="en-GB" dirty="0"/>
              <a:t>To construct aggregate supply, the import supply curve is horizontally summed with domestic supply.</a:t>
            </a:r>
          </a:p>
          <a:p>
            <a:r>
              <a:rPr lang="en-GB" dirty="0"/>
              <a:t>Find the B1 equilibrium consumption B1c by intersecting aggregate demand and aggregate supply. Then read domestic production on the domestic supply at B1p.</a:t>
            </a:r>
          </a:p>
          <a:p>
            <a:endParaRPr lang="en-GB" dirty="0"/>
          </a:p>
          <a:p>
            <a:r>
              <a:rPr lang="en-GB" b="1" dirty="0"/>
              <a:t>B1 is an efficient allocation, by the FTWE</a:t>
            </a:r>
          </a:p>
          <a:p>
            <a:endParaRPr lang="en-GB" dirty="0"/>
          </a:p>
          <a:p>
            <a:br>
              <a:rPr lang="en-GB" dirty="0"/>
            </a:br>
            <a:br>
              <a:rPr lang="en-GB" dirty="0"/>
            </a:br>
            <a:endParaRPr lang="en-GB" dirty="0"/>
          </a:p>
        </p:txBody>
      </p:sp>
      <p:pic>
        <p:nvPicPr>
          <p:cNvPr id="14" name="Picture 13">
            <a:extLst>
              <a:ext uri="{FF2B5EF4-FFF2-40B4-BE49-F238E27FC236}">
                <a16:creationId xmlns:a16="http://schemas.microsoft.com/office/drawing/2014/main" id="{66CAB8DB-4E31-37E7-37EA-0255BB9312AE}"/>
              </a:ext>
            </a:extLst>
          </p:cNvPr>
          <p:cNvPicPr>
            <a:picLocks noChangeAspect="1"/>
          </p:cNvPicPr>
          <p:nvPr/>
        </p:nvPicPr>
        <p:blipFill>
          <a:blip r:embed="rId3"/>
          <a:stretch>
            <a:fillRect/>
          </a:stretch>
        </p:blipFill>
        <p:spPr>
          <a:xfrm>
            <a:off x="788624" y="346601"/>
            <a:ext cx="5944430" cy="428685"/>
          </a:xfrm>
          <a:prstGeom prst="rect">
            <a:avLst/>
          </a:prstGeom>
        </p:spPr>
      </p:pic>
    </p:spTree>
    <p:extLst>
      <p:ext uri="{BB962C8B-B14F-4D97-AF65-F5344CB8AC3E}">
        <p14:creationId xmlns:p14="http://schemas.microsoft.com/office/powerpoint/2010/main" val="1114296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F9B67D2-F3AC-B6CD-916A-A3418A3350D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7" name="TextBox 6">
            <a:extLst>
              <a:ext uri="{FF2B5EF4-FFF2-40B4-BE49-F238E27FC236}">
                <a16:creationId xmlns:a16="http://schemas.microsoft.com/office/drawing/2014/main" id="{AB19680C-73CB-E8DD-2AC6-3E13C773B11D}"/>
              </a:ext>
            </a:extLst>
          </p:cNvPr>
          <p:cNvSpPr txBox="1"/>
          <p:nvPr/>
        </p:nvSpPr>
        <p:spPr>
          <a:xfrm>
            <a:off x="7521677" y="737419"/>
            <a:ext cx="4473678" cy="3970318"/>
          </a:xfrm>
          <a:prstGeom prst="rect">
            <a:avLst/>
          </a:prstGeom>
          <a:noFill/>
        </p:spPr>
        <p:txBody>
          <a:bodyPr wrap="square" rtlCol="0">
            <a:spAutoFit/>
          </a:bodyPr>
          <a:lstStyle/>
          <a:p>
            <a:r>
              <a:rPr lang="en-GB" b="1" dirty="0"/>
              <a:t>B3 is a tariff of 62 per imported unit.</a:t>
            </a:r>
          </a:p>
          <a:p>
            <a:endParaRPr lang="en-GB" dirty="0"/>
          </a:p>
          <a:p>
            <a:r>
              <a:rPr lang="en-GB" dirty="0"/>
              <a:t>To construct aggregate supply, the import supply curve is shifted vertically up by 62, and then horizontally summed with domestic supply.</a:t>
            </a:r>
          </a:p>
          <a:p>
            <a:r>
              <a:rPr lang="en-GB" dirty="0"/>
              <a:t>Find the B3 equilibrium consumption B3c by intersecting aggregate demand and aggregate supply. Then read domestic production on the domestic supply curve.</a:t>
            </a:r>
          </a:p>
          <a:p>
            <a:endParaRPr lang="en-GB" dirty="0"/>
          </a:p>
          <a:p>
            <a:br>
              <a:rPr lang="en-GB" dirty="0"/>
            </a:br>
            <a:br>
              <a:rPr lang="en-GB" dirty="0"/>
            </a:br>
            <a:endParaRPr lang="en-GB" dirty="0"/>
          </a:p>
        </p:txBody>
      </p:sp>
      <p:pic>
        <p:nvPicPr>
          <p:cNvPr id="9" name="Picture 8">
            <a:extLst>
              <a:ext uri="{FF2B5EF4-FFF2-40B4-BE49-F238E27FC236}">
                <a16:creationId xmlns:a16="http://schemas.microsoft.com/office/drawing/2014/main" id="{BFC54E16-190D-79D5-F113-2BDDEF628EAD}"/>
              </a:ext>
            </a:extLst>
          </p:cNvPr>
          <p:cNvPicPr>
            <a:picLocks noChangeAspect="1"/>
          </p:cNvPicPr>
          <p:nvPr/>
        </p:nvPicPr>
        <p:blipFill>
          <a:blip r:embed="rId3"/>
          <a:stretch>
            <a:fillRect/>
          </a:stretch>
        </p:blipFill>
        <p:spPr>
          <a:xfrm>
            <a:off x="7605565" y="3743594"/>
            <a:ext cx="4305901" cy="590632"/>
          </a:xfrm>
          <a:prstGeom prst="rect">
            <a:avLst/>
          </a:prstGeom>
        </p:spPr>
      </p:pic>
    </p:spTree>
    <p:extLst>
      <p:ext uri="{BB962C8B-B14F-4D97-AF65-F5344CB8AC3E}">
        <p14:creationId xmlns:p14="http://schemas.microsoft.com/office/powerpoint/2010/main" val="678596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D7E3141-3452-31A0-06E3-893F5252818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8" name="TextBox 7">
            <a:extLst>
              <a:ext uri="{FF2B5EF4-FFF2-40B4-BE49-F238E27FC236}">
                <a16:creationId xmlns:a16="http://schemas.microsoft.com/office/drawing/2014/main" id="{FEF524AF-C409-0BA0-97F3-1B2B5A64BB7F}"/>
              </a:ext>
            </a:extLst>
          </p:cNvPr>
          <p:cNvSpPr txBox="1"/>
          <p:nvPr/>
        </p:nvSpPr>
        <p:spPr>
          <a:xfrm>
            <a:off x="7521677" y="737419"/>
            <a:ext cx="4473678" cy="3416320"/>
          </a:xfrm>
          <a:prstGeom prst="rect">
            <a:avLst/>
          </a:prstGeom>
          <a:noFill/>
        </p:spPr>
        <p:txBody>
          <a:bodyPr wrap="square" rtlCol="0">
            <a:spAutoFit/>
          </a:bodyPr>
          <a:lstStyle/>
          <a:p>
            <a:r>
              <a:rPr lang="en-GB" b="1" dirty="0"/>
              <a:t>B3 is a tariff of 62 per imported unit.</a:t>
            </a:r>
          </a:p>
          <a:p>
            <a:endParaRPr lang="en-GB" b="1" dirty="0"/>
          </a:p>
          <a:p>
            <a:r>
              <a:rPr lang="en-GB" dirty="0"/>
              <a:t>Government tariff revenue is 62 x 1949 = </a:t>
            </a:r>
            <a:r>
              <a:rPr lang="en-GB" b="1" dirty="0"/>
              <a:t>121647</a:t>
            </a:r>
            <a:r>
              <a:rPr lang="en-GB" dirty="0"/>
              <a:t>. </a:t>
            </a:r>
          </a:p>
          <a:p>
            <a:endParaRPr lang="en-GB" dirty="0"/>
          </a:p>
          <a:p>
            <a:r>
              <a:rPr lang="en-GB" dirty="0"/>
              <a:t>PS, CS, and government surplus (=revenue from the tariff) can be represented as areas.</a:t>
            </a:r>
          </a:p>
          <a:p>
            <a:endParaRPr lang="en-GB" dirty="0"/>
          </a:p>
          <a:p>
            <a:r>
              <a:rPr lang="en-GB" dirty="0"/>
              <a:t>DWL: missing area from the efficient (B1) equilibrium. A deadweight loss always corresponds to a shortfall in total surplus relative to an efficient allocation.</a:t>
            </a:r>
          </a:p>
        </p:txBody>
      </p:sp>
    </p:spTree>
    <p:extLst>
      <p:ext uri="{BB962C8B-B14F-4D97-AF65-F5344CB8AC3E}">
        <p14:creationId xmlns:p14="http://schemas.microsoft.com/office/powerpoint/2010/main" val="1518597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24AF-9A5B-4CC0-5674-73A4E8BD6ADD}"/>
              </a:ext>
            </a:extLst>
          </p:cNvPr>
          <p:cNvSpPr>
            <a:spLocks noGrp="1"/>
          </p:cNvSpPr>
          <p:nvPr>
            <p:ph type="title"/>
          </p:nvPr>
        </p:nvSpPr>
        <p:spPr/>
        <p:txBody>
          <a:bodyPr/>
          <a:lstStyle/>
          <a:p>
            <a:r>
              <a:rPr lang="en-GB" dirty="0"/>
              <a:t>DWL via surplus accounting</a:t>
            </a:r>
          </a:p>
        </p:txBody>
      </p:sp>
      <p:sp>
        <p:nvSpPr>
          <p:cNvPr id="3" name="Content Placeholder 2">
            <a:extLst>
              <a:ext uri="{FF2B5EF4-FFF2-40B4-BE49-F238E27FC236}">
                <a16:creationId xmlns:a16="http://schemas.microsoft.com/office/drawing/2014/main" id="{931B8343-32F0-B9A8-F7CA-90D86D133E53}"/>
              </a:ext>
            </a:extLst>
          </p:cNvPr>
          <p:cNvSpPr>
            <a:spLocks noGrp="1"/>
          </p:cNvSpPr>
          <p:nvPr>
            <p:ph sz="quarter" idx="13"/>
          </p:nvPr>
        </p:nvSpPr>
        <p:spPr>
          <a:xfrm>
            <a:off x="-1" y="1676399"/>
            <a:ext cx="11277599" cy="4983599"/>
          </a:xfrm>
        </p:spPr>
        <p:txBody>
          <a:bodyPr>
            <a:normAutofit lnSpcReduction="10000"/>
          </a:bodyPr>
          <a:lstStyle/>
          <a:p>
            <a:r>
              <a:rPr lang="en-GB" dirty="0"/>
              <a:t>In B3, total welfare is 682119, while in B1, total welfare is 745816. </a:t>
            </a:r>
          </a:p>
          <a:p>
            <a:r>
              <a:rPr lang="en-GB" dirty="0"/>
              <a:t>The deadweight loss of B3 is the shortfall: 745816 - 682119 = 63697. </a:t>
            </a:r>
          </a:p>
          <a:p>
            <a:endParaRPr lang="en-GB" dirty="0"/>
          </a:p>
          <a:p>
            <a:r>
              <a:rPr lang="en-GB" dirty="0"/>
              <a:t>Winners’ gain from B1 -&gt; B3: </a:t>
            </a:r>
          </a:p>
          <a:p>
            <a:r>
              <a:rPr lang="en-GB" dirty="0"/>
              <a:t>	the government collects 121647 revenue, </a:t>
            </a:r>
          </a:p>
          <a:p>
            <a:r>
              <a:rPr lang="en-GB" dirty="0"/>
              <a:t>	domestic producers are better off by 125424 - 19110 = 106314, </a:t>
            </a:r>
          </a:p>
          <a:p>
            <a:r>
              <a:rPr lang="en-GB" dirty="0"/>
              <a:t>	the total gain is 121647 + 106314 = 227961.</a:t>
            </a:r>
          </a:p>
          <a:p>
            <a:endParaRPr lang="en-GB" dirty="0"/>
          </a:p>
          <a:p>
            <a:r>
              <a:rPr lang="en-GB" dirty="0"/>
              <a:t>Losers’ loss from B1 -&gt; B3: </a:t>
            </a:r>
          </a:p>
          <a:p>
            <a:r>
              <a:rPr lang="en-GB" dirty="0"/>
              <a:t>	consumer surplus down by: 726706 - 435048 = 291658. </a:t>
            </a:r>
          </a:p>
          <a:p>
            <a:endParaRPr lang="en-GB" dirty="0"/>
          </a:p>
          <a:p>
            <a:r>
              <a:rPr lang="en-GB" dirty="0"/>
              <a:t>Collectively, consumers would be willing to transfer </a:t>
            </a:r>
          </a:p>
          <a:p>
            <a:r>
              <a:rPr lang="en-GB" dirty="0"/>
              <a:t>	121647 to the government and </a:t>
            </a:r>
          </a:p>
          <a:p>
            <a:r>
              <a:rPr lang="en-GB" dirty="0"/>
              <a:t>	106314 to domestic producers </a:t>
            </a:r>
          </a:p>
          <a:p>
            <a:r>
              <a:rPr lang="en-GB" dirty="0"/>
              <a:t>in return for staying in B1 rather than imposing B3, </a:t>
            </a:r>
          </a:p>
          <a:p>
            <a:r>
              <a:rPr lang="en-GB" dirty="0"/>
              <a:t>Consumers would still have 726706 - 121647 - 106314 = 498745 left, which is better than B3 CS by 63697 .</a:t>
            </a:r>
          </a:p>
          <a:p>
            <a:endParaRPr lang="en-GB" dirty="0"/>
          </a:p>
          <a:p>
            <a:r>
              <a:rPr lang="en-GB" dirty="0"/>
              <a:t>Hence the DWL 63697 corresponds to losses not matched by a corresponding gain by another economic agent.</a:t>
            </a:r>
          </a:p>
        </p:txBody>
      </p:sp>
      <p:sp>
        <p:nvSpPr>
          <p:cNvPr id="6" name="TextBox 5">
            <a:extLst>
              <a:ext uri="{FF2B5EF4-FFF2-40B4-BE49-F238E27FC236}">
                <a16:creationId xmlns:a16="http://schemas.microsoft.com/office/drawing/2014/main" id="{E2A15AED-0049-5D41-1B90-9F41E0559C4D}"/>
              </a:ext>
            </a:extLst>
          </p:cNvPr>
          <p:cNvSpPr txBox="1"/>
          <p:nvPr/>
        </p:nvSpPr>
        <p:spPr>
          <a:xfrm>
            <a:off x="381000" y="575999"/>
            <a:ext cx="11277599" cy="92333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indent="0" algn="l">
              <a:buNone/>
            </a:pPr>
            <a:r>
              <a:rPr lang="en-GB" b="1" i="0" dirty="0">
                <a:solidFill>
                  <a:schemeClr val="tx1"/>
                </a:solidFill>
                <a:effectLst/>
                <a:latin typeface="Courier New" panose="02070309020205020404" pitchFamily="49" charset="0"/>
                <a:cs typeface="Courier New" panose="02070309020205020404" pitchFamily="49" charset="0"/>
              </a:rPr>
              <a:t>Policy      P    </a:t>
            </a:r>
            <a:r>
              <a:rPr lang="en-GB" b="1" i="0" dirty="0" err="1">
                <a:solidFill>
                  <a:schemeClr val="tx1"/>
                </a:solidFill>
                <a:effectLst/>
                <a:latin typeface="Courier New" panose="02070309020205020404" pitchFamily="49" charset="0"/>
                <a:cs typeface="Courier New" panose="02070309020205020404" pitchFamily="49" charset="0"/>
              </a:rPr>
              <a:t>Qprod</a:t>
            </a:r>
            <a:r>
              <a:rPr lang="en-GB" b="1" i="0" dirty="0">
                <a:solidFill>
                  <a:schemeClr val="tx1"/>
                </a:solidFill>
                <a:effectLst/>
                <a:latin typeface="Courier New" panose="02070309020205020404" pitchFamily="49" charset="0"/>
                <a:cs typeface="Courier New" panose="02070309020205020404" pitchFamily="49" charset="0"/>
              </a:rPr>
              <a:t>    </a:t>
            </a:r>
            <a:r>
              <a:rPr lang="en-GB" b="1" i="0" dirty="0" err="1">
                <a:solidFill>
                  <a:schemeClr val="tx1"/>
                </a:solidFill>
                <a:effectLst/>
                <a:latin typeface="Courier New" panose="02070309020205020404" pitchFamily="49" charset="0"/>
                <a:cs typeface="Courier New" panose="02070309020205020404" pitchFamily="49" charset="0"/>
              </a:rPr>
              <a:t>Qcons</a:t>
            </a:r>
            <a:r>
              <a:rPr lang="en-GB" b="1" i="0" dirty="0">
                <a:solidFill>
                  <a:schemeClr val="tx1"/>
                </a:solidFill>
                <a:effectLst/>
                <a:latin typeface="Courier New" panose="02070309020205020404" pitchFamily="49" charset="0"/>
                <a:cs typeface="Courier New" panose="02070309020205020404" pitchFamily="49" charset="0"/>
              </a:rPr>
              <a:t>  </a:t>
            </a:r>
            <a:r>
              <a:rPr lang="en-GB" b="1" i="0" dirty="0" err="1">
                <a:solidFill>
                  <a:schemeClr val="tx1"/>
                </a:solidFill>
                <a:effectLst/>
                <a:latin typeface="Courier New" panose="02070309020205020404" pitchFamily="49" charset="0"/>
                <a:cs typeface="Courier New" panose="02070309020205020404" pitchFamily="49" charset="0"/>
              </a:rPr>
              <a:t>Qimport</a:t>
            </a:r>
            <a:r>
              <a:rPr lang="en-GB" b="1" i="0" dirty="0">
                <a:solidFill>
                  <a:schemeClr val="tx1"/>
                </a:solidFill>
                <a:effectLst/>
                <a:latin typeface="Courier New" panose="02070309020205020404" pitchFamily="49" charset="0"/>
                <a:cs typeface="Courier New" panose="02070309020205020404" pitchFamily="49" charset="0"/>
              </a:rPr>
              <a:t>       PS       CS       GS      TW</a:t>
            </a:r>
          </a:p>
          <a:p>
            <a:pPr indent="0" algn="l">
              <a:buNone/>
            </a:pPr>
            <a:r>
              <a:rPr lang="en-GB" b="1" i="0" dirty="0">
                <a:solidFill>
                  <a:schemeClr val="tx1"/>
                </a:solidFill>
                <a:effectLst/>
                <a:latin typeface="Courier New" panose="02070309020205020404" pitchFamily="49" charset="0"/>
                <a:cs typeface="Courier New" panose="02070309020205020404" pitchFamily="49" charset="0"/>
              </a:rPr>
              <a:t>B1         49      980     5025     4045    19110   726706        0  745816</a:t>
            </a:r>
          </a:p>
          <a:p>
            <a:pPr indent="0" algn="l">
              <a:buNone/>
            </a:pPr>
            <a:r>
              <a:rPr lang="en-GB" b="1" i="0" dirty="0">
                <a:solidFill>
                  <a:schemeClr val="tx1"/>
                </a:solidFill>
                <a:effectLst/>
                <a:latin typeface="Courier New" panose="02070309020205020404" pitchFamily="49" charset="0"/>
                <a:cs typeface="Courier New" panose="02070309020205020404" pitchFamily="49" charset="0"/>
              </a:rPr>
              <a:t>B3        111     2223     4172     1949   125424   435048   121647  682119</a:t>
            </a:r>
            <a:endParaRPr lang="en-GB" b="1" i="0" dirty="0">
              <a:solidFill>
                <a:srgbClr val="000000"/>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207065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4D869-18A4-6588-4B0F-EB7A1D75BD24}"/>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93201F61-AB66-3503-659C-6AF6D83C22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39811"/>
            <a:ext cx="12192000" cy="6178378"/>
          </a:xfrm>
          <a:prstGeom prst="rect">
            <a:avLst/>
          </a:prstGeom>
        </p:spPr>
      </p:pic>
      <p:sp>
        <p:nvSpPr>
          <p:cNvPr id="5" name="TextBox 4">
            <a:extLst>
              <a:ext uri="{FF2B5EF4-FFF2-40B4-BE49-F238E27FC236}">
                <a16:creationId xmlns:a16="http://schemas.microsoft.com/office/drawing/2014/main" id="{65FBA886-CF44-FEB2-669E-1C54981901F2}"/>
              </a:ext>
            </a:extLst>
          </p:cNvPr>
          <p:cNvSpPr txBox="1"/>
          <p:nvPr/>
        </p:nvSpPr>
        <p:spPr>
          <a:xfrm>
            <a:off x="6257925" y="339811"/>
            <a:ext cx="5362575" cy="313932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dirty="0"/>
              <a:t>Units q=980 through q=2223 are produced domestically even though importing them would cost less. </a:t>
            </a:r>
            <a:r>
              <a:rPr lang="en-GB" i="1" dirty="0"/>
              <a:t>Inefficient insourcing </a:t>
            </a:r>
            <a:r>
              <a:rPr lang="en-GB" dirty="0" err="1"/>
              <a:t>DWLp</a:t>
            </a:r>
            <a:r>
              <a:rPr lang="en-GB" dirty="0"/>
              <a:t> = </a:t>
            </a:r>
            <a:r>
              <a:rPr lang="en-GB" b="1" dirty="0"/>
              <a:t>32436 </a:t>
            </a:r>
            <a:r>
              <a:rPr lang="en-GB" dirty="0"/>
              <a:t>. </a:t>
            </a:r>
          </a:p>
          <a:p>
            <a:endParaRPr lang="en-GB" dirty="0"/>
          </a:p>
          <a:p>
            <a:r>
              <a:rPr lang="en-GB" dirty="0"/>
              <a:t>Units q=4172 through q=5025 are valued by consumers above their cost, but they are not consumed because the tariff raises the domestic price. </a:t>
            </a:r>
            <a:r>
              <a:rPr lang="en-GB" i="1" dirty="0"/>
              <a:t>Underconsumption</a:t>
            </a:r>
            <a:r>
              <a:rPr lang="en-GB" dirty="0"/>
              <a:t> </a:t>
            </a:r>
            <a:r>
              <a:rPr lang="en-GB" dirty="0" err="1"/>
              <a:t>DWLc</a:t>
            </a:r>
            <a:r>
              <a:rPr lang="en-GB" dirty="0"/>
              <a:t>  = </a:t>
            </a:r>
            <a:r>
              <a:rPr lang="en-GB" b="1" dirty="0"/>
              <a:t>31261 </a:t>
            </a:r>
            <a:r>
              <a:rPr lang="en-GB" dirty="0"/>
              <a:t>. </a:t>
            </a:r>
          </a:p>
          <a:p>
            <a:endParaRPr lang="en-GB" dirty="0"/>
          </a:p>
          <a:p>
            <a:r>
              <a:rPr lang="en-GB" dirty="0"/>
              <a:t>Total DWL:</a:t>
            </a:r>
          </a:p>
          <a:p>
            <a:r>
              <a:rPr lang="en-GB" dirty="0"/>
              <a:t>32436 + 31261 = </a:t>
            </a:r>
            <a:r>
              <a:rPr lang="en-GB" b="1" dirty="0"/>
              <a:t>63697</a:t>
            </a:r>
            <a:endParaRPr lang="en-GB" dirty="0"/>
          </a:p>
        </p:txBody>
      </p:sp>
      <p:sp>
        <p:nvSpPr>
          <p:cNvPr id="6" name="Title 1">
            <a:extLst>
              <a:ext uri="{FF2B5EF4-FFF2-40B4-BE49-F238E27FC236}">
                <a16:creationId xmlns:a16="http://schemas.microsoft.com/office/drawing/2014/main" id="{0F320491-EEAA-FF3A-A07A-A064DE0BEB39}"/>
              </a:ext>
            </a:extLst>
          </p:cNvPr>
          <p:cNvSpPr>
            <a:spLocks noGrp="1"/>
          </p:cNvSpPr>
          <p:nvPr>
            <p:ph type="title"/>
          </p:nvPr>
        </p:nvSpPr>
        <p:spPr>
          <a:xfrm>
            <a:off x="0" y="1"/>
            <a:ext cx="12189600" cy="576000"/>
          </a:xfrm>
        </p:spPr>
        <p:txBody>
          <a:bodyPr/>
          <a:lstStyle/>
          <a:p>
            <a:r>
              <a:rPr lang="en-GB" dirty="0"/>
              <a:t>DWL via unit-by-unit analysis</a:t>
            </a:r>
          </a:p>
        </p:txBody>
      </p:sp>
      <p:sp>
        <p:nvSpPr>
          <p:cNvPr id="7" name="TextBox 6">
            <a:extLst>
              <a:ext uri="{FF2B5EF4-FFF2-40B4-BE49-F238E27FC236}">
                <a16:creationId xmlns:a16="http://schemas.microsoft.com/office/drawing/2014/main" id="{A0A8F96B-E88C-1380-7D8B-A132400E3861}"/>
              </a:ext>
            </a:extLst>
          </p:cNvPr>
          <p:cNvSpPr txBox="1"/>
          <p:nvPr/>
        </p:nvSpPr>
        <p:spPr>
          <a:xfrm>
            <a:off x="7448549" y="3744234"/>
            <a:ext cx="4562476" cy="286232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GB" b="1" dirty="0"/>
              <a:t>Which method to use?</a:t>
            </a:r>
          </a:p>
          <a:p>
            <a:r>
              <a:rPr lang="en-GB" b="1" dirty="0"/>
              <a:t>Unit-by-unit analysis </a:t>
            </a:r>
            <a:r>
              <a:rPr lang="en-GB" dirty="0"/>
              <a:t>is better for understanding allocation of resources, and it maps better into areas on a graph.</a:t>
            </a:r>
          </a:p>
          <a:p>
            <a:endParaRPr lang="en-GB" dirty="0"/>
          </a:p>
          <a:p>
            <a:r>
              <a:rPr lang="en-GB" b="1" dirty="0"/>
              <a:t>Surplus accounting </a:t>
            </a:r>
            <a:r>
              <a:rPr lang="en-GB" dirty="0"/>
              <a:t>is better for political economy analysis, it lets you define a group’s willingness to pay to block a policy change, and it is quick if you have already computed PS, CS, GS.</a:t>
            </a:r>
          </a:p>
        </p:txBody>
      </p:sp>
      <p:sp>
        <p:nvSpPr>
          <p:cNvPr id="9" name="TextBox 8">
            <a:extLst>
              <a:ext uri="{FF2B5EF4-FFF2-40B4-BE49-F238E27FC236}">
                <a16:creationId xmlns:a16="http://schemas.microsoft.com/office/drawing/2014/main" id="{B873F86F-69EE-46FC-1521-A365CCE65903}"/>
              </a:ext>
            </a:extLst>
          </p:cNvPr>
          <p:cNvSpPr txBox="1"/>
          <p:nvPr/>
        </p:nvSpPr>
        <p:spPr>
          <a:xfrm>
            <a:off x="2420541" y="4806063"/>
            <a:ext cx="869156" cy="369332"/>
          </a:xfrm>
          <a:prstGeom prst="rect">
            <a:avLst/>
          </a:prstGeom>
          <a:noFill/>
        </p:spPr>
        <p:txBody>
          <a:bodyPr wrap="square">
            <a:spAutoFit/>
          </a:bodyPr>
          <a:lstStyle/>
          <a:p>
            <a:r>
              <a:rPr lang="en-GB" sz="1800" dirty="0" err="1"/>
              <a:t>DWLp</a:t>
            </a:r>
            <a:endParaRPr lang="en-GB" dirty="0"/>
          </a:p>
        </p:txBody>
      </p:sp>
      <p:sp>
        <p:nvSpPr>
          <p:cNvPr id="11" name="TextBox 10">
            <a:extLst>
              <a:ext uri="{FF2B5EF4-FFF2-40B4-BE49-F238E27FC236}">
                <a16:creationId xmlns:a16="http://schemas.microsoft.com/office/drawing/2014/main" id="{423FC3F5-0BBB-FE30-FDD1-2A11F8353202}"/>
              </a:ext>
            </a:extLst>
          </p:cNvPr>
          <p:cNvSpPr txBox="1"/>
          <p:nvPr/>
        </p:nvSpPr>
        <p:spPr>
          <a:xfrm>
            <a:off x="5823347" y="4806063"/>
            <a:ext cx="869156" cy="369332"/>
          </a:xfrm>
          <a:prstGeom prst="rect">
            <a:avLst/>
          </a:prstGeom>
          <a:noFill/>
        </p:spPr>
        <p:txBody>
          <a:bodyPr wrap="square">
            <a:spAutoFit/>
          </a:bodyPr>
          <a:lstStyle/>
          <a:p>
            <a:r>
              <a:rPr lang="en-GB" sz="1800" dirty="0" err="1"/>
              <a:t>DWLc</a:t>
            </a:r>
            <a:endParaRPr lang="en-GB" dirty="0"/>
          </a:p>
        </p:txBody>
      </p:sp>
    </p:spTree>
    <p:extLst>
      <p:ext uri="{BB962C8B-B14F-4D97-AF65-F5344CB8AC3E}">
        <p14:creationId xmlns:p14="http://schemas.microsoft.com/office/powerpoint/2010/main" val="2216255177"/>
      </p:ext>
    </p:extLst>
  </p:cSld>
  <p:clrMapOvr>
    <a:masterClrMapping/>
  </p:clrMapOvr>
</p:sld>
</file>

<file path=ppt/theme/theme1.xml><?xml version="1.0" encoding="utf-8"?>
<a:theme xmlns:a="http://schemas.openxmlformats.org/drawingml/2006/main" name="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6062053_TF44889724_Win32" id="{8243FEE5-4C66-47E8-BBBE-4CE4CEB4AF79}" vid="{B475D4D8-D459-4F97-B950-90011218C8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B6FBE4-5ACD-4115-9139-635E82C3D35A}">
  <ds:schemaRefs>
    <ds:schemaRef ds:uri="http://schemas.microsoft.com/sharepoint/v3/contenttype/forms"/>
  </ds:schemaRefs>
</ds:datastoreItem>
</file>

<file path=customXml/itemProps2.xml><?xml version="1.0" encoding="utf-8"?>
<ds:datastoreItem xmlns:ds="http://schemas.openxmlformats.org/officeDocument/2006/customXml" ds:itemID="{A7EFEE82-03DD-4F90-81E2-2AF29E1D81FB}">
  <ds:schemaRefs>
    <ds:schemaRef ds:uri="http://schemas.microsoft.com/office/infopath/2007/PartnerControls"/>
    <ds:schemaRef ds:uri="http://purl.org/dc/elements/1.1/"/>
    <ds:schemaRef ds:uri="http://www.w3.org/XML/1998/namespace"/>
    <ds:schemaRef ds:uri="http://schemas.openxmlformats.org/package/2006/metadata/core-properties"/>
    <ds:schemaRef ds:uri="http://purl.org/dc/terms/"/>
    <ds:schemaRef ds:uri="230e9df3-be65-4c73-a93b-d1236ebd677e"/>
    <ds:schemaRef ds:uri="http://purl.org/dc/dcmitype/"/>
    <ds:schemaRef ds:uri="16c05727-aa75-4e4a-9b5f-8a80a1165891"/>
    <ds:schemaRef ds:uri="http://schemas.microsoft.com/office/2006/documentManagement/types"/>
    <ds:schemaRef ds:uri="71af3243-3dd4-4a8d-8c0d-dd76da1f02a5"/>
    <ds:schemaRef ds:uri="http://schemas.microsoft.com/sharepoint/v3"/>
    <ds:schemaRef ds:uri="http://schemas.microsoft.com/office/2006/metadata/properties"/>
  </ds:schemaRefs>
</ds:datastoreItem>
</file>

<file path=customXml/itemProps3.xml><?xml version="1.0" encoding="utf-8"?>
<ds:datastoreItem xmlns:ds="http://schemas.openxmlformats.org/officeDocument/2006/customXml" ds:itemID="{D7E109C5-7A21-42A3-B17A-36E7B8E5EF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Online presentation tips</Template>
  <TotalTime>3141</TotalTime>
  <Words>3443</Words>
  <Application>Microsoft Office PowerPoint</Application>
  <PresentationFormat>Widescreen</PresentationFormat>
  <Paragraphs>216</Paragraphs>
  <Slides>26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Arial</vt:lpstr>
      <vt:lpstr>Calibri</vt:lpstr>
      <vt:lpstr>Cambria</vt:lpstr>
      <vt:lpstr>Cambria Math</vt:lpstr>
      <vt:lpstr>Courier New</vt:lpstr>
      <vt:lpstr>WelcomeDoc</vt:lpstr>
      <vt:lpstr>Weeks 1-3</vt:lpstr>
      <vt:lpstr>Demand curves and consumer surplus</vt:lpstr>
      <vt:lpstr>Supply curves and producer surplus</vt:lpstr>
      <vt:lpstr>Demand aggregation</vt:lpstr>
      <vt:lpstr>Disequilibrium and market prices</vt:lpstr>
      <vt:lpstr>First Theorem of Welfare Economics</vt:lpstr>
      <vt:lpstr>First Theorem of Welfare Economics</vt:lpstr>
      <vt:lpstr>Land rent and international trade</vt:lpstr>
      <vt:lpstr>PowerPoint Presentation</vt:lpstr>
      <vt:lpstr>PowerPoint Presentation</vt:lpstr>
      <vt:lpstr>PowerPoint Presentation</vt:lpstr>
      <vt:lpstr>PowerPoint Presentation</vt:lpstr>
      <vt:lpstr>FT1 features</vt:lpstr>
      <vt:lpstr>Opening up trade, A1 to FT1: Welfare, transfers</vt:lpstr>
      <vt:lpstr>From producer surplus to Differential rent</vt:lpstr>
      <vt:lpstr>From producer surplus to Differential rent</vt:lpstr>
      <vt:lpstr>Adam Smith (1723-1790)</vt:lpstr>
      <vt:lpstr>David Ricardo</vt:lpstr>
      <vt:lpstr>David Ricardo and the original Reform UK (1815-1848)</vt:lpstr>
      <vt:lpstr>David Ricardo and the original Reform UK (1815-1848)  </vt:lpstr>
      <vt:lpstr>PowerPoint Presentation</vt:lpstr>
      <vt:lpstr>PowerPoint Presentation</vt:lpstr>
      <vt:lpstr>PowerPoint Presentation</vt:lpstr>
      <vt:lpstr>PowerPoint Presentation</vt:lpstr>
      <vt:lpstr>DWL via surplus accounting</vt:lpstr>
      <vt:lpstr>DWL via unit-by-unit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 Bridet</dc:creator>
  <cp:keywords/>
  <cp:lastModifiedBy>Luc Bridet</cp:lastModifiedBy>
  <cp:revision>1158</cp:revision>
  <dcterms:created xsi:type="dcterms:W3CDTF">2024-09-19T20:32:02Z</dcterms:created>
  <dcterms:modified xsi:type="dcterms:W3CDTF">2026-09-25T17:40:44Z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